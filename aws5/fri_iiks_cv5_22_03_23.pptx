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372" r:id="rId4"/>
    <p:sldMasterId id="2147484005" r:id="rId5"/>
    <p:sldMasterId id="2147484408" r:id="rId6"/>
  </p:sldMasterIdLst>
  <p:notesMasterIdLst>
    <p:notesMasterId r:id="rId17"/>
  </p:notesMasterIdLst>
  <p:handoutMasterIdLst>
    <p:handoutMasterId r:id="rId18"/>
  </p:handoutMasterIdLst>
  <p:sldIdLst>
    <p:sldId id="5266" r:id="rId7"/>
    <p:sldId id="5273" r:id="rId8"/>
    <p:sldId id="5321" r:id="rId9"/>
    <p:sldId id="5322" r:id="rId10"/>
    <p:sldId id="5318" r:id="rId11"/>
    <p:sldId id="5323" r:id="rId12"/>
    <p:sldId id="5325" r:id="rId13"/>
    <p:sldId id="5327" r:id="rId14"/>
    <p:sldId id="5328" r:id="rId15"/>
    <p:sldId id="5281" r:id="rId16"/>
  </p:sldIdLst>
  <p:sldSz cx="12192000" cy="6858000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Visuelt Pro Light" panose="020B0303040202040104" charset="0"/>
      <p:regular r:id="rId23"/>
      <p:italic r:id="rId24"/>
    </p:embeddedFont>
  </p:embeddedFontLst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yssa Gibson-Wood" initials="AG" lastIdx="145" clrIdx="0">
    <p:extLst>
      <p:ext uri="{19B8F6BF-5375-455C-9EA6-DF929625EA0E}">
        <p15:presenceInfo xmlns:p15="http://schemas.microsoft.com/office/powerpoint/2012/main" userId="S::awood@ohpen.com::599f9993-2b4b-4fc6-9815-a01929e3467a" providerId="AD"/>
      </p:ext>
    </p:extLst>
  </p:cmAuthor>
  <p:cmAuthor id="2" name="Paola Staufert" initials="PS" lastIdx="19" clrIdx="1">
    <p:extLst>
      <p:ext uri="{19B8F6BF-5375-455C-9EA6-DF929625EA0E}">
        <p15:presenceInfo xmlns:p15="http://schemas.microsoft.com/office/powerpoint/2012/main" userId="S::pstaufert@ohpen.com::3b96de33-4065-402d-9c7f-1a6c4a4f7534" providerId="AD"/>
      </p:ext>
    </p:extLst>
  </p:cmAuthor>
  <p:cmAuthor id="3" name="Matthijs Aler" initials="MA [2]" lastIdx="2" clrIdx="2">
    <p:extLst>
      <p:ext uri="{19B8F6BF-5375-455C-9EA6-DF929625EA0E}">
        <p15:presenceInfo xmlns:p15="http://schemas.microsoft.com/office/powerpoint/2012/main" userId="S::maler@ohpen.nl::3afdc1cf-4f92-4865-b124-29c30f45ca87" providerId="AD"/>
      </p:ext>
    </p:extLst>
  </p:cmAuthor>
  <p:cmAuthor id="4" name="Attila Miklos" initials="AM" lastIdx="4" clrIdx="3">
    <p:extLst>
      <p:ext uri="{19B8F6BF-5375-455C-9EA6-DF929625EA0E}">
        <p15:presenceInfo xmlns:p15="http://schemas.microsoft.com/office/powerpoint/2012/main" userId="S::amiklos@ohpen.com::301b316a-a714-4768-85fd-00c3a7698a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08B"/>
    <a:srgbClr val="F9FAFC"/>
    <a:srgbClr val="13322B"/>
    <a:srgbClr val="D0C5FB"/>
    <a:srgbClr val="D9E1E2"/>
    <a:srgbClr val="ACB5BD"/>
    <a:srgbClr val="D0DEBB"/>
    <a:srgbClr val="33FF99"/>
    <a:srgbClr val="F6F8F9"/>
    <a:srgbClr val="DCFE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21D64-C95F-474F-A54A-CA749976C233}" v="2" dt="2026-03-16T10:58:18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D - Andrej Depeš" userId="eb742673-de73-4351-becb-8231eeb599c8" providerId="ADAL" clId="{A1988D21-E8D8-4BCB-9AD5-14FB51DAD315}"/>
    <pc:docChg chg="modSld">
      <pc:chgData name="STUD - Andrej Depeš" userId="eb742673-de73-4351-becb-8231eeb599c8" providerId="ADAL" clId="{A1988D21-E8D8-4BCB-9AD5-14FB51DAD315}" dt="2026-03-16T10:58:18.990" v="1" actId="1076"/>
      <pc:docMkLst>
        <pc:docMk/>
      </pc:docMkLst>
      <pc:sldChg chg="modSp mod">
        <pc:chgData name="STUD - Andrej Depeš" userId="eb742673-de73-4351-becb-8231eeb599c8" providerId="ADAL" clId="{A1988D21-E8D8-4BCB-9AD5-14FB51DAD315}" dt="2026-03-16T10:58:18.990" v="1" actId="1076"/>
        <pc:sldMkLst>
          <pc:docMk/>
          <pc:sldMk cId="597541248" sldId="5318"/>
        </pc:sldMkLst>
        <pc:spChg chg="mod">
          <ac:chgData name="STUD - Andrej Depeš" userId="eb742673-de73-4351-becb-8231eeb599c8" providerId="ADAL" clId="{A1988D21-E8D8-4BCB-9AD5-14FB51DAD315}" dt="2026-03-16T10:58:18.990" v="1" actId="1076"/>
          <ac:spMkLst>
            <pc:docMk/>
            <pc:sldMk cId="597541248" sldId="5318"/>
            <ac:spMk id="8" creationId="{527FE8B6-E17E-9271-0A53-57350F526DF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4EF74-8826-BD43-B880-7A8566D08AFF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08FFD40-13C9-7B48-A0BE-E251E1E33FE5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F8E2375-F1B1-284C-A827-B0E603FDB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31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">
    <p:bg>
      <p:bgPr>
        <a:solidFill>
          <a:srgbClr val="13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0EF8DC5-82CA-0B53-3FBA-56DA2B635E9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145698" y="-2292371"/>
            <a:ext cx="15826484" cy="10955241"/>
            <a:chOff x="1530175" y="-2555737"/>
            <a:chExt cx="15826484" cy="1095524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53B8338-B2D8-3235-37B6-E80DF664A9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80655" y="-2555737"/>
              <a:ext cx="4104000" cy="410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A289F07-FAEB-66A9-5DF4-ECE8433C04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2961" y="3016532"/>
              <a:ext cx="2160000" cy="216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623B407-0148-22D5-FC87-E091FA6418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07281" y="4034041"/>
              <a:ext cx="1944000" cy="194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B2AD14C-2589-6BB0-5A31-08179ED922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2691" y="1377246"/>
              <a:ext cx="2700000" cy="270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8642CE8-A643-CA31-E0AE-12EF366DEB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20392" y="4378958"/>
              <a:ext cx="1296000" cy="1296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9DCCF33-5A49-882F-1826-56FB214266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58899" y="3931565"/>
              <a:ext cx="684000" cy="68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2C1E27-5003-5AA3-28C4-F2AF5A6E29CC}"/>
                </a:ext>
              </a:extLst>
            </p:cNvPr>
            <p:cNvSpPr/>
            <p:nvPr/>
          </p:nvSpPr>
          <p:spPr>
            <a:xfrm>
              <a:off x="1530175" y="-859017"/>
              <a:ext cx="4320000" cy="432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6A7C645-7C39-B333-5927-3BDEFB673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8659" y="-1968496"/>
              <a:ext cx="10368000" cy="10368000"/>
            </a:xfrm>
            <a:prstGeom prst="ellipse">
              <a:avLst/>
            </a:prstGeom>
            <a:noFill/>
            <a:ln w="25400">
              <a:solidFill>
                <a:srgbClr val="33FF9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</p:grp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A777291-C28D-C74A-16D1-F30193416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3956086"/>
            <a:ext cx="6528475" cy="551258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7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2AB2CF0-3583-4633-AE26-5E4FE9CC35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000" y="299102"/>
            <a:ext cx="2452790" cy="3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1100" b="1" i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Edit date (Month 1, 2023)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13EED39E-BDAE-D536-0477-EDE42508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868086"/>
            <a:ext cx="6528475" cy="19440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F35E48-B161-1779-6287-E665976E4DF2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204787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203EA2-7DD9-C193-1862-32F5A16E4022}"/>
              </a:ext>
            </a:extLst>
          </p:cNvPr>
          <p:cNvSpPr>
            <a:spLocks noChangeAspect="1"/>
          </p:cNvSpPr>
          <p:nvPr userDrawn="1"/>
        </p:nvSpPr>
        <p:spPr>
          <a:xfrm>
            <a:off x="4522612" y="5180643"/>
            <a:ext cx="10368000" cy="10368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78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rgbClr val="00C0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1A95D1-476B-E7C1-20E4-B015CB216C8C}"/>
              </a:ext>
            </a:extLst>
          </p:cNvPr>
          <p:cNvSpPr txBox="1"/>
          <p:nvPr userDrawn="1"/>
        </p:nvSpPr>
        <p:spPr>
          <a:xfrm>
            <a:off x="828000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</a:pPr>
            <a:r>
              <a:rPr lang="en-SK" sz="9600" b="0" i="0" spc="0" baseline="0">
                <a:ln w="9525">
                  <a:solidFill>
                    <a:srgbClr val="33FF99"/>
                  </a:solidFill>
                </a:ln>
                <a:noFill/>
                <a:latin typeface="+mj-lt"/>
                <a:cs typeface="Arial" panose="020B0604020202020204" pitchFamily="34" charset="0"/>
              </a:rPr>
              <a:t>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6C4C6-D806-E51E-390D-785DAC1BD523}"/>
              </a:ext>
            </a:extLst>
          </p:cNvPr>
          <p:cNvSpPr txBox="1"/>
          <p:nvPr userDrawn="1"/>
        </p:nvSpPr>
        <p:spPr>
          <a:xfrm>
            <a:off x="827999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SK" sz="9600" b="1">
                <a:latin typeface="+mj-lt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79527-6CEB-AF7C-2A51-A44421DD44D8}"/>
              </a:ext>
            </a:extLst>
          </p:cNvPr>
          <p:cNvSpPr txBox="1"/>
          <p:nvPr userDrawn="1"/>
        </p:nvSpPr>
        <p:spPr>
          <a:xfrm>
            <a:off x="828000" y="2700000"/>
            <a:ext cx="10524213" cy="1550031"/>
          </a:xfrm>
          <a:prstGeom prst="rect">
            <a:avLst/>
          </a:prstGeom>
          <a:noFill/>
        </p:spPr>
        <p:txBody>
          <a:bodyPr wrap="square" lIns="0" tIns="36000" rIns="3600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</a:pPr>
            <a:r>
              <a:rPr lang="en-SK" sz="9600" b="0" i="0" spc="0" baseline="0">
                <a:ln w="9525">
                  <a:solidFill>
                    <a:srgbClr val="33FF99"/>
                  </a:solidFill>
                </a:ln>
                <a:noFill/>
                <a:latin typeface="+mj-lt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7669A-3253-5F68-FAFD-DA213AB995FD}"/>
              </a:ext>
            </a:extLst>
          </p:cNvPr>
          <p:cNvSpPr txBox="1"/>
          <p:nvPr userDrawn="1"/>
        </p:nvSpPr>
        <p:spPr>
          <a:xfrm>
            <a:off x="828000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SK" sz="9600" b="1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362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F3FD-E305-373C-0BF2-D73C16CE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94175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00E09DC0-3617-F94D-2A7D-4545EAFA6813}"/>
              </a:ext>
            </a:extLst>
          </p:cNvPr>
          <p:cNvSpPr>
            <a:spLocks noGrp="1"/>
          </p:cNvSpPr>
          <p:nvPr userDrawn="1">
            <p:ph type="body" sz="quarter" idx="84" hasCustomPrompt="1"/>
          </p:nvPr>
        </p:nvSpPr>
        <p:spPr>
          <a:xfrm>
            <a:off x="4229682" y="1988177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 baseline="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44C95BFE-C732-AC7F-D4FB-BDA1FE796D82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9548196" y="1988177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9EF6B12-0B71-9EBB-D120-42A44480021C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810913" y="3022280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F8C3BA13-AC25-E9A8-A375-014D1758576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27999" y="2545824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036A185C-C0FB-CFA7-9340-A605F71339BF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140463" y="2545388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0" name="Text Placeholder 32">
            <a:extLst>
              <a:ext uri="{FF2B5EF4-FFF2-40B4-BE49-F238E27FC236}">
                <a16:creationId xmlns:a16="http://schemas.microsoft.com/office/drawing/2014/main" id="{4000BC75-02EC-DA4A-AF84-D173896E7EA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229682" y="3444914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1" name="Text Placeholder 32">
            <a:extLst>
              <a:ext uri="{FF2B5EF4-FFF2-40B4-BE49-F238E27FC236}">
                <a16:creationId xmlns:a16="http://schemas.microsoft.com/office/drawing/2014/main" id="{7343B25D-C166-FE86-0643-516DD737A75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9548196" y="3444914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184D85B7-7781-C949-DE00-09AF64BC8D9C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10913" y="4479017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73" name="Text Placeholder 64">
            <a:extLst>
              <a:ext uri="{FF2B5EF4-FFF2-40B4-BE49-F238E27FC236}">
                <a16:creationId xmlns:a16="http://schemas.microsoft.com/office/drawing/2014/main" id="{532F16E7-DF93-2E81-1B1D-C6F5247741C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7999" y="4002561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5" name="Text Placeholder 64">
            <a:extLst>
              <a:ext uri="{FF2B5EF4-FFF2-40B4-BE49-F238E27FC236}">
                <a16:creationId xmlns:a16="http://schemas.microsoft.com/office/drawing/2014/main" id="{22B13960-CAA4-7D48-E752-469C68F5C71C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140463" y="4002125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8D16702A-D670-D68E-941E-790ECAAA625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229682" y="4907589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8" name="Text Placeholder 32">
            <a:extLst>
              <a:ext uri="{FF2B5EF4-FFF2-40B4-BE49-F238E27FC236}">
                <a16:creationId xmlns:a16="http://schemas.microsoft.com/office/drawing/2014/main" id="{38A6FB31-CF33-5DA7-2E2E-ED9F7B0EFC22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548196" y="4907589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B5F6DA17-BB03-3CFA-5476-189517D399F7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810913" y="5941692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82" name="Text Placeholder 64">
            <a:extLst>
              <a:ext uri="{FF2B5EF4-FFF2-40B4-BE49-F238E27FC236}">
                <a16:creationId xmlns:a16="http://schemas.microsoft.com/office/drawing/2014/main" id="{FB4A6F92-1BB1-586B-C350-3E0C2553CF0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140463" y="5464800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80" name="Text Placeholder 64">
            <a:extLst>
              <a:ext uri="{FF2B5EF4-FFF2-40B4-BE49-F238E27FC236}">
                <a16:creationId xmlns:a16="http://schemas.microsoft.com/office/drawing/2014/main" id="{2918AACD-3F10-B4C4-086F-F81917FB6BB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27999" y="5465236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C34C2B1C-DBA8-AC5D-5B3C-D9FF0FA826E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27999" y="2128494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4B1748EC-5D38-DF47-431D-1B4278FF9A0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40463" y="2128494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8" name="Text Placeholder 64">
            <a:extLst>
              <a:ext uri="{FF2B5EF4-FFF2-40B4-BE49-F238E27FC236}">
                <a16:creationId xmlns:a16="http://schemas.microsoft.com/office/drawing/2014/main" id="{C8488BB6-0368-101C-7190-2534A3100A7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27999" y="3584110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9" name="Text Placeholder 64">
            <a:extLst>
              <a:ext uri="{FF2B5EF4-FFF2-40B4-BE49-F238E27FC236}">
                <a16:creationId xmlns:a16="http://schemas.microsoft.com/office/drawing/2014/main" id="{335307C7-3B4E-08DB-5315-3C4C4447A5A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140463" y="3584110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0" name="Text Placeholder 64">
            <a:extLst>
              <a:ext uri="{FF2B5EF4-FFF2-40B4-BE49-F238E27FC236}">
                <a16:creationId xmlns:a16="http://schemas.microsoft.com/office/drawing/2014/main" id="{701AB360-E5E9-B479-27D5-B1DB566BC87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27999" y="5046736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1" name="Text Placeholder 64">
            <a:extLst>
              <a:ext uri="{FF2B5EF4-FFF2-40B4-BE49-F238E27FC236}">
                <a16:creationId xmlns:a16="http://schemas.microsoft.com/office/drawing/2014/main" id="{944059EE-5D27-0548-6C1D-671A79463B31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140463" y="5046736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2" name="Text Placeholder 64">
            <a:extLst>
              <a:ext uri="{FF2B5EF4-FFF2-40B4-BE49-F238E27FC236}">
                <a16:creationId xmlns:a16="http://schemas.microsoft.com/office/drawing/2014/main" id="{E033F303-913A-F351-2306-AD1E1383269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437202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_layout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A1855A-516A-5C49-B928-6AF5FE9E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28E50093-4830-42FF-47E6-3DAE7307951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51898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marL="9525" marR="0" lvl="2" indent="0" algn="l" defTabSz="914318" rtl="0" eaLnBrk="1" fontAlgn="auto" latinLnBrk="0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EEA1117-4E0E-E456-583E-A7BE2AC644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32513" y="2880000"/>
            <a:ext cx="2540000" cy="3348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B2AAEEF-209A-B448-7102-F3C2F294A2A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13800" y="2880000"/>
            <a:ext cx="2540000" cy="3348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157B3DE-ABEF-D503-0F63-9E6E1BA6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C2E4E3D-2DEC-A9D4-F614-DDAD379EE024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958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defRPr sz="1600"/>
            </a:lvl1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C46A2756-1810-7C75-2F9B-8C13B107B73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813482" y="3681413"/>
            <a:ext cx="2538731" cy="2559601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" name="Picture Placeholder 33">
            <a:extLst>
              <a:ext uri="{FF2B5EF4-FFF2-40B4-BE49-F238E27FC236}">
                <a16:creationId xmlns:a16="http://schemas.microsoft.com/office/drawing/2014/main" id="{A1057D73-6F2F-7897-2393-825DA6CB206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148940" y="3681413"/>
            <a:ext cx="2538731" cy="2559601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0379DD-1198-1C93-ED25-F317AB5A08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48388" y="1025525"/>
            <a:ext cx="2540000" cy="419817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2BA0245-F733-00F8-A377-A4EA538AE4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03098" y="1025525"/>
            <a:ext cx="2540000" cy="419817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73BC625C-9C0B-6A87-EDEC-6B3DEAC3806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48387" y="1692000"/>
            <a:ext cx="2540001" cy="1881463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03D2B88-928D-48CA-83AB-342942E31FF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13482" y="1692000"/>
            <a:ext cx="2540000" cy="1881463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08D59F1-4EAA-129B-698B-091447C7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BBBFEDFC-3DF4-6B34-596B-928A9FA4C0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318812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C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defRPr sz="1600"/>
            </a:lvl1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Picture Placeholder 33">
            <a:extLst>
              <a:ext uri="{FF2B5EF4-FFF2-40B4-BE49-F238E27FC236}">
                <a16:creationId xmlns:a16="http://schemas.microsoft.com/office/drawing/2014/main" id="{A1057D73-6F2F-7897-2393-825DA6CB206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796339" y="1016000"/>
            <a:ext cx="2555874" cy="5221288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2578673-6909-5B1A-7506-A4521605812B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53082" y="1692000"/>
            <a:ext cx="2520000" cy="4536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5pPr marL="9525" indent="0">
              <a:lnSpc>
                <a:spcPct val="100000"/>
              </a:lnSpc>
              <a:buNone/>
              <a:defRPr sz="9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0379DD-1198-1C93-ED25-F317AB5A08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48388" y="1025524"/>
            <a:ext cx="2520000" cy="432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EF1DB4-EEB2-2A59-5151-DAD6EBD2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9A26DC23-CC8C-0F30-CAAC-E397B84C6BC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113859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32514" y="1016000"/>
            <a:ext cx="2555874" cy="5212000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8796337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6248" y="2212258"/>
            <a:ext cx="2101290" cy="3706761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36248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8" name="Text Placeholder 75">
            <a:extLst>
              <a:ext uri="{FF2B5EF4-FFF2-40B4-BE49-F238E27FC236}">
                <a16:creationId xmlns:a16="http://schemas.microsoft.com/office/drawing/2014/main" id="{CDB13250-AC4C-1392-B6BC-73B5C7D27E2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EF943F3-C59D-3537-1B14-3116485AECB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/>
            </a:lvl1pPr>
            <a:lvl3pPr>
              <a:lnSpc>
                <a:spcPts val="17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2F1C40-8F89-E209-2A42-54EAC816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A968ED70-C3DE-330B-83D4-105BEED6630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09563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1016000"/>
            <a:ext cx="2555875" cy="5212000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732E2DCB-3E5B-2E6B-EB3F-3AC6F7C005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2016000"/>
            <a:ext cx="3863063" cy="540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6132513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65930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213F79D-2871-7A97-7BB9-6A0353ABAD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79999"/>
            <a:ext cx="3863063" cy="3348000"/>
          </a:xfrm>
        </p:spPr>
        <p:txBody>
          <a:bodyPr lIns="36000" tIns="36000" r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2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0CB8C8-7029-5A8B-3658-458EE57C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5FC937B9-0E01-4577-72F9-35D40D53390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98313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C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732E2DCB-3E5B-2E6B-EB3F-3AC6F7C005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2016000"/>
            <a:ext cx="3863063" cy="540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6132513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0DEB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DB5AB3-C557-AAA8-5FF3-55C6E0C0946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79999"/>
            <a:ext cx="3863063" cy="3348000"/>
          </a:xfrm>
        </p:spPr>
        <p:txBody>
          <a:bodyPr lIns="36000" tIns="36000" r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2"/>
            <a:r>
              <a:rPr lang="en-GB"/>
              <a:t>Click to edit text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C7715A-2D1E-13E8-521A-8C978CD16374}"/>
              </a:ext>
            </a:extLst>
          </p:cNvPr>
          <p:cNvSpPr/>
          <p:nvPr userDrawn="1"/>
        </p:nvSpPr>
        <p:spPr>
          <a:xfrm>
            <a:off x="8796337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261C0B46-1C6F-8AE9-8801-09FD49812F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65930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75">
            <a:extLst>
              <a:ext uri="{FF2B5EF4-FFF2-40B4-BE49-F238E27FC236}">
                <a16:creationId xmlns:a16="http://schemas.microsoft.com/office/drawing/2014/main" id="{EDD21B0B-CEB1-0E94-F90E-D318030CFAC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576CA718-EA17-7B8C-0001-12955FFD087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030472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55048F7A-3477-0329-F856-1F69C06106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30472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D9675B-28DB-E598-2A61-BFEF2995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92D95FE-0FA1-748F-45C8-5A4CA8684F9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48069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2ADFCA8A-7F20-21C2-D707-8009A0ABC22A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6337" y="3681413"/>
            <a:ext cx="2555875" cy="2555875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96D19C16-5E7B-747A-4CBD-B1C022A9D4B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43438" y="3681413"/>
            <a:ext cx="2557462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E28A763C-A3A9-8D5D-BD81-7FB0DDE58732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099" y="3681413"/>
            <a:ext cx="2557463" cy="2546587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456AEDEC-D313-E88F-068E-4D024A84A7F2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03275" y="3681413"/>
            <a:ext cx="2544725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62808B1D-3FDF-C57C-24E3-E9AD31FC29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0304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C75829F9-D0D4-7A94-2BE0-082FC46C58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01388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5795076-A599-46E5-7FCA-D010E4A5EF9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4876084"/>
            <a:ext cx="2101290" cy="1140542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02CB6D60-C550-7A73-4F77-ADA7CFA14BC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36846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813ADA0-2964-FF5C-A1D2-D2C21D425E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156000" y="1008000"/>
            <a:ext cx="5210175" cy="2403475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94D6DD3-F653-A58D-B9ED-E29FA5D9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99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E06E1C5-0F3B-FC15-7DAD-757B5A2D9FF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735776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E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3">
            <a:extLst>
              <a:ext uri="{FF2B5EF4-FFF2-40B4-BE49-F238E27FC236}">
                <a16:creationId xmlns:a16="http://schemas.microsoft.com/office/drawing/2014/main" id="{99692C5E-AFC8-FF76-1213-40258D69057C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6337" y="3681413"/>
            <a:ext cx="2555875" cy="2546587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C8E4BBFE-9095-DC46-4DAF-479DAF594C3B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49254" y="3681413"/>
            <a:ext cx="2539133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A41FFFCE-15FE-13DD-CC2B-B99BE52D8BF0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100" y="3681413"/>
            <a:ext cx="2552867" cy="2546587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EF4D0C37-C3C6-E306-E9A2-7171CC9F3BFF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03275" y="3681413"/>
            <a:ext cx="2545947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5795076-A599-46E5-7FCA-D010E4A5EF9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4876084"/>
            <a:ext cx="2101290" cy="1140542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FE7DDE64-E411-CED0-1BD0-853C747FA3B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2194819"/>
            <a:ext cx="2543663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76EC003C-9B7E-0AB8-3757-EE53A5F3AD7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133558" y="2194819"/>
            <a:ext cx="2554829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2263C542-0218-A2A8-AB9B-A5D672BB4CC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3467099" y="2194819"/>
            <a:ext cx="2552867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055FFEAF-202A-E3DE-722E-FAE15A88B5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829222" y="2194819"/>
            <a:ext cx="2520000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B9C81A42-82A9-BAB2-A899-563471A0542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6846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C62655F-31AD-5C4A-4B23-2E25F7B3F4A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35625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5" name="Text Placeholder 75">
            <a:extLst>
              <a:ext uri="{FF2B5EF4-FFF2-40B4-BE49-F238E27FC236}">
                <a16:creationId xmlns:a16="http://schemas.microsoft.com/office/drawing/2014/main" id="{E5A3E196-E174-EE32-9061-E9254F0840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01388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8670E2-281C-75BC-1837-B21B8FEE28E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300167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5B276DEC-6EDD-3B43-C6FF-450E3CCACB7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365929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ADBD390B-276E-0134-ABDC-8C68FF26C83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964708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75">
            <a:extLst>
              <a:ext uri="{FF2B5EF4-FFF2-40B4-BE49-F238E27FC236}">
                <a16:creationId xmlns:a16="http://schemas.microsoft.com/office/drawing/2014/main" id="{79BFB435-1954-3DC7-B4D4-9353C158679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040304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7C2BC845-53E3-4D90-0388-FDA6D262044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639083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65FD6-3495-971C-57C0-8CF09827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82B573BC-9E49-2D65-A5E1-9F6CF86F113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89804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F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38C367-7F53-A83D-BB07-9E59D16F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F5949411-7B00-E195-9158-4C10DC05AEFF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820000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40F1B1A-F05A-6BCA-3BD2-8B07E7CE681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157407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CFF189-B7CB-EA81-DB68-A2A5FF42B2AB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3499967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E07A4F5F-396A-F1E2-5D2D-CAF67D40F51C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9222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A5C83F7-79B9-9F60-32C6-B7E06A67D7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CD6E1CF-87F0-8AE3-97FF-C068A75DBB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20427B0-A76F-828C-8753-BFCA6CC57A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79ED22BC-25AB-5AB8-DD44-335DB8BA118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3477223"/>
            <a:ext cx="2101290" cy="2372775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BA80A17A-2650-5078-6FC0-B7BAF34B563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6846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A1308F4-0A4C-1F30-1784-A444AADEFE4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35625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6" name="Text Placeholder 75">
            <a:extLst>
              <a:ext uri="{FF2B5EF4-FFF2-40B4-BE49-F238E27FC236}">
                <a16:creationId xmlns:a16="http://schemas.microsoft.com/office/drawing/2014/main" id="{398D3A8B-6F41-F785-FDDE-A4E4C8534B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01388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29AEAA1-581D-0976-DFBE-4A566EF3D43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300167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8" name="Text Placeholder 75">
            <a:extLst>
              <a:ext uri="{FF2B5EF4-FFF2-40B4-BE49-F238E27FC236}">
                <a16:creationId xmlns:a16="http://schemas.microsoft.com/office/drawing/2014/main" id="{30242587-5814-CF2F-7613-BE14E187901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365929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3DDC5E5-64D7-9DA8-AA7A-D1597643655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964708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0" name="Text Placeholder 75">
            <a:extLst>
              <a:ext uri="{FF2B5EF4-FFF2-40B4-BE49-F238E27FC236}">
                <a16:creationId xmlns:a16="http://schemas.microsoft.com/office/drawing/2014/main" id="{34E2EC79-1B2E-F6C1-9578-0C5B7412D19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040304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78999B16-6A4B-FB5D-0972-49A57FC5BFE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639083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75D7647-2799-9EDD-8DD6-1725B56E3C5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33369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G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DDFF5AC6-85CA-231F-686C-55E157061FA5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7927" y="3681413"/>
            <a:ext cx="2554286" cy="2555875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682E79C7-3100-B135-EE7D-C66A5AB5AFD9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32513" y="3681413"/>
            <a:ext cx="2557463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FBF35F11-54F9-8850-7D12-A97AB9283085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099" y="3681413"/>
            <a:ext cx="2557463" cy="2555875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62808B1D-3FDF-C57C-24E3-E9AD31FC29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0304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C75829F9-D0D4-7A94-2BE0-082FC46C58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01388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813ADA0-2964-FF5C-A1D2-D2C21D425E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156000" y="1008000"/>
            <a:ext cx="5210175" cy="2403475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2" name="Text Placeholder 75">
            <a:extLst>
              <a:ext uri="{FF2B5EF4-FFF2-40B4-BE49-F238E27FC236}">
                <a16:creationId xmlns:a16="http://schemas.microsoft.com/office/drawing/2014/main" id="{257E16B1-BB48-7DA2-515D-437AB2FDB7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079B272-5AA8-DE0A-0E69-0EE7B2E16DBF}"/>
              </a:ext>
            </a:extLst>
          </p:cNvPr>
          <p:cNvSpPr>
            <a:spLocks noGrp="1"/>
          </p:cNvSpPr>
          <p:nvPr>
            <p:ph idx="55" hasCustomPrompt="1"/>
          </p:nvPr>
        </p:nvSpPr>
        <p:spPr>
          <a:xfrm>
            <a:off x="828000" y="2880000"/>
            <a:ext cx="2520000" cy="3348000"/>
          </a:xfrm>
          <a:prstGeom prst="rect">
            <a:avLst/>
          </a:prstGeom>
        </p:spPr>
        <p:txBody>
          <a:bodyPr vert="horz" lIns="36000" tIns="36000" rIns="36000" bIns="45720" rtlCol="0">
            <a:noAutofit/>
          </a:bodyPr>
          <a:lstStyle>
            <a:lvl5pPr marL="9525" indent="0">
              <a:lnSpc>
                <a:spcPct val="100000"/>
              </a:lnSpc>
              <a:buNone/>
              <a:defRPr sz="9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E277209-535B-1440-8D5A-24AEC1C3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DB5463C8-85E2-B251-5D3D-1D85E3B0025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419957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H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FE7DDE64-E411-CED0-1BD0-853C747FA3B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3681413"/>
            <a:ext cx="2555875" cy="2546587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4B6C9D4-4B6B-6FBC-2974-89BC5D8ABB6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464425" y="1007999"/>
            <a:ext cx="3887787" cy="2565463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1E6A4A1-202C-11A1-B97E-CF6067E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1" y="1008000"/>
            <a:ext cx="5194800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C02A6412-52FB-0EF2-9E43-2BF3A96B71AC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CFED8BC3-8D30-6627-3E39-6B5AF17392DB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1430E8A-9D5A-F1C7-B665-0CF495A9CBF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A8D3CC92-8DB7-908E-CB8C-02EC5481A49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993C2BF-8B78-A8B2-9908-704880530152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DBD55385-9BCE-A9A4-689C-53E3F91DEE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997A9292-4CB4-0B88-6DD8-962B2CB5CAB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839773A7-2019-D80F-7ADC-CE9290B24D2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035ABBDA-CFB3-90D2-CCAD-A845C775C324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E30F586-326F-76A3-902E-F4B6E36E80D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E4DFFE88-3493-98F4-BD68-F25D7F87AB2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E04CAD8-DDD2-C06F-43EB-79889469FD0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8ACC3AFB-E0F2-42F2-A5CB-41478B6853C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553852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I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9B82123-E63E-CDC3-3C2F-07E68C2977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88000" y="2772000"/>
            <a:ext cx="3887790" cy="3468496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3pPr>
              <a:lnSpc>
                <a:spcPts val="1700"/>
              </a:lnSpc>
              <a:defRPr b="0" i="0">
                <a:solidFill>
                  <a:schemeClr val="tx1"/>
                </a:solidFill>
                <a:latin typeface="Visuelt Pro" panose="020B05030402020401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CAE6A07E-B4A5-1D15-8249-8D199A875D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88000" y="1980000"/>
            <a:ext cx="3887789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C2BC4762-4B2A-4F01-FFA7-2AFF7EFA5DA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16210" y="3681414"/>
            <a:ext cx="2542940" cy="2559082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B37F28D-0FAD-5756-88AA-F2CC7815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0" y="1008000"/>
            <a:ext cx="3887789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7E013F51-FBC8-624C-34F3-50E631457F6B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2353681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3F8D388-88F7-7875-3029-3BD219C9A4D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2798731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1258B704-9FE1-D9DA-9083-7F46EC170AA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2518250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46C00AD2-432F-A1D3-9B72-4A378242BFD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251343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053B6D2B-0B85-BFCD-3458-2740A7ED9A75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1016000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89EB42F0-F43E-16BC-6524-AD60BB76D83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1449960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E3BE8A34-CA42-A5FD-9E29-A9801172F03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1169479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917559E-916E-CFEF-B385-4F6F752642E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1165915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EE243FFE-D449-024C-CA0C-A8760BC0BE5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51490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J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92332E12-9CB5-D15A-C507-50A32EC6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99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379F9770-8304-75A0-076C-2F152474FDA2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00955E6D-F00F-7DB8-ABDA-F4B8EBC4CBDE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A21C8859-9285-F0F8-8B17-A98F0610AB7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659B8F68-6CD7-4D82-2706-32FAF549C57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96C43A70-2CE7-976B-E8CB-D940920194E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FD4E6666-E1D6-AEDB-01E3-73958F906B96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32C87126-01B1-41D3-2AEB-0F17B47DD54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77099911-0361-1DBA-AA1A-F9065B5B645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1" name="Picture Placeholder 33">
            <a:extLst>
              <a:ext uri="{FF2B5EF4-FFF2-40B4-BE49-F238E27FC236}">
                <a16:creationId xmlns:a16="http://schemas.microsoft.com/office/drawing/2014/main" id="{BA455094-8286-CF4B-5ABA-3CDF7B8D0836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033E617E-A774-A827-4E10-93BE41613154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31">
            <a:extLst>
              <a:ext uri="{FF2B5EF4-FFF2-40B4-BE49-F238E27FC236}">
                <a16:creationId xmlns:a16="http://schemas.microsoft.com/office/drawing/2014/main" id="{57508AF5-6B4B-165E-9962-B028BAECA26E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F1372F35-1357-A0FC-48FC-94C81F838D72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AD6966A6-DF00-F8F6-9113-F832AFB8FE7B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6136537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rgbClr val="D9E1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BD7A709A-F5FC-B6F8-B50A-4FAF3AC3B259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136537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52E9D4A-81DB-8945-6D86-864D15616D3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449512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31">
            <a:extLst>
              <a:ext uri="{FF2B5EF4-FFF2-40B4-BE49-F238E27FC236}">
                <a16:creationId xmlns:a16="http://schemas.microsoft.com/office/drawing/2014/main" id="{B5F44004-C0CA-D289-7145-10040868AB9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449512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F14C83CB-DAFD-3817-22C0-806F8F4130CE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49512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1" name="Text Placeholder 31">
            <a:extLst>
              <a:ext uri="{FF2B5EF4-FFF2-40B4-BE49-F238E27FC236}">
                <a16:creationId xmlns:a16="http://schemas.microsoft.com/office/drawing/2014/main" id="{EFB683BA-3E81-A185-C537-7323821564B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449512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7DD03C04-AE21-6280-2622-B99DBF0F93C8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136537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1696A1FD-D665-4916-77E8-A83364F1AC2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136537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4" name="Picture Placeholder 33">
            <a:extLst>
              <a:ext uri="{FF2B5EF4-FFF2-40B4-BE49-F238E27FC236}">
                <a16:creationId xmlns:a16="http://schemas.microsoft.com/office/drawing/2014/main" id="{1E4718EA-25C3-DA79-E9A5-08C7E1D4517D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6136537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C7A6AC29-2159-B681-5148-E993F735846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449512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708CDBDE-0CA0-B559-D81F-7B9220376CA5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449512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27E6862B-C76B-B2FB-6D34-F6F0628DEB57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36537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9" name="Picture Placeholder 33">
            <a:extLst>
              <a:ext uri="{FF2B5EF4-FFF2-40B4-BE49-F238E27FC236}">
                <a16:creationId xmlns:a16="http://schemas.microsoft.com/office/drawing/2014/main" id="{78A2506A-B290-3F8D-AAF0-CAF1378C748A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136537" y="1013893"/>
            <a:ext cx="5194800" cy="1224000"/>
          </a:xfrm>
          <a:prstGeom prst="roundRect">
            <a:avLst>
              <a:gd name="adj" fmla="val 7648"/>
            </a:avLst>
          </a:prstGeom>
          <a:solidFill>
            <a:schemeClr val="bg1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5C2EBF65-554F-7ECE-D7FA-435ACBFE9CE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7449512" y="1458943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A5E12D7-6EE9-7919-78AA-03DAED05F4B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7449512" y="117846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9D269B19-82D2-772A-F7B4-F365D87DE624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136537" y="1173651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948D778C-AF82-42C2-D229-ACCDE3AF1F9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850474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K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D03D0D-3F5B-E3DE-F609-64C78BC7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2A174300-073C-3EB8-8A9F-A5F147A1FAB2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B5D555F4-0002-0FDF-5049-AE386A310F2F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352448F-B708-3F3C-F5DA-6DD5ABEE551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31">
            <a:extLst>
              <a:ext uri="{FF2B5EF4-FFF2-40B4-BE49-F238E27FC236}">
                <a16:creationId xmlns:a16="http://schemas.microsoft.com/office/drawing/2014/main" id="{6FC414E0-48B3-32DB-F378-2708EB26BE4C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F3D173CA-6F82-F920-D023-DEEEC1A29849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65EA7533-020A-EB4C-BD5C-D421FB6A0A9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665BFFE1-A5CE-8EEE-3994-8B66BA45B49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1E930EF3-A3F7-ED04-F16B-6DCBFC870B9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48355339-59BF-98EE-C5FF-D4080174A899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75BB5DED-B872-282D-5CA5-D952BE952FEE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31">
            <a:extLst>
              <a:ext uri="{FF2B5EF4-FFF2-40B4-BE49-F238E27FC236}">
                <a16:creationId xmlns:a16="http://schemas.microsoft.com/office/drawing/2014/main" id="{69DD1DF7-394B-ED6D-2659-1A0689FD166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5A9D4FA-40AA-610B-E88F-E7D673E9F5A3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ED762A6-B59F-96E7-819B-9F1BA0F59A26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6136537" y="501914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4" name="Picture Placeholder 33">
            <a:extLst>
              <a:ext uri="{FF2B5EF4-FFF2-40B4-BE49-F238E27FC236}">
                <a16:creationId xmlns:a16="http://schemas.microsoft.com/office/drawing/2014/main" id="{A1940EC3-0571-62EE-AB30-681BBE3F7DDA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6136537" y="368714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BE352301-319A-4732-70F3-8DE6F53524A7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449512" y="413219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3883CA75-D0DD-F42B-CF82-BF4050FA1987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449512" y="385171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41102FDF-A2D9-48C6-E46A-C81DA59372C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449512" y="545310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6FCB7DC8-2ECF-E29F-E9A3-2DFD5468F9E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449512" y="517262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5629633C-297E-483F-E31D-D8BDCB4E3C8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136537" y="384690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BCC831E6-1D33-03CA-3670-425F2774CF6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136537" y="516905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1" name="Picture Placeholder 33">
            <a:extLst>
              <a:ext uri="{FF2B5EF4-FFF2-40B4-BE49-F238E27FC236}">
                <a16:creationId xmlns:a16="http://schemas.microsoft.com/office/drawing/2014/main" id="{5DE94A0A-71AB-6E62-7631-02D8249DBADC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6136537" y="234946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8F97F56D-90F7-C57E-2B9A-EC254D5BD80D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7449512" y="278342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3" name="Text Placeholder 31">
            <a:extLst>
              <a:ext uri="{FF2B5EF4-FFF2-40B4-BE49-F238E27FC236}">
                <a16:creationId xmlns:a16="http://schemas.microsoft.com/office/drawing/2014/main" id="{049A9FEE-F6C6-4823-1973-F47E11196ECA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7449512" y="250294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233B02B4-6448-D505-94E0-EEC8C78334E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36537" y="249937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521CBF5A-F453-E6A0-3798-D41AFA7EF2E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036250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L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1F4660-DD27-F791-42C4-50FAC0D419F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34100" y="1024189"/>
            <a:ext cx="2554288" cy="230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685B82E-03FE-B3C6-EE2C-5124BA1B40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796338" y="1024188"/>
            <a:ext cx="2545882" cy="230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75">
            <a:extLst>
              <a:ext uri="{FF2B5EF4-FFF2-40B4-BE49-F238E27FC236}">
                <a16:creationId xmlns:a16="http://schemas.microsoft.com/office/drawing/2014/main" id="{1F627742-C4A1-13F0-54BB-E0D40062F3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0323AF-5A2E-B1B6-F830-501265AF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312BED0E-FD4F-5A13-D29C-883442B9C28C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6" name="Picture Placeholder 33">
            <a:extLst>
              <a:ext uri="{FF2B5EF4-FFF2-40B4-BE49-F238E27FC236}">
                <a16:creationId xmlns:a16="http://schemas.microsoft.com/office/drawing/2014/main" id="{E6BC39A2-B730-2B96-92D6-24128D3B4A6D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46A6AA-6E37-F56B-8690-F776FD9BEC5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103C9CDF-A63B-ED34-1E21-6102FA5C572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4EF99E5-F7EE-73ED-3303-D29BCC1F146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0" name="Text Placeholder 31">
            <a:extLst>
              <a:ext uri="{FF2B5EF4-FFF2-40B4-BE49-F238E27FC236}">
                <a16:creationId xmlns:a16="http://schemas.microsoft.com/office/drawing/2014/main" id="{4B14C22A-09DE-E205-605B-8A06295A85E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9AD41F2C-2DEC-A3A8-2659-38EE4A54943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001BBED-D07A-49DC-D932-ACA7DFEBC68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3" name="Picture Placeholder 33">
            <a:extLst>
              <a:ext uri="{FF2B5EF4-FFF2-40B4-BE49-F238E27FC236}">
                <a16:creationId xmlns:a16="http://schemas.microsoft.com/office/drawing/2014/main" id="{CF90C48F-090D-C494-3001-E6D403281C7C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137372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6F24C92D-6672-5DA2-BD8C-972515CAC406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137372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470C56B-EDEB-618B-B217-DA7759A149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50347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3EA70EDA-5801-0659-C2A7-BB7EF43880C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450347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541DE096-78AB-D9EC-AECC-D66A1397F64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450347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3604D25B-C9B2-845D-0E79-1D38732A81D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450347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ABC9B55-377B-3552-9F40-8DDB94C5E5F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137372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17191A1E-4DBF-3942-DE5C-C680A12AEFE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37372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86133FCC-ACC0-8CB9-63A1-0BB7E508880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24494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M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5E8C07A3-909C-DC04-F101-4F20F4C67F4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8" y="1016000"/>
            <a:ext cx="2555875" cy="254997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71FC5946-C351-1235-3945-F670F5EC401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28000" y="2016000"/>
            <a:ext cx="2538731" cy="1348636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8C839D4-5680-2582-AFA4-35C3A2B356B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67100" y="2016000"/>
            <a:ext cx="2563631" cy="1348636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0A08D1-68E1-2EEA-937C-1C7DAB9F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5196563" cy="100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758D84E4-CFE3-63D7-2FFF-31F55001E926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E3C2F38A-6EC9-006D-AEB3-B3E6470D51FE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11C1F13B-9BC3-10E9-9769-C0DA36D2610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D2D72909-3474-4D83-B8B7-22BF99227A8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87DD411-22CC-AF3B-9046-001E5D471B0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080CB3E0-0D08-9CC8-0A00-DF67D1B7806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57DB2F71-E00B-42FF-EDF4-020C29405EC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A6E66BCE-F562-E0AA-6470-DCB22494A83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7A23F55-A28C-88CE-AFF1-5F458667584E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136537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846D9EC3-3463-8531-8710-704892FF61EC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136537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67A28C5B-9819-4396-F603-0E54EBB1611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449512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E4BA9D4C-F9E3-8442-F451-75439E041DB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49512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F267EC42-C80B-D3DD-F0AE-B68044570012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49512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45E53D0-0786-AE28-8CAE-149FA55907E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449512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BF25187A-DAEC-407E-6546-61CAB2FFC7C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136537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57895B85-4535-A51D-0B96-92CE18A2F464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36537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78E78763-511C-3271-3333-3FA367B5456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866470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N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BE5C26DA-82F8-3F8B-6AD3-B59F8C171623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4BEC99DB-C21C-B77D-0528-9A0FBC1B8DC8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204B67DB-CC9B-75D5-0465-E413145A89BB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2340000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5453333F-A25E-BD0D-754F-ADF60DFA23E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7999" y="1020379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8018FAD-AF81-D6EA-6F69-14B5DE8EE1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69361" y="2772000"/>
            <a:ext cx="3887790" cy="3468496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3pPr>
              <a:lnSpc>
                <a:spcPts val="1700"/>
              </a:lnSpc>
              <a:defRPr b="0" i="0">
                <a:solidFill>
                  <a:schemeClr val="tx1"/>
                </a:solidFill>
                <a:latin typeface="Visuelt Pro" panose="020B05030402020401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75">
            <a:extLst>
              <a:ext uri="{FF2B5EF4-FFF2-40B4-BE49-F238E27FC236}">
                <a16:creationId xmlns:a16="http://schemas.microsoft.com/office/drawing/2014/main" id="{5D6DD63C-71A8-899D-E047-F7460EF3DE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69361" y="1980000"/>
            <a:ext cx="3887789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5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031F9-3E53-F148-C071-5E3A9ACDA60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40975" y="1457630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01FBFBDC-9405-1593-8786-E12637F36C8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40975" y="1177149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EC300EC9-73A4-CB0B-5D24-76562E3513B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140975" y="2769017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6A579DBE-A0DA-92D9-ED5F-F15246ADAE5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140975" y="2488536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951CCCC6-9913-BB54-A613-469885175EF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31">
            <a:extLst>
              <a:ext uri="{FF2B5EF4-FFF2-40B4-BE49-F238E27FC236}">
                <a16:creationId xmlns:a16="http://schemas.microsoft.com/office/drawing/2014/main" id="{187FD967-F673-3A71-48E4-5521E8920BE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0B490E98-DD8F-5F47-EFAA-9F44256672D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8448CBB-677E-A4A8-6EAF-5B7A0803BE3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0E9C0D5D-EE9D-FA8E-B34E-F7A38792D07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28000" y="249396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AC42E38-587E-9ED7-02C8-1C2B54894D0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AC95B84-B880-3579-9D0E-6A46C28D00F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B2389E4B-3E81-BF97-93E6-65DAF98F451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8000" y="118498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737ED7-E617-8FC2-8DDD-1FE979BD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360" y="1008000"/>
            <a:ext cx="3887789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A63D7B8-195C-6F2D-656B-2F757FDDC51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591367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O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3276" y="3681412"/>
            <a:ext cx="5221288" cy="2550187"/>
          </a:xfrm>
          <a:prstGeom prst="roundRect">
            <a:avLst>
              <a:gd name="adj" fmla="val 8629"/>
            </a:avLst>
          </a:prstGeom>
          <a:solidFill>
            <a:srgbClr val="1332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5191" cy="1152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60" y="3938103"/>
            <a:ext cx="4805190" cy="6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022FC5-B4B2-320B-B785-258770CD4479}"/>
              </a:ext>
            </a:extLst>
          </p:cNvPr>
          <p:cNvSpPr/>
          <p:nvPr userDrawn="1"/>
        </p:nvSpPr>
        <p:spPr>
          <a:xfrm>
            <a:off x="8796338" y="1015999"/>
            <a:ext cx="2555874" cy="5221289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24000" cy="6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4877672"/>
            <a:ext cx="2124000" cy="1152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6E8620B9-C058-4360-6B5D-365F38253F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46206" y="3687100"/>
            <a:ext cx="2542182" cy="2550188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4ECC9237-8BE8-83B9-5204-A2C3E21B47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28FF496-B5AB-311F-C24A-84792DA24A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32513" y="1015999"/>
            <a:ext cx="2556000" cy="2557463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8287E1-9CE3-B883-835D-C2455FAC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A32024BE-470F-CB50-9E09-406BDA24F740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12627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P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4CD28B04-68F5-E1EB-9B5A-7E607C47DCF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03276" y="3681413"/>
            <a:ext cx="5221288" cy="2553735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23D20238-4AE8-CE8B-F748-CCAC6CFC9948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146502" y="3681413"/>
            <a:ext cx="2552157" cy="2553735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F1A686DC-E6E9-24E4-631C-D2C9C2E97C8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467100" y="1019727"/>
            <a:ext cx="5218135" cy="2553736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B79CF8C6-5D3A-F0A7-053E-A938B5A7702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800055" y="1019726"/>
            <a:ext cx="2552157" cy="5217561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2" y="2212259"/>
            <a:ext cx="4788979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3" y="1272690"/>
            <a:ext cx="4788978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3157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803157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2150692"/>
            <a:ext cx="2118876" cy="386752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75">
            <a:extLst>
              <a:ext uri="{FF2B5EF4-FFF2-40B4-BE49-F238E27FC236}">
                <a16:creationId xmlns:a16="http://schemas.microsoft.com/office/drawing/2014/main" id="{F1C8E234-A684-89ED-25CF-C1431D9B13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75732" y="3935207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A41F71E1-0268-5AF9-BF61-C7FF879B42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58146" y="4874776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A3ADEA-41AF-9934-0025-6CAC38D7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6" y="1019727"/>
            <a:ext cx="2555874" cy="2553735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ED8A8EE1-92F6-E973-76D3-CB12FCB53AA7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94138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Q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4CD28B04-68F5-E1EB-9B5A-7E607C47DCF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03276" y="3681412"/>
            <a:ext cx="5221288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23D20238-4AE8-CE8B-F748-CCAC6CFC9948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139384" y="3681412"/>
            <a:ext cx="2545851" cy="2556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F1A686DC-E6E9-24E4-631C-D2C9C2E97C8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467100" y="1016000"/>
            <a:ext cx="5221287" cy="2548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B79CF8C6-5D3A-F0A7-053E-A938B5A7702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800055" y="1016000"/>
            <a:ext cx="2552157" cy="5221288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2" y="2212259"/>
            <a:ext cx="4788979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3" y="1272690"/>
            <a:ext cx="4788978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3157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803157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2150692"/>
            <a:ext cx="2118876" cy="386752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75">
            <a:extLst>
              <a:ext uri="{FF2B5EF4-FFF2-40B4-BE49-F238E27FC236}">
                <a16:creationId xmlns:a16="http://schemas.microsoft.com/office/drawing/2014/main" id="{F1C8E234-A684-89ED-25CF-C1431D9B13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75732" y="3935207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A41F71E1-0268-5AF9-BF61-C7FF879B42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58146" y="4874776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A3ADEA-41AF-9934-0025-6CAC38D7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15999"/>
            <a:ext cx="2552157" cy="25574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EFC91887-80F3-DF7E-53B9-59710849E64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73180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R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88CAE9-D1AC-8AF9-AB91-61005A56D17C}"/>
              </a:ext>
            </a:extLst>
          </p:cNvPr>
          <p:cNvSpPr/>
          <p:nvPr userDrawn="1"/>
        </p:nvSpPr>
        <p:spPr>
          <a:xfrm>
            <a:off x="3467439" y="1008000"/>
            <a:ext cx="5217796" cy="2559600"/>
          </a:xfrm>
          <a:prstGeom prst="roundRect">
            <a:avLst>
              <a:gd name="adj" fmla="val 8629"/>
            </a:avLst>
          </a:prstGeom>
          <a:solidFill>
            <a:srgbClr val="D0DEB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36005" y="3682516"/>
            <a:ext cx="2552383" cy="2549085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3" y="2212259"/>
            <a:ext cx="4824000" cy="1152000"/>
          </a:xfrm>
        </p:spPr>
        <p:txBody>
          <a:bodyPr lIns="36000" tIns="36000" rIns="36000" bIns="36000" numCol="2" spcCol="252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2" y="1272690"/>
            <a:ext cx="482400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6768" y="3682514"/>
            <a:ext cx="5217795" cy="2554774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60" y="4877672"/>
            <a:ext cx="232059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794585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C478DABA-A79D-0841-4FC5-E0EFCAFE70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7439" y="4877672"/>
            <a:ext cx="236570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FF0333-6BE5-5944-B18A-905F072A3A03}"/>
              </a:ext>
            </a:extLst>
          </p:cNvPr>
          <p:cNvSpPr/>
          <p:nvPr userDrawn="1"/>
        </p:nvSpPr>
        <p:spPr>
          <a:xfrm>
            <a:off x="8796678" y="1016000"/>
            <a:ext cx="2555535" cy="5221288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29B25207-ABBE-B2E4-37B6-F0ABAC2336E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7C98631-0DB4-20C6-18BD-5B73ABA803E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4877672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CE71E6-C0D0-FB6A-19B9-2163CEDA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16000"/>
            <a:ext cx="2544725" cy="254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61B94B11-6703-7823-045C-8E0C44933196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743604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S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FF2A65-072C-9C44-2607-77E40EE3434C}"/>
              </a:ext>
            </a:extLst>
          </p:cNvPr>
          <p:cNvSpPr/>
          <p:nvPr userDrawn="1"/>
        </p:nvSpPr>
        <p:spPr>
          <a:xfrm>
            <a:off x="3469545" y="1023275"/>
            <a:ext cx="2555018" cy="2550187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9CD524-78DD-D690-7D64-4E08E3832C7F}"/>
              </a:ext>
            </a:extLst>
          </p:cNvPr>
          <p:cNvSpPr/>
          <p:nvPr userDrawn="1"/>
        </p:nvSpPr>
        <p:spPr>
          <a:xfrm>
            <a:off x="6140935" y="1017412"/>
            <a:ext cx="5211278" cy="2550188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93A82B-DA9F-7E13-B19E-317130241471}"/>
              </a:ext>
            </a:extLst>
          </p:cNvPr>
          <p:cNvSpPr/>
          <p:nvPr userDrawn="1"/>
        </p:nvSpPr>
        <p:spPr>
          <a:xfrm>
            <a:off x="6140935" y="3681412"/>
            <a:ext cx="2547453" cy="2550187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804758" y="3681412"/>
            <a:ext cx="2547452" cy="2550187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36978" y="2212259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36977" y="1272690"/>
            <a:ext cx="4794586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3652A3F9-6214-8942-B290-88EEE97F15A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795043" y="2212259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3276" y="3681412"/>
            <a:ext cx="5221288" cy="2550187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60" y="4877672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794586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C478DABA-A79D-0841-4FC5-E0EFCAFE70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96625" y="4877672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F011790-4ACE-1887-A7B4-5725E0AF844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467100" y="1272689"/>
            <a:ext cx="2557463" cy="2088000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96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06ADE59-9AA9-F690-C4A4-37C7052BA93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140934" y="3938103"/>
            <a:ext cx="2547453" cy="2088000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9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BBB623-475A-75E4-F261-408FA733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23275"/>
            <a:ext cx="2544725" cy="2550187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A7EE20A7-FDA1-E0C8-17A1-22EF309B197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67731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25AE67-9A60-991C-B841-1C11418F59B9}"/>
              </a:ext>
            </a:extLst>
          </p:cNvPr>
          <p:cNvSpPr/>
          <p:nvPr userDrawn="1"/>
        </p:nvSpPr>
        <p:spPr>
          <a:xfrm rot="16200000">
            <a:off x="3172166" y="-1332000"/>
            <a:ext cx="4500000" cy="9216000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50967-CB11-72BE-E19F-1A9BB264BEBB}"/>
              </a:ext>
            </a:extLst>
          </p:cNvPr>
          <p:cNvSpPr txBox="1"/>
          <p:nvPr userDrawn="1"/>
        </p:nvSpPr>
        <p:spPr>
          <a:xfrm>
            <a:off x="803275" y="1318288"/>
            <a:ext cx="1223964" cy="1303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SK" sz="8000" b="0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SK" sz="8000" b="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45F5EE9D-08B7-919A-88FA-06EAE2AC17C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116629" y="3987071"/>
            <a:ext cx="1944000" cy="1944000"/>
          </a:xfrm>
          <a:prstGeom prst="ellipse">
            <a:avLst/>
          </a:prstGeom>
          <a:effectLst/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95580D-0E85-CE03-8CBF-8D90C1043103}"/>
              </a:ext>
            </a:extLst>
          </p:cNvPr>
          <p:cNvSpPr/>
          <p:nvPr userDrawn="1"/>
        </p:nvSpPr>
        <p:spPr>
          <a:xfrm>
            <a:off x="8810629" y="3681071"/>
            <a:ext cx="2556000" cy="2556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338CF40-CF2D-A94E-E7AD-4C1A535AEB8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36292" y="1985672"/>
            <a:ext cx="6553200" cy="255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EFEAE019-D1BC-BF79-B29A-A1B1EB6365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01704" y="4721672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r">
              <a:lnSpc>
                <a:spcPct val="100000"/>
              </a:lnSpc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3AB02090-4F3B-EDE5-E049-7C4AF7C72EB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1704" y="4977580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r"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C2FE227-2AC5-9D5F-B35A-2D702AE7754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71106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25AE67-9A60-991C-B841-1C11418F59B9}"/>
              </a:ext>
            </a:extLst>
          </p:cNvPr>
          <p:cNvSpPr/>
          <p:nvPr userDrawn="1"/>
        </p:nvSpPr>
        <p:spPr>
          <a:xfrm rot="16200000">
            <a:off x="4500000" y="-1332000"/>
            <a:ext cx="4500000" cy="9216000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70C300-450A-599D-A642-E69554983F0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0826" y="3987071"/>
            <a:ext cx="1944000" cy="1944000"/>
          </a:xfrm>
          <a:prstGeom prst="ellipse">
            <a:avLst/>
          </a:prstGeom>
          <a:effectLst/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50967-CB11-72BE-E19F-1A9BB264BEBB}"/>
              </a:ext>
            </a:extLst>
          </p:cNvPr>
          <p:cNvSpPr txBox="1"/>
          <p:nvPr userDrawn="1"/>
        </p:nvSpPr>
        <p:spPr>
          <a:xfrm>
            <a:off x="2135189" y="1318288"/>
            <a:ext cx="1225638" cy="13401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SK" sz="8800" b="0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SK" sz="8800" b="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2E82833-3FFB-CF7E-ED41-A616F75DA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67100" y="1985672"/>
            <a:ext cx="6553200" cy="255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838749-4F19-5C90-B549-89A6B20BC7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73369" y="4721672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l">
              <a:lnSpc>
                <a:spcPct val="100000"/>
              </a:lnSpc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54D4DED2-D1F0-C879-F4F4-8882C37253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73369" y="4977580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l"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A956B8-9269-4781-B622-9E9413DEA31B}"/>
              </a:ext>
            </a:extLst>
          </p:cNvPr>
          <p:cNvSpPr/>
          <p:nvPr userDrawn="1"/>
        </p:nvSpPr>
        <p:spPr>
          <a:xfrm>
            <a:off x="804826" y="3681071"/>
            <a:ext cx="2556000" cy="2556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43B8A4DD-7249-34FC-083F-23D78C30C8E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9825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32E7FA9A-CA1A-CC04-64AE-84B32ECB2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000" y="2079888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noAutofit/>
          </a:bodyPr>
          <a:lstStyle>
            <a:lvl1pPr>
              <a:lnSpc>
                <a:spcPct val="100000"/>
              </a:lnSpc>
              <a:defRPr sz="1600" b="0" i="0" spc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err="1"/>
              <a:t>Subheader</a:t>
            </a:r>
            <a:r>
              <a:rPr lang="en-GB"/>
              <a:t> – Click to edit text</a:t>
            </a: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EF97189D-6D3E-1772-59E7-375D5EC63D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8000" y="3711560"/>
            <a:ext cx="5220000" cy="1948457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F9F911-3326-D903-3A88-4CD3A48517AC}"/>
              </a:ext>
            </a:extLst>
          </p:cNvPr>
          <p:cNvSpPr/>
          <p:nvPr userDrawn="1"/>
        </p:nvSpPr>
        <p:spPr>
          <a:xfrm>
            <a:off x="7484665" y="1016000"/>
            <a:ext cx="7808118" cy="7808118"/>
          </a:xfrm>
          <a:prstGeom prst="ellipse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38100" dist="12700" dir="5400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094270-2EAF-C2FD-D344-66558AC5EDFF}"/>
              </a:ext>
            </a:extLst>
          </p:cNvPr>
          <p:cNvSpPr/>
          <p:nvPr userDrawn="1"/>
        </p:nvSpPr>
        <p:spPr>
          <a:xfrm>
            <a:off x="7494495" y="2199233"/>
            <a:ext cx="1193893" cy="1193893"/>
          </a:xfrm>
          <a:prstGeom prst="ellipse">
            <a:avLst/>
          </a:prstGeom>
          <a:solidFill>
            <a:srgbClr val="00C08B"/>
          </a:solidFill>
          <a:ln>
            <a:noFill/>
          </a:ln>
          <a:effectLst>
            <a:outerShdw blurRad="63500" dist="2540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4EC66-FD84-3ED4-B04F-A381D557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53724"/>
            <a:ext cx="5220568" cy="100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6C56385-660B-C7E0-A3CF-EEA29B2DBFD9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204787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D51F9974-DA87-495D-659A-EBE9BF0A112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279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2E1F7-E536-1640-9F55-57B49B5D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620000" cy="5220000"/>
          </a:xfrm>
          <a:prstGeom prst="rect">
            <a:avLst/>
          </a:prstGeom>
        </p:spPr>
        <p:txBody>
          <a:bodyPr anchor="ctr" anchorCtr="1">
            <a:normAutofit/>
          </a:bodyPr>
          <a:lstStyle/>
          <a:p>
            <a:r>
              <a:rPr lang="en-GB"/>
              <a:t>Click to edit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6AE5BAB0-9BFC-C7CF-8B9C-EDFD3B1E1F1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56620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D22F95-9061-DC64-EFDF-A2271BDA9218}"/>
              </a:ext>
            </a:extLst>
          </p:cNvPr>
          <p:cNvSpPr/>
          <p:nvPr userDrawn="1"/>
        </p:nvSpPr>
        <p:spPr>
          <a:xfrm flipV="1">
            <a:off x="-11805" y="4624245"/>
            <a:ext cx="12203805" cy="2233755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en-NL" sz="1400" b="0" i="0">
              <a:solidFill>
                <a:srgbClr val="1332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046F21-475B-52B5-429E-2677E3712DC3}"/>
              </a:ext>
            </a:extLst>
          </p:cNvPr>
          <p:cNvSpPr/>
          <p:nvPr userDrawn="1"/>
        </p:nvSpPr>
        <p:spPr>
          <a:xfrm rot="16200000">
            <a:off x="4473011" y="-261144"/>
            <a:ext cx="3209467" cy="7885113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rgbClr val="1332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627B2-3B59-549F-E072-1A8CA059CD31}"/>
              </a:ext>
            </a:extLst>
          </p:cNvPr>
          <p:cNvCxnSpPr>
            <a:cxnSpLocks/>
          </p:cNvCxnSpPr>
          <p:nvPr userDrawn="1"/>
        </p:nvCxnSpPr>
        <p:spPr>
          <a:xfrm>
            <a:off x="6132513" y="2286695"/>
            <a:ext cx="0" cy="2808288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4">
            <a:extLst>
              <a:ext uri="{FF2B5EF4-FFF2-40B4-BE49-F238E27FC236}">
                <a16:creationId xmlns:a16="http://schemas.microsoft.com/office/drawing/2014/main" id="{2BEDD3AB-9B36-50A1-9CA0-92869D96C4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315386" y="1554840"/>
            <a:ext cx="1215293" cy="1216059"/>
          </a:xfrm>
          <a:prstGeom prst="ellipse">
            <a:avLst/>
          </a:prstGeom>
          <a:ln w="19050">
            <a:noFill/>
          </a:ln>
          <a:effectLst/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3" name="Text Placeholder 75">
            <a:extLst>
              <a:ext uri="{FF2B5EF4-FFF2-40B4-BE49-F238E27FC236}">
                <a16:creationId xmlns:a16="http://schemas.microsoft.com/office/drawing/2014/main" id="{361A72C0-417A-C9C4-360F-16693A7DAD7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56005" y="3013274"/>
            <a:ext cx="3081219" cy="5624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A7CC968-FCFC-AB7C-F2AE-35D13396F14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563236" y="3728686"/>
            <a:ext cx="3081209" cy="944140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5">
            <a:extLst>
              <a:ext uri="{FF2B5EF4-FFF2-40B4-BE49-F238E27FC236}">
                <a16:creationId xmlns:a16="http://schemas.microsoft.com/office/drawing/2014/main" id="{D1359A46-CABE-C4C5-A150-874270A8399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3779" y="2327771"/>
            <a:ext cx="2541677" cy="34637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F97F0CE7-5262-5453-540D-9457E3C5BC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413780" y="4847166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0E9822B0-2AB2-386A-26CE-B6D477B6EB8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3780" y="416366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6F5068F-74E2-0039-F491-4C8A0A613F7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413780" y="3485047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6772D7AF-719B-9C58-2F30-A6C1A889D60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413780" y="275918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Position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F02E24-7EE0-8587-9D73-413E8BFF75D1}"/>
              </a:ext>
            </a:extLst>
          </p:cNvPr>
          <p:cNvSpPr>
            <a:spLocks noChangeAspect="1"/>
          </p:cNvSpPr>
          <p:nvPr userDrawn="1"/>
        </p:nvSpPr>
        <p:spPr>
          <a:xfrm>
            <a:off x="9113032" y="1352869"/>
            <a:ext cx="1620000" cy="1620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7A5A220-ECE1-7C67-955C-DD89CC21007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413779" y="3200478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Email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36A6F59-42EE-6785-DFDE-D2D74139AF2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413779" y="3887717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Website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DC8731D-BAFD-D674-9F77-74A19673AF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413779" y="457531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Linkedin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CB6297-3CB7-550B-E108-29C9EB69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1008000"/>
            <a:ext cx="5232563" cy="100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281DC4ED-C016-0973-1BEE-AE10539AF18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6705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5CF05E6-4BC9-D503-5286-951F4AD3C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79999"/>
            <a:ext cx="3863063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B88E0A04-AE68-57EA-CDC1-C9DF4BC7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258260"/>
            <a:ext cx="10620000" cy="1296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F1FCFF-1D51-3984-5331-DDAB3E7555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96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73" r:id="rId1"/>
    <p:sldLayoutId id="2147484033" r:id="rId2"/>
    <p:sldLayoutId id="2147484417" r:id="rId3"/>
  </p:sldLayoutIdLst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44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9525" indent="0" algn="l" defTabSz="914318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975" indent="-17145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42EDAE-C559-716B-3FEA-5B942D953545}"/>
              </a:ext>
            </a:extLst>
          </p:cNvPr>
          <p:cNvCxnSpPr>
            <a:cxnSpLocks/>
          </p:cNvCxnSpPr>
          <p:nvPr userDrawn="1"/>
        </p:nvCxnSpPr>
        <p:spPr>
          <a:xfrm>
            <a:off x="444000" y="729574"/>
            <a:ext cx="11304000" cy="0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CCD6-CC49-3A06-9EF5-DC6488D4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80000"/>
            <a:ext cx="3863063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CFA3E293-1B0C-B857-4EB6-DBA7ADA8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E5880B2-75FE-D35E-2F45-096ACB15672B}"/>
              </a:ext>
            </a:extLst>
          </p:cNvPr>
          <p:cNvSpPr txBox="1">
            <a:spLocks/>
          </p:cNvSpPr>
          <p:nvPr userDrawn="1"/>
        </p:nvSpPr>
        <p:spPr>
          <a:xfrm>
            <a:off x="444000" y="288000"/>
            <a:ext cx="504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defPPr>
              <a:defRPr lang="en-US"/>
            </a:defPPr>
            <a:lvl1pPr marL="0" algn="ctr" defTabSz="914330" rtl="0" eaLnBrk="1" latinLnBrk="0" hangingPunct="1">
              <a:defRPr lang="en-US" sz="1000" b="0" i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fld id="{4C30C8C0-6A1E-48E4-9187-E9BE19A32709}" type="slidenum">
              <a:rPr lang="en-SK" sz="1100" smtClean="0">
                <a:solidFill>
                  <a:schemeClr val="tx1"/>
                </a:solidFill>
              </a:rPr>
              <a:pPr algn="l">
                <a:lnSpc>
                  <a:spcPct val="100000"/>
                </a:lnSpc>
              </a:pPr>
              <a:t>‹#›</a:t>
            </a:fld>
            <a:endParaRPr lang="en-SK" sz="110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C485FBD-714A-0B56-717C-27A7F0F33F4E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186170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EA164E-E31E-C43D-7753-06D342A5E6FF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44" r:id="rId2"/>
    <p:sldLayoutId id="2147484337" r:id="rId3"/>
    <p:sldLayoutId id="2147484352" r:id="rId4"/>
    <p:sldLayoutId id="2147484368" r:id="rId5"/>
    <p:sldLayoutId id="2147484345" r:id="rId6"/>
    <p:sldLayoutId id="2147484346" r:id="rId7"/>
    <p:sldLayoutId id="2147484347" r:id="rId8"/>
    <p:sldLayoutId id="2147484356" r:id="rId9"/>
    <p:sldLayoutId id="2147484350" r:id="rId10"/>
    <p:sldLayoutId id="2147484349" r:id="rId11"/>
    <p:sldLayoutId id="2147484365" r:id="rId12"/>
    <p:sldLayoutId id="2147484353" r:id="rId13"/>
    <p:sldLayoutId id="2147484370" r:id="rId14"/>
    <p:sldLayoutId id="2147484364" r:id="rId15"/>
    <p:sldLayoutId id="2147484355" r:id="rId16"/>
    <p:sldLayoutId id="2147484357" r:id="rId17"/>
    <p:sldLayoutId id="2147484359" r:id="rId18"/>
    <p:sldLayoutId id="2147484354" r:id="rId19"/>
    <p:sldLayoutId id="2147484369" r:id="rId20"/>
    <p:sldLayoutId id="2147484363" r:id="rId21"/>
    <p:sldLayoutId id="2147484371" r:id="rId22"/>
    <p:sldLayoutId id="2147484351" r:id="rId23"/>
    <p:sldLayoutId id="2147484339" r:id="rId24"/>
    <p:sldLayoutId id="2147484340" r:id="rId25"/>
    <p:sldLayoutId id="2147484366" r:id="rId26"/>
  </p:sldLayoutIdLst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28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-17145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CCD6-CC49-3A06-9EF5-DC6488D4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80000"/>
            <a:ext cx="3887788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F6BBDC-9B16-7015-F150-801D5CFB78CD}"/>
              </a:ext>
            </a:extLst>
          </p:cNvPr>
          <p:cNvCxnSpPr>
            <a:cxnSpLocks/>
          </p:cNvCxnSpPr>
          <p:nvPr userDrawn="1"/>
        </p:nvCxnSpPr>
        <p:spPr>
          <a:xfrm>
            <a:off x="444000" y="729574"/>
            <a:ext cx="11304000" cy="0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C4E6FB3-8F55-74C4-69BB-EA644168B50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C544E9E-1E70-57B7-2648-C60D1786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966731D-F94A-F1D2-C862-E244A6AA3DF4}"/>
              </a:ext>
            </a:extLst>
          </p:cNvPr>
          <p:cNvSpPr txBox="1">
            <a:spLocks/>
          </p:cNvSpPr>
          <p:nvPr userDrawn="1"/>
        </p:nvSpPr>
        <p:spPr>
          <a:xfrm>
            <a:off x="444000" y="288000"/>
            <a:ext cx="504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defPPr>
              <a:defRPr lang="en-US"/>
            </a:defPPr>
            <a:lvl1pPr marL="0" algn="ctr" defTabSz="914330" rtl="0" eaLnBrk="1" latinLnBrk="0" hangingPunct="1">
              <a:defRPr lang="en-US" sz="1000" b="0" i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fld id="{4C30C8C0-6A1E-48E4-9187-E9BE19A32709}" type="slidenum">
              <a:rPr lang="en-SK" sz="1100" smtClean="0">
                <a:solidFill>
                  <a:schemeClr val="tx1"/>
                </a:solidFill>
              </a:rPr>
              <a:pPr algn="l">
                <a:lnSpc>
                  <a:spcPct val="100000"/>
                </a:lnSpc>
              </a:pPr>
              <a:t>‹#›</a:t>
            </a:fld>
            <a:endParaRPr lang="en-SK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03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11" r:id="rId1"/>
    <p:sldLayoutId id="2147484414" r:id="rId2"/>
    <p:sldLayoutId id="2147484415" r:id="rId3"/>
  </p:sldLayoutIdLst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28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9525" indent="0" algn="l" defTabSz="914318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975" indent="-17145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pekar@ohpe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vcillik@ohpen.com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pekar/iiks-cv5/blob/main/ec2_instances.yaml" TargetMode="External"/><Relationship Id="rId2" Type="http://schemas.openxmlformats.org/officeDocument/2006/relationships/hyperlink" Target="https://github.com/mpekar/iiks-cv5/blob/main/basic_network.yaml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pekar/iiks-cv5/blob/main/stresstest_install.txt" TargetMode="Externa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2C504-EA1A-59C1-AD9B-03EEC6582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8000" y="3102907"/>
            <a:ext cx="6600116" cy="551258"/>
          </a:xfrm>
        </p:spPr>
        <p:txBody>
          <a:bodyPr vert="horz" lIns="36000" tIns="36000" rIns="36000" bIns="36000" rtlCol="0" anchor="t">
            <a:noAutofit/>
          </a:bodyPr>
          <a:lstStyle/>
          <a:p>
            <a:r>
              <a:rPr lang="en-US" sz="1800" b="1">
                <a:latin typeface="Arial"/>
                <a:cs typeface="Arial"/>
              </a:rPr>
              <a:t>AWS CloudFormation – S3, CloudWatch</a:t>
            </a:r>
          </a:p>
          <a:p>
            <a:endParaRPr lang="en-US" sz="1800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C9F77-95FC-1C29-9F4D-3E80CEE40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SK">
                <a:latin typeface="Arial"/>
                <a:cs typeface="Arial"/>
              </a:rPr>
              <a:t>22.03.2023</a:t>
            </a:r>
            <a:endParaRPr lang="en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807B4-EFBF-E399-7C81-A7481016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IIKS - </a:t>
            </a:r>
            <a:r>
              <a:rPr lang="en-US" err="1">
                <a:latin typeface="Arial"/>
                <a:cs typeface="Arial"/>
              </a:rPr>
              <a:t>Cvičenie</a:t>
            </a:r>
            <a:r>
              <a:rPr lang="en-US">
                <a:latin typeface="Arial"/>
                <a:cs typeface="Arial"/>
              </a:rPr>
              <a:t> 5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EE14B-DD8F-53DF-090F-CC20E972130E}"/>
              </a:ext>
            </a:extLst>
          </p:cNvPr>
          <p:cNvSpPr txBox="1"/>
          <p:nvPr/>
        </p:nvSpPr>
        <p:spPr>
          <a:xfrm>
            <a:off x="1020417" y="5605669"/>
            <a:ext cx="193815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</a:rPr>
              <a:t>Ing. Maroš Pekár</a:t>
            </a:r>
            <a:endParaRPr lang="en-GB" sz="1600" b="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64BF3-7D74-3EF6-1606-B13BB5EFA7D2}"/>
              </a:ext>
            </a:extLst>
          </p:cNvPr>
          <p:cNvSpPr txBox="1"/>
          <p:nvPr/>
        </p:nvSpPr>
        <p:spPr>
          <a:xfrm>
            <a:off x="1020417" y="5921970"/>
            <a:ext cx="489792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  <a:hlinkClick r:id="rId3"/>
              </a:rPr>
              <a:t>mpekar@ohpen.com</a:t>
            </a:r>
            <a:endParaRPr lang="en-GB" sz="1600">
              <a:cs typeface="Arial"/>
            </a:endParaRPr>
          </a:p>
        </p:txBody>
      </p:sp>
      <p:pic>
        <p:nvPicPr>
          <p:cNvPr id="6" name="Picture 7" descr="Logo&#10;&#10;Description automatically generated">
            <a:extLst>
              <a:ext uri="{FF2B5EF4-FFF2-40B4-BE49-F238E27FC236}">
                <a16:creationId xmlns:a16="http://schemas.microsoft.com/office/drawing/2014/main" id="{C7893545-035A-9A18-2DDA-ACFE6F1E0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656" y="853423"/>
            <a:ext cx="1199662" cy="676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3552C3-89D9-40A7-D265-7E2B52BC4A43}"/>
              </a:ext>
            </a:extLst>
          </p:cNvPr>
          <p:cNvSpPr txBox="1"/>
          <p:nvPr/>
        </p:nvSpPr>
        <p:spPr>
          <a:xfrm>
            <a:off x="3471174" y="5605669"/>
            <a:ext cx="193815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</a:rPr>
              <a:t>Ing. Viliam </a:t>
            </a:r>
            <a:r>
              <a:rPr lang="en-GB" sz="1600" err="1">
                <a:cs typeface="Arial"/>
              </a:rPr>
              <a:t>Čillík</a:t>
            </a:r>
            <a:endParaRPr lang="en-GB" sz="1600" b="0" err="1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3E6BE-0BC1-377F-ECE0-191B0137ADB8}"/>
              </a:ext>
            </a:extLst>
          </p:cNvPr>
          <p:cNvSpPr txBox="1"/>
          <p:nvPr/>
        </p:nvSpPr>
        <p:spPr>
          <a:xfrm>
            <a:off x="3471174" y="5921970"/>
            <a:ext cx="489792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  <a:hlinkClick r:id="rId5"/>
              </a:rPr>
              <a:t>vcillik</a:t>
            </a:r>
            <a:r>
              <a:rPr lang="en-GB" sz="1600">
                <a:ea typeface="+mn-lt"/>
                <a:cs typeface="+mn-lt"/>
                <a:hlinkClick r:id="rId5"/>
              </a:rPr>
              <a:t>@</a:t>
            </a:r>
            <a:r>
              <a:rPr lang="en-US" sz="1600">
                <a:ea typeface="+mn-lt"/>
                <a:cs typeface="+mn-lt"/>
                <a:hlinkClick r:id="rId5"/>
              </a:rPr>
              <a:t>ohpen.com</a:t>
            </a:r>
            <a:endParaRPr lang="en-US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47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0F14EF-A05D-8C37-ED75-AD18463CF7C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41732" y="2249909"/>
            <a:ext cx="5584717" cy="3336878"/>
          </a:xfrm>
        </p:spPr>
        <p:txBody>
          <a:bodyPr vert="horz" lIns="36000" tIns="36000" rIns="36000" bIns="36000" rtlCol="0" anchor="t">
            <a:noAutofit/>
          </a:bodyPr>
          <a:lstStyle/>
          <a:p>
            <a:pPr marL="295275" indent="-285750">
              <a:buChar char="•"/>
            </a:pPr>
            <a:r>
              <a:rPr lang="en-US" sz="1800" b="1" err="1">
                <a:latin typeface="Arial"/>
                <a:cs typeface="Arial"/>
              </a:rPr>
              <a:t>Vytvorenie</a:t>
            </a:r>
            <a:r>
              <a:rPr lang="en-US" sz="1800" b="1">
                <a:latin typeface="Arial"/>
                <a:cs typeface="Arial"/>
              </a:rPr>
              <a:t> VPC a EC2 </a:t>
            </a:r>
            <a:r>
              <a:rPr lang="en-US" sz="1800" b="1" err="1">
                <a:latin typeface="Arial"/>
                <a:cs typeface="Arial"/>
              </a:rPr>
              <a:t>AutoScaling</a:t>
            </a:r>
            <a:r>
              <a:rPr lang="en-US" sz="1800" b="1">
                <a:latin typeface="Arial"/>
                <a:cs typeface="Arial"/>
              </a:rPr>
              <a:t>-Group CF </a:t>
            </a:r>
            <a:r>
              <a:rPr lang="en-US" sz="1800" b="1" err="1">
                <a:latin typeface="Arial"/>
                <a:cs typeface="Arial"/>
              </a:rPr>
              <a:t>stackov</a:t>
            </a:r>
            <a:r>
              <a:rPr lang="en-US" sz="1800" b="1">
                <a:latin typeface="Arial"/>
                <a:cs typeface="Arial"/>
              </a:rPr>
              <a:t> z </a:t>
            </a:r>
            <a:r>
              <a:rPr lang="en-US" sz="1800" b="1" err="1">
                <a:latin typeface="Arial"/>
                <a:cs typeface="Arial"/>
              </a:rPr>
              <a:t>cvičení</a:t>
            </a:r>
            <a:r>
              <a:rPr lang="en-US" sz="1800" b="1">
                <a:latin typeface="Arial"/>
                <a:cs typeface="Arial"/>
              </a:rPr>
              <a:t> 1 a 2</a:t>
            </a:r>
          </a:p>
          <a:p>
            <a:pPr marL="295275" indent="-285750">
              <a:buChar char="•"/>
            </a:pPr>
            <a:r>
              <a:rPr lang="en-US" sz="1800" b="1" err="1">
                <a:latin typeface="Arial"/>
                <a:cs typeface="Arial"/>
              </a:rPr>
              <a:t>Vytvorenie</a:t>
            </a:r>
            <a:r>
              <a:rPr lang="en-US" sz="1800" b="1">
                <a:latin typeface="Arial"/>
                <a:cs typeface="Arial"/>
              </a:rPr>
              <a:t> </a:t>
            </a:r>
            <a:r>
              <a:rPr lang="en-US" sz="1800" b="1" err="1">
                <a:latin typeface="Arial"/>
                <a:cs typeface="Arial"/>
              </a:rPr>
              <a:t>nového</a:t>
            </a:r>
            <a:r>
              <a:rPr lang="en-US" sz="1800" b="1">
                <a:latin typeface="Arial"/>
                <a:cs typeface="Arial"/>
              </a:rPr>
              <a:t> </a:t>
            </a:r>
            <a:r>
              <a:rPr lang="en-US" sz="1800" b="1" err="1">
                <a:latin typeface="Arial"/>
                <a:cs typeface="Arial"/>
              </a:rPr>
              <a:t>stacku</a:t>
            </a:r>
            <a:r>
              <a:rPr lang="en-US" sz="1800" b="1">
                <a:latin typeface="Arial"/>
                <a:cs typeface="Arial"/>
              </a:rPr>
              <a:t>, </a:t>
            </a:r>
            <a:r>
              <a:rPr lang="en-US" sz="1800" b="1" err="1">
                <a:latin typeface="Arial"/>
                <a:cs typeface="Arial"/>
              </a:rPr>
              <a:t>kde</a:t>
            </a:r>
            <a:r>
              <a:rPr lang="en-US" sz="1800" b="1">
                <a:latin typeface="Arial"/>
                <a:cs typeface="Arial"/>
              </a:rPr>
              <a:t> </a:t>
            </a:r>
            <a:r>
              <a:rPr lang="en-US" sz="1800" b="1" err="1">
                <a:latin typeface="Arial"/>
                <a:cs typeface="Arial"/>
              </a:rPr>
              <a:t>budú</a:t>
            </a:r>
            <a:r>
              <a:rPr lang="en-US" sz="1800" b="1">
                <a:latin typeface="Arial"/>
                <a:cs typeface="Arial"/>
              </a:rPr>
              <a:t>:</a:t>
            </a:r>
          </a:p>
          <a:p>
            <a:pPr marL="295275" lvl="1">
              <a:buChar char="•"/>
            </a:pPr>
            <a:r>
              <a:rPr lang="en-US" sz="1800">
                <a:latin typeface="Arial"/>
                <a:cs typeface="Arial"/>
              </a:rPr>
              <a:t> S3 bucket</a:t>
            </a:r>
            <a:endParaRPr lang="en-US" sz="1800" b="1">
              <a:latin typeface="Arial"/>
              <a:cs typeface="Arial"/>
            </a:endParaRPr>
          </a:p>
          <a:p>
            <a:pPr marL="295275" lvl="1">
              <a:buChar char="•"/>
            </a:pPr>
            <a:r>
              <a:rPr lang="en-US" sz="1800">
                <a:latin typeface="Arial"/>
                <a:cs typeface="Arial"/>
              </a:rPr>
              <a:t> CloudWatch </a:t>
            </a:r>
            <a:r>
              <a:rPr lang="en-US" sz="1800" err="1">
                <a:latin typeface="Arial"/>
                <a:cs typeface="Arial"/>
              </a:rPr>
              <a:t>alarmy</a:t>
            </a:r>
            <a:endParaRPr lang="en-US" sz="1800" b="1" err="1">
              <a:latin typeface="Arial"/>
              <a:cs typeface="Arial"/>
            </a:endParaRPr>
          </a:p>
          <a:p>
            <a:pPr marL="295275" indent="-285750">
              <a:buChar char="•"/>
            </a:pPr>
            <a:r>
              <a:rPr lang="en-US" sz="1800" b="1" err="1">
                <a:latin typeface="Arial"/>
                <a:cs typeface="Arial"/>
              </a:rPr>
              <a:t>Práca</a:t>
            </a:r>
            <a:r>
              <a:rPr lang="en-US" sz="1800" b="1">
                <a:latin typeface="Arial"/>
                <a:cs typeface="Arial"/>
              </a:rPr>
              <a:t> s S3 </a:t>
            </a:r>
            <a:r>
              <a:rPr lang="en-US" sz="1800" b="1" err="1">
                <a:latin typeface="Arial"/>
                <a:cs typeface="Arial"/>
              </a:rPr>
              <a:t>bucketom</a:t>
            </a:r>
          </a:p>
          <a:p>
            <a:pPr marL="295275" indent="-285750">
              <a:buChar char="•"/>
            </a:pPr>
            <a:r>
              <a:rPr lang="en-US" sz="1800" b="1" err="1">
                <a:latin typeface="Arial"/>
                <a:cs typeface="Arial"/>
              </a:rPr>
              <a:t>Testovanie</a:t>
            </a:r>
            <a:r>
              <a:rPr lang="en-US" sz="1800" b="1">
                <a:latin typeface="Arial"/>
                <a:cs typeface="Arial"/>
              </a:rPr>
              <a:t> </a:t>
            </a:r>
            <a:r>
              <a:rPr lang="en-US" sz="1800" b="1" err="1">
                <a:latin typeface="Arial"/>
                <a:cs typeface="Arial"/>
              </a:rPr>
              <a:t>alarmov</a:t>
            </a:r>
          </a:p>
          <a:p>
            <a:pPr marL="295275" indent="-285750">
              <a:buChar char="•"/>
            </a:pPr>
            <a:endParaRPr lang="en-US" sz="1800" b="1">
              <a:latin typeface="Arial"/>
              <a:cs typeface="Arial"/>
            </a:endParaRPr>
          </a:p>
          <a:p>
            <a:pPr marL="295275" indent="-285750">
              <a:buChar char="•"/>
            </a:pPr>
            <a:endParaRPr lang="en-US" sz="1800" b="1">
              <a:latin typeface="Arial"/>
              <a:cs typeface="Arial"/>
            </a:endParaRPr>
          </a:p>
          <a:p>
            <a:pPr marL="295275" indent="-285750">
              <a:buChar char="•"/>
            </a:pPr>
            <a:endParaRPr lang="en-US" sz="1800" b="1">
              <a:latin typeface="Arial"/>
              <a:cs typeface="Arial"/>
            </a:endParaRPr>
          </a:p>
          <a:p>
            <a:endParaRPr lang="en-US" sz="1800" b="1">
              <a:latin typeface="Arial"/>
              <a:cs typeface="Arial"/>
            </a:endParaRPr>
          </a:p>
          <a:p>
            <a:pPr marL="295275" indent="-285750">
              <a:buChar char="•"/>
            </a:pPr>
            <a:endParaRPr lang="en-US" sz="1800" b="1">
              <a:latin typeface="Arial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A753DDC-DA48-F075-7EC9-0BDE4C06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99" y="1029724"/>
            <a:ext cx="5220568" cy="1008000"/>
          </a:xfrm>
        </p:spPr>
        <p:txBody>
          <a:bodyPr>
            <a:normAutofit/>
          </a:bodyPr>
          <a:lstStyle/>
          <a:p>
            <a:r>
              <a:rPr lang="en-SK" sz="3600" err="1">
                <a:latin typeface="Arial"/>
                <a:cs typeface="Arial"/>
              </a:rPr>
              <a:t>Obsah</a:t>
            </a:r>
            <a:endParaRPr lang="en-US" sz="3600" err="1">
              <a:latin typeface="Arial"/>
              <a:cs typeface="Arial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783A1D-F7C1-0B6C-10CE-E3D3CB667989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84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91E68-6FD1-69B4-4081-A76F17D95D04}"/>
              </a:ext>
            </a:extLst>
          </p:cNvPr>
          <p:cNvSpPr txBox="1"/>
          <p:nvPr/>
        </p:nvSpPr>
        <p:spPr>
          <a:xfrm>
            <a:off x="482629" y="986643"/>
            <a:ext cx="11042145" cy="40737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cs typeface="Arial"/>
              </a:rPr>
              <a:t>Úloha</a:t>
            </a:r>
            <a:r>
              <a:rPr lang="en-GB" sz="2000" b="1">
                <a:cs typeface="Arial"/>
              </a:rPr>
              <a:t> 1</a:t>
            </a: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znova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si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vytvorte</a:t>
            </a:r>
            <a:r>
              <a:rPr lang="en-GB" sz="2000">
                <a:ea typeface="+mn-lt"/>
                <a:cs typeface="+mn-lt"/>
              </a:rPr>
              <a:t> CF stack "</a:t>
            </a:r>
            <a:r>
              <a:rPr lang="en-GB" sz="2000" b="1">
                <a:ea typeface="+mn-lt"/>
                <a:cs typeface="+mn-lt"/>
              </a:rPr>
              <a:t>basic-network</a:t>
            </a:r>
            <a:r>
              <a:rPr lang="en-GB" sz="2000">
                <a:ea typeface="+mn-lt"/>
                <a:cs typeface="+mn-lt"/>
              </a:rPr>
              <a:t>" s VPC, subnets, internet GW &amp; NAT GW, ... (</a:t>
            </a:r>
            <a:r>
              <a:rPr lang="en-GB" sz="2000">
                <a:ea typeface="+mn-lt"/>
                <a:cs typeface="+mn-lt"/>
                <a:hlinkClick r:id="rId2"/>
              </a:rPr>
              <a:t>https://github.com/mpekar/iiks-cv5/blob/main/basic_network.yaml</a:t>
            </a:r>
            <a:r>
              <a:rPr lang="en-GB" sz="2000">
                <a:ea typeface="+mn-lt"/>
                <a:cs typeface="+mn-lt"/>
              </a:rPr>
              <a:t>)</a:t>
            </a:r>
            <a:endParaRPr lang="en-GB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znova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si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vytvorte</a:t>
            </a:r>
            <a:r>
              <a:rPr lang="en-GB" sz="2000">
                <a:ea typeface="+mn-lt"/>
                <a:cs typeface="+mn-lt"/>
              </a:rPr>
              <a:t> CF stack "</a:t>
            </a:r>
            <a:r>
              <a:rPr lang="en-GB" sz="2000" b="1">
                <a:ea typeface="+mn-lt"/>
                <a:cs typeface="+mn-lt"/>
              </a:rPr>
              <a:t>ec2</a:t>
            </a:r>
            <a:r>
              <a:rPr lang="en-GB" sz="2000">
                <a:ea typeface="+mn-lt"/>
                <a:cs typeface="+mn-lt"/>
              </a:rPr>
              <a:t>" s public EC2 </a:t>
            </a:r>
            <a:r>
              <a:rPr lang="en-GB" sz="2000" err="1">
                <a:ea typeface="+mn-lt"/>
                <a:cs typeface="+mn-lt"/>
              </a:rPr>
              <a:t>inštanciou</a:t>
            </a:r>
            <a:r>
              <a:rPr lang="en-GB" sz="2000">
                <a:ea typeface="+mn-lt"/>
                <a:cs typeface="+mn-lt"/>
              </a:rPr>
              <a:t> a private ASG a private Load </a:t>
            </a:r>
            <a:r>
              <a:rPr lang="en-GB" sz="2000" err="1">
                <a:ea typeface="+mn-lt"/>
                <a:cs typeface="+mn-lt"/>
              </a:rPr>
              <a:t>Balancerom</a:t>
            </a:r>
            <a:r>
              <a:rPr lang="en-GB" sz="2000">
                <a:ea typeface="+mn-lt"/>
                <a:cs typeface="+mn-lt"/>
              </a:rPr>
              <a:t>, ... (</a:t>
            </a:r>
            <a:r>
              <a:rPr lang="en-GB" sz="2000">
                <a:ea typeface="+mn-lt"/>
                <a:cs typeface="+mn-lt"/>
                <a:hlinkClick r:id="rId3"/>
              </a:rPr>
              <a:t>https://github.com/mpekar/iiks-cv5/blob/main/ec2_instances.yaml</a:t>
            </a:r>
            <a:r>
              <a:rPr lang="en-GB" sz="2000">
                <a:ea typeface="+mn-lt"/>
                <a:cs typeface="+mn-lt"/>
              </a:rPr>
              <a:t>)</a:t>
            </a: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cs typeface="Arial"/>
            </a:endParaRPr>
          </a:p>
          <a:p>
            <a:endParaRPr lang="en-GB" sz="2000">
              <a:latin typeface="Consolas"/>
              <a:cs typeface="Arial"/>
            </a:endParaRPr>
          </a:p>
          <a:p>
            <a:endParaRPr lang="en-GB" sz="2000">
              <a:cs typeface="Arial"/>
            </a:endParaRPr>
          </a:p>
          <a:p>
            <a:endParaRPr lang="en-GB" sz="2000">
              <a:cs typeface="Arial"/>
            </a:endParaRPr>
          </a:p>
          <a:p>
            <a:endParaRPr lang="en-GB" sz="20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8633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91E68-6FD1-69B4-4081-A76F17D95D04}"/>
              </a:ext>
            </a:extLst>
          </p:cNvPr>
          <p:cNvSpPr txBox="1"/>
          <p:nvPr/>
        </p:nvSpPr>
        <p:spPr>
          <a:xfrm>
            <a:off x="482629" y="986643"/>
            <a:ext cx="11042145" cy="67822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2</a:t>
            </a:r>
            <a:endParaRPr lang="en-US"/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vytvorte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nový</a:t>
            </a:r>
            <a:r>
              <a:rPr lang="en-GB" sz="2000">
                <a:ea typeface="+mn-lt"/>
                <a:cs typeface="+mn-lt"/>
              </a:rPr>
              <a:t> CF stack s </a:t>
            </a:r>
            <a:r>
              <a:rPr lang="en-GB" sz="2000" err="1">
                <a:ea typeface="+mn-lt"/>
                <a:cs typeface="+mn-lt"/>
              </a:rPr>
              <a:t>názvom</a:t>
            </a:r>
            <a:r>
              <a:rPr lang="en-GB" sz="2000">
                <a:ea typeface="+mn-lt"/>
                <a:cs typeface="+mn-lt"/>
              </a:rPr>
              <a:t> "</a:t>
            </a:r>
            <a:r>
              <a:rPr lang="en-GB" sz="2000" b="1" err="1">
                <a:ea typeface="+mn-lt"/>
                <a:cs typeface="+mn-lt"/>
              </a:rPr>
              <a:t>cloudwatch</a:t>
            </a:r>
            <a:r>
              <a:rPr lang="en-GB" sz="2000">
                <a:ea typeface="+mn-lt"/>
                <a:cs typeface="+mn-lt"/>
              </a:rPr>
              <a:t>", </a:t>
            </a:r>
            <a:r>
              <a:rPr lang="en-GB" sz="2000" err="1">
                <a:ea typeface="+mn-lt"/>
                <a:cs typeface="+mn-lt"/>
              </a:rPr>
              <a:t>ktorý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bude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mať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nasledovné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prostriedky</a:t>
            </a:r>
            <a:r>
              <a:rPr lang="en-GB" sz="2000">
                <a:ea typeface="+mn-lt"/>
                <a:cs typeface="+mn-lt"/>
              </a:rPr>
              <a:t> (resources):</a:t>
            </a: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PrivateASGHighCPUAlarm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(AWS::CloudWatch::Alarm)</a:t>
            </a: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budeme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monitorovať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priemernú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hodnotu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metriky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CPUUtilization</a:t>
            </a:r>
            <a:r>
              <a:rPr lang="en-GB" sz="200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či</a:t>
            </a:r>
            <a:r>
              <a:rPr lang="en-GB" sz="2000">
                <a:ea typeface="+mn-lt"/>
                <a:cs typeface="+mn-lt"/>
              </a:rPr>
              <a:t> je </a:t>
            </a:r>
            <a:r>
              <a:rPr lang="en-GB" sz="2000" b="1" err="1">
                <a:ea typeface="+mn-lt"/>
                <a:cs typeface="+mn-lt"/>
              </a:rPr>
              <a:t>zvýšená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nad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90</a:t>
            </a:r>
            <a:r>
              <a:rPr lang="en-GB" sz="2000">
                <a:ea typeface="+mn-lt"/>
                <a:cs typeface="+mn-lt"/>
              </a:rPr>
              <a:t> % </a:t>
            </a:r>
            <a:r>
              <a:rPr lang="en-GB" sz="2000" err="1">
                <a:ea typeface="+mn-lt"/>
                <a:cs typeface="+mn-lt"/>
              </a:rPr>
              <a:t>počas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2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monitorovacích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30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sekundových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cyklov</a:t>
            </a:r>
            <a:r>
              <a:rPr lang="en-GB" sz="2000">
                <a:ea typeface="+mn-lt"/>
                <a:cs typeface="+mn-lt"/>
              </a:rPr>
              <a:t> (</a:t>
            </a:r>
            <a:r>
              <a:rPr lang="en-GB" sz="2000" err="1">
                <a:ea typeface="+mn-lt"/>
                <a:cs typeface="+mn-lt"/>
              </a:rPr>
              <a:t>tzn</a:t>
            </a:r>
            <a:r>
              <a:rPr lang="en-GB" sz="2000">
                <a:ea typeface="+mn-lt"/>
                <a:cs typeface="+mn-lt"/>
              </a:rPr>
              <a:t>. 60 s)</a:t>
            </a:r>
          </a:p>
          <a:p>
            <a:pPr marL="1256665" lvl="2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metrika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CPUUtilization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patrí</a:t>
            </a:r>
            <a:r>
              <a:rPr lang="en-GB" sz="2000">
                <a:ea typeface="+mn-lt"/>
                <a:cs typeface="+mn-lt"/>
              </a:rPr>
              <a:t> do namespace </a:t>
            </a:r>
            <a:r>
              <a:rPr lang="en-GB" sz="2000" b="1">
                <a:ea typeface="+mn-lt"/>
                <a:cs typeface="+mn-lt"/>
              </a:rPr>
              <a:t>AWS/EC2 </a:t>
            </a:r>
            <a:r>
              <a:rPr lang="en-GB" sz="2000">
                <a:ea typeface="+mn-lt"/>
                <a:cs typeface="+mn-lt"/>
              </a:rPr>
              <a:t>a </a:t>
            </a:r>
            <a:r>
              <a:rPr lang="en-GB" sz="2000" err="1">
                <a:ea typeface="+mn-lt"/>
                <a:cs typeface="+mn-lt"/>
              </a:rPr>
              <a:t>budeme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ju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monitorovať</a:t>
            </a:r>
            <a:r>
              <a:rPr lang="en-GB" sz="2000">
                <a:ea typeface="+mn-lt"/>
                <a:cs typeface="+mn-lt"/>
              </a:rPr>
              <a:t> pre </a:t>
            </a:r>
            <a:r>
              <a:rPr lang="en-GB" sz="2000" err="1">
                <a:ea typeface="+mn-lt"/>
                <a:cs typeface="+mn-lt"/>
              </a:rPr>
              <a:t>danú</a:t>
            </a:r>
            <a:r>
              <a:rPr lang="en-GB" sz="2000">
                <a:ea typeface="+mn-lt"/>
                <a:cs typeface="+mn-lt"/>
              </a:rPr>
              <a:t> </a:t>
            </a:r>
            <a:r>
              <a:rPr lang="en-GB" sz="2000" b="1" err="1">
                <a:ea typeface="+mn-lt"/>
                <a:cs typeface="+mn-lt"/>
              </a:rPr>
              <a:t>PrivateAutoScalingGroup</a:t>
            </a:r>
            <a:r>
              <a:rPr lang="en-GB" sz="2000">
                <a:ea typeface="+mn-lt"/>
                <a:cs typeface="+mn-lt"/>
              </a:rPr>
              <a:t> (</a:t>
            </a:r>
            <a:r>
              <a:rPr lang="en-GB" sz="2000" err="1">
                <a:ea typeface="+mn-lt"/>
                <a:cs typeface="+mn-lt"/>
              </a:rPr>
              <a:t>tzn</a:t>
            </a:r>
            <a:r>
              <a:rPr lang="en-GB" sz="2000">
                <a:ea typeface="+mn-lt"/>
                <a:cs typeface="+mn-lt"/>
              </a:rPr>
              <a:t>. dimension </a:t>
            </a:r>
            <a:r>
              <a:rPr lang="en-GB" sz="2000" err="1">
                <a:ea typeface="+mn-lt"/>
                <a:cs typeface="+mn-lt"/>
              </a:rPr>
              <a:t>bude</a:t>
            </a:r>
            <a:r>
              <a:rPr lang="en-GB" sz="2000">
                <a:ea typeface="+mn-lt"/>
                <a:cs typeface="+mn-lt"/>
              </a:rPr>
              <a:t> </a:t>
            </a:r>
            <a:r>
              <a:rPr lang="en-GB" sz="2000" err="1">
                <a:ea typeface="+mn-lt"/>
                <a:cs typeface="+mn-lt"/>
              </a:rPr>
              <a:t>PrivateAutoScalingGroup</a:t>
            </a:r>
            <a:r>
              <a:rPr lang="en-GB" sz="2000">
                <a:ea typeface="+mn-lt"/>
                <a:cs typeface="+mn-lt"/>
              </a:rPr>
              <a:t>)</a:t>
            </a: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PrivateASGScaleUpPolicy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</a:t>
            </a:r>
            <a:r>
              <a:rPr lang="en-GB" sz="2000" err="1">
                <a:ea typeface="+mn-lt"/>
                <a:cs typeface="+mn-lt"/>
              </a:rPr>
              <a:t>AutoScaling</a:t>
            </a:r>
            <a:r>
              <a:rPr lang="en-GB" sz="2000">
                <a:ea typeface="+mn-lt"/>
                <a:cs typeface="+mn-lt"/>
              </a:rPr>
              <a:t>::</a:t>
            </a:r>
            <a:r>
              <a:rPr lang="en-GB" sz="2000" err="1">
                <a:ea typeface="+mn-lt"/>
                <a:cs typeface="+mn-lt"/>
              </a:rPr>
              <a:t>ScalingPolicy</a:t>
            </a:r>
            <a:r>
              <a:rPr lang="en-GB" sz="2000">
                <a:ea typeface="+mn-lt"/>
                <a:cs typeface="+mn-lt"/>
              </a:rPr>
              <a:t>)</a:t>
            </a:r>
            <a:endParaRPr lang="en-GB" sz="2000" b="1">
              <a:latin typeface="Arial" panose="020B0604020202020204"/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latin typeface="Arial" panose="020B0604020202020204"/>
                <a:ea typeface="+mn-lt"/>
                <a:cs typeface="+mn-lt"/>
              </a:rPr>
              <a:t>predstavuje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reakciu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ASG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na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alarm</a:t>
            </a:r>
          </a:p>
          <a:p>
            <a:pPr marL="1256665" lvl="2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latin typeface="Arial" panose="020B0604020202020204"/>
                <a:ea typeface="+mn-lt"/>
                <a:cs typeface="+mn-lt"/>
              </a:rPr>
              <a:t>budeme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chcieť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b="1" err="1">
                <a:latin typeface="Arial" panose="020B0604020202020204"/>
                <a:ea typeface="+mn-lt"/>
                <a:cs typeface="+mn-lt"/>
              </a:rPr>
              <a:t>zvýšiť</a:t>
            </a:r>
            <a:r>
              <a:rPr lang="en-GB" sz="2000" b="1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počet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inštancií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v ASG o </a:t>
            </a:r>
            <a:r>
              <a:rPr lang="en-GB" sz="2000" b="1">
                <a:latin typeface="Arial" panose="020B0604020202020204"/>
                <a:ea typeface="+mn-lt"/>
                <a:cs typeface="+mn-lt"/>
              </a:rPr>
              <a:t>2</a:t>
            </a:r>
          </a:p>
          <a:p>
            <a:endParaRPr lang="en-GB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Consolas"/>
              <a:ea typeface="+mn-lt"/>
              <a:cs typeface="+mn-lt"/>
            </a:endParaRPr>
          </a:p>
          <a:p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 sz="2000" b="1">
              <a:latin typeface="Arial" panose="020B0604020202020204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3979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91E68-6FD1-69B4-4081-A76F17D95D04}"/>
              </a:ext>
            </a:extLst>
          </p:cNvPr>
          <p:cNvSpPr txBox="1"/>
          <p:nvPr/>
        </p:nvSpPr>
        <p:spPr>
          <a:xfrm>
            <a:off x="482629" y="986643"/>
            <a:ext cx="11042145" cy="58589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3</a:t>
            </a:r>
            <a:endParaRPr lang="en-US">
              <a:cs typeface="Arial"/>
            </a:endParaRP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pripojíme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privátnu</a:t>
            </a:r>
            <a:r>
              <a:rPr lang="en-GB" sz="2000">
                <a:ea typeface="+mn-lt"/>
                <a:cs typeface="+mn-lt"/>
              </a:rPr>
              <a:t> EC2 </a:t>
            </a:r>
            <a:r>
              <a:rPr lang="en-GB" sz="2000" err="1">
                <a:ea typeface="+mn-lt"/>
                <a:cs typeface="+mn-lt"/>
              </a:rPr>
              <a:t>inštanciu</a:t>
            </a:r>
            <a:r>
              <a:rPr lang="en-GB" sz="2000">
                <a:ea typeface="+mn-lt"/>
                <a:cs typeface="+mn-lt"/>
              </a:rPr>
              <a:t> v ASG </a:t>
            </a:r>
            <a:r>
              <a:rPr lang="en-GB" sz="2000" err="1">
                <a:ea typeface="+mn-lt"/>
                <a:cs typeface="+mn-lt"/>
              </a:rPr>
              <a:t>pomocou</a:t>
            </a:r>
            <a:r>
              <a:rPr lang="en-GB" sz="2000">
                <a:ea typeface="+mn-lt"/>
                <a:cs typeface="+mn-lt"/>
              </a:rPr>
              <a:t> SSM a </a:t>
            </a:r>
            <a:r>
              <a:rPr lang="en-GB" sz="2000" err="1">
                <a:ea typeface="+mn-lt"/>
                <a:cs typeface="+mn-lt"/>
              </a:rPr>
              <a:t>nainštalujeme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nasledovné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balíky</a:t>
            </a:r>
            <a:r>
              <a:rPr lang="en-GB" sz="2000">
                <a:ea typeface="+mn-lt"/>
                <a:cs typeface="+mn-lt"/>
              </a:rPr>
              <a:t> (</a:t>
            </a:r>
            <a:r>
              <a:rPr lang="en-GB" sz="2000">
                <a:ea typeface="+mn-lt"/>
                <a:cs typeface="+mn-lt"/>
                <a:hlinkClick r:id="rId2"/>
              </a:rPr>
              <a:t>https://github.com/mpekar/iiks-cv5/blob/main/stresstest_install.txt</a:t>
            </a:r>
            <a:r>
              <a:rPr lang="en-GB" sz="2000">
                <a:ea typeface="+mn-lt"/>
                <a:cs typeface="+mn-lt"/>
              </a:rPr>
              <a:t>)</a:t>
            </a: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cs typeface="Arial"/>
              </a:rPr>
              <a:t>spustíme</a:t>
            </a:r>
            <a:r>
              <a:rPr lang="en-GB" sz="2000">
                <a:cs typeface="Arial"/>
              </a:rPr>
              <a:t> </a:t>
            </a:r>
            <a:r>
              <a:rPr lang="en-GB" sz="2000" err="1">
                <a:cs typeface="Arial"/>
              </a:rPr>
              <a:t>stresstest</a:t>
            </a:r>
            <a:r>
              <a:rPr lang="en-GB" sz="2000">
                <a:cs typeface="Arial"/>
              </a:rPr>
              <a:t> </a:t>
            </a:r>
            <a:r>
              <a:rPr lang="en-GB" sz="2000" err="1">
                <a:cs typeface="Arial"/>
              </a:rPr>
              <a:t>na</a:t>
            </a:r>
            <a:r>
              <a:rPr lang="en-GB" sz="2000">
                <a:cs typeface="Arial"/>
              </a:rPr>
              <a:t> CPU</a:t>
            </a:r>
          </a:p>
          <a:p>
            <a:pPr marL="342900" indent="-342900">
              <a:buFont typeface="Arial"/>
              <a:buChar char="•"/>
            </a:pP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 panose="020B0604020202020204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>
                <a:latin typeface="Arial" panose="020B0604020202020204"/>
                <a:cs typeface="Arial"/>
              </a:rPr>
              <a:t>v CloudWatch </a:t>
            </a:r>
            <a:r>
              <a:rPr lang="en-GB" sz="2000" err="1">
                <a:latin typeface="Arial" panose="020B0604020202020204"/>
                <a:cs typeface="Arial"/>
              </a:rPr>
              <a:t>konzole</a:t>
            </a:r>
            <a:r>
              <a:rPr lang="en-GB" sz="2000">
                <a:latin typeface="Arial" panose="020B0604020202020204"/>
                <a:cs typeface="Arial"/>
              </a:rPr>
              <a:t> </a:t>
            </a:r>
            <a:r>
              <a:rPr lang="en-GB" sz="2000" err="1">
                <a:latin typeface="Arial" panose="020B0604020202020204"/>
                <a:cs typeface="Arial"/>
              </a:rPr>
              <a:t>si</a:t>
            </a:r>
            <a:r>
              <a:rPr lang="en-GB" sz="2000">
                <a:latin typeface="Arial" panose="020B0604020202020204"/>
                <a:cs typeface="Arial"/>
              </a:rPr>
              <a:t> </a:t>
            </a:r>
            <a:r>
              <a:rPr lang="en-GB" sz="2000" err="1">
                <a:latin typeface="Arial" panose="020B0604020202020204"/>
                <a:cs typeface="Arial"/>
              </a:rPr>
              <a:t>overíme</a:t>
            </a:r>
            <a:r>
              <a:rPr lang="en-GB" sz="2000">
                <a:latin typeface="Arial" panose="020B0604020202020204"/>
                <a:cs typeface="Arial"/>
              </a:rPr>
              <a:t>, </a:t>
            </a:r>
            <a:r>
              <a:rPr lang="en-GB" sz="2000" err="1">
                <a:latin typeface="Arial" panose="020B0604020202020204"/>
                <a:cs typeface="Arial"/>
              </a:rPr>
              <a:t>že</a:t>
            </a:r>
            <a:r>
              <a:rPr lang="en-GB" sz="2000">
                <a:latin typeface="Arial" panose="020B0604020202020204"/>
                <a:cs typeface="Arial"/>
              </a:rPr>
              <a:t> </a:t>
            </a:r>
            <a:r>
              <a:rPr lang="en-GB" sz="2000" err="1">
                <a:latin typeface="Arial" panose="020B0604020202020204"/>
                <a:cs typeface="Arial"/>
              </a:rPr>
              <a:t>sa</a:t>
            </a:r>
            <a:r>
              <a:rPr lang="en-GB" sz="2000">
                <a:latin typeface="Arial" panose="020B0604020202020204"/>
                <a:cs typeface="Arial"/>
              </a:rPr>
              <a:t> </a:t>
            </a:r>
            <a:r>
              <a:rPr lang="en-GB" sz="2000" err="1">
                <a:latin typeface="Arial" panose="020B0604020202020204"/>
                <a:cs typeface="Arial"/>
              </a:rPr>
              <a:t>aktivoval</a:t>
            </a:r>
            <a:r>
              <a:rPr lang="en-GB" sz="2000">
                <a:latin typeface="Arial" panose="020B0604020202020204"/>
                <a:cs typeface="Arial"/>
              </a:rPr>
              <a:t> alarm, a </a:t>
            </a:r>
            <a:r>
              <a:rPr lang="en-GB" sz="2000" err="1">
                <a:latin typeface="Arial" panose="020B0604020202020204"/>
                <a:cs typeface="Arial"/>
              </a:rPr>
              <a:t>že</a:t>
            </a:r>
            <a:r>
              <a:rPr lang="en-GB" sz="2000">
                <a:latin typeface="Arial" panose="020B0604020202020204"/>
                <a:cs typeface="Arial"/>
              </a:rPr>
              <a:t> ASG </a:t>
            </a:r>
            <a:r>
              <a:rPr lang="en-GB" sz="2000" err="1">
                <a:latin typeface="Arial" panose="020B0604020202020204"/>
                <a:cs typeface="Arial"/>
              </a:rPr>
              <a:t>škáluje</a:t>
            </a:r>
            <a:r>
              <a:rPr lang="en-GB" sz="2000">
                <a:latin typeface="Arial" panose="020B0604020202020204"/>
                <a:cs typeface="Arial"/>
              </a:rPr>
              <a:t> 2 </a:t>
            </a:r>
            <a:r>
              <a:rPr lang="en-GB" sz="2000" err="1">
                <a:latin typeface="Arial" panose="020B0604020202020204"/>
                <a:cs typeface="Arial"/>
              </a:rPr>
              <a:t>nové</a:t>
            </a:r>
            <a:r>
              <a:rPr lang="en-GB" sz="2000">
                <a:latin typeface="Arial" panose="020B0604020202020204"/>
                <a:cs typeface="Arial"/>
              </a:rPr>
              <a:t> </a:t>
            </a:r>
            <a:r>
              <a:rPr lang="en-GB" sz="2000" err="1">
                <a:latin typeface="Arial" panose="020B0604020202020204"/>
                <a:cs typeface="Arial"/>
              </a:rPr>
              <a:t>inštancie</a:t>
            </a:r>
            <a:endParaRPr lang="en-GB" sz="2000">
              <a:latin typeface="Arial" panose="020B0604020202020204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 panose="020B0604020202020204"/>
              <a:cs typeface="Arial"/>
            </a:endParaRPr>
          </a:p>
          <a:p>
            <a:endParaRPr lang="en-GB" sz="1600">
              <a:latin typeface="Consolas"/>
              <a:cs typeface="Arial"/>
            </a:endParaRPr>
          </a:p>
          <a:p>
            <a:endParaRPr lang="en-GB" sz="2000">
              <a:cs typeface="Arial"/>
            </a:endParaRPr>
          </a:p>
          <a:p>
            <a:endParaRPr lang="en-GB" sz="2000" b="1"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FE8B6-E17E-9271-0A53-57350F526DF0}"/>
              </a:ext>
            </a:extLst>
          </p:cNvPr>
          <p:cNvSpPr txBox="1"/>
          <p:nvPr/>
        </p:nvSpPr>
        <p:spPr>
          <a:xfrm>
            <a:off x="826650" y="2525300"/>
            <a:ext cx="10023912" cy="9037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/>
                <a:ea typeface="+mn-lt"/>
                <a:cs typeface="+mn-lt"/>
              </a:rPr>
              <a:t># amazon-</a:t>
            </a:r>
            <a:r>
              <a:rPr lang="en-GB" err="1">
                <a:latin typeface="Consolas"/>
                <a:ea typeface="+mn-lt"/>
                <a:cs typeface="+mn-lt"/>
              </a:rPr>
              <a:t>linux</a:t>
            </a:r>
            <a:r>
              <a:rPr lang="en-GB">
                <a:latin typeface="Consolas"/>
                <a:ea typeface="+mn-lt"/>
                <a:cs typeface="+mn-lt"/>
              </a:rPr>
              <a:t>-extras install </a:t>
            </a:r>
            <a:r>
              <a:rPr lang="en-GB" err="1">
                <a:latin typeface="Consolas"/>
                <a:ea typeface="+mn-lt"/>
                <a:cs typeface="+mn-lt"/>
              </a:rPr>
              <a:t>epel</a:t>
            </a:r>
            <a:r>
              <a:rPr lang="en-GB">
                <a:latin typeface="Consolas"/>
                <a:ea typeface="+mn-lt"/>
                <a:cs typeface="+mn-lt"/>
              </a:rPr>
              <a:t> -y</a:t>
            </a:r>
            <a:endParaRPr lang="en-US">
              <a:latin typeface="Consolas"/>
            </a:endParaRPr>
          </a:p>
          <a:p>
            <a:r>
              <a:rPr lang="en-GB">
                <a:latin typeface="Consolas"/>
                <a:ea typeface="+mn-lt"/>
                <a:cs typeface="+mn-lt"/>
              </a:rPr>
              <a:t># yum install stress -y</a:t>
            </a:r>
            <a:endParaRPr lang="en-GB">
              <a:latin typeface="Consolas"/>
              <a:cs typeface="Arial"/>
            </a:endParaRPr>
          </a:p>
          <a:p>
            <a:r>
              <a:rPr lang="en-GB">
                <a:latin typeface="Consolas"/>
                <a:ea typeface="+mn-lt"/>
                <a:cs typeface="+mn-lt"/>
              </a:rPr>
              <a:t># pip3 install s-tui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29071-FC93-0CF7-2E18-4B4443B8E857}"/>
              </a:ext>
            </a:extLst>
          </p:cNvPr>
          <p:cNvSpPr txBox="1"/>
          <p:nvPr/>
        </p:nvSpPr>
        <p:spPr>
          <a:xfrm>
            <a:off x="826650" y="4379177"/>
            <a:ext cx="10023912" cy="349702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Consolas"/>
                <a:ea typeface="+mn-lt"/>
                <a:cs typeface="+mn-lt"/>
              </a:rPr>
              <a:t># s-tui</a:t>
            </a:r>
            <a:endParaRPr lang="en-GB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97541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90FDD-38CA-A330-D4BE-AE5D48804B1E}"/>
              </a:ext>
            </a:extLst>
          </p:cNvPr>
          <p:cNvSpPr txBox="1"/>
          <p:nvPr/>
        </p:nvSpPr>
        <p:spPr>
          <a:xfrm>
            <a:off x="482629" y="986643"/>
            <a:ext cx="11042145" cy="52433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4</a:t>
            </a: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aktualizujeme</a:t>
            </a:r>
            <a:r>
              <a:rPr lang="en-GB" sz="2000">
                <a:ea typeface="+mn-lt"/>
                <a:cs typeface="+mn-lt"/>
              </a:rPr>
              <a:t> CF stack s </a:t>
            </a:r>
            <a:r>
              <a:rPr lang="en-GB" sz="2000" err="1">
                <a:ea typeface="+mn-lt"/>
                <a:cs typeface="+mn-lt"/>
              </a:rPr>
              <a:t>názvom</a:t>
            </a:r>
            <a:r>
              <a:rPr lang="en-GB" sz="2000">
                <a:ea typeface="+mn-lt"/>
                <a:cs typeface="+mn-lt"/>
              </a:rPr>
              <a:t> "</a:t>
            </a:r>
            <a:r>
              <a:rPr lang="en-GB" sz="2000" b="1" err="1">
                <a:ea typeface="+mn-lt"/>
                <a:cs typeface="+mn-lt"/>
              </a:rPr>
              <a:t>cloudwatch</a:t>
            </a:r>
            <a:r>
              <a:rPr lang="en-GB" sz="2000">
                <a:ea typeface="+mn-lt"/>
                <a:cs typeface="+mn-lt"/>
              </a:rPr>
              <a:t>" a </a:t>
            </a:r>
            <a:r>
              <a:rPr lang="en-GB" sz="2000" err="1">
                <a:ea typeface="+mn-lt"/>
                <a:cs typeface="+mn-lt"/>
              </a:rPr>
              <a:t>pridáme</a:t>
            </a:r>
            <a:r>
              <a:rPr lang="en-GB" sz="2000">
                <a:ea typeface="+mn-lt"/>
                <a:cs typeface="+mn-lt"/>
              </a:rPr>
              <a:t>:</a:t>
            </a: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PrivateASGLowCPUAlarm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(AWS::CloudWatch::Alarm)</a:t>
            </a: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budeme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monitorovať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priemernú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hodnotu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metriky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CPUUtilization</a:t>
            </a:r>
            <a:r>
              <a:rPr lang="en-GB" sz="200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či</a:t>
            </a:r>
            <a:r>
              <a:rPr lang="en-GB" sz="2000">
                <a:ea typeface="+mn-lt"/>
                <a:cs typeface="+mn-lt"/>
              </a:rPr>
              <a:t> je </a:t>
            </a:r>
            <a:r>
              <a:rPr lang="en-GB" sz="2000" b="1" err="1">
                <a:ea typeface="+mn-lt"/>
                <a:cs typeface="+mn-lt"/>
              </a:rPr>
              <a:t>znížená</a:t>
            </a:r>
            <a:r>
              <a:rPr lang="en-GB" sz="2000" b="1">
                <a:ea typeface="+mn-lt"/>
                <a:cs typeface="+mn-lt"/>
              </a:rPr>
              <a:t> pod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70</a:t>
            </a:r>
            <a:r>
              <a:rPr lang="en-GB" sz="2000">
                <a:ea typeface="+mn-lt"/>
                <a:cs typeface="+mn-lt"/>
              </a:rPr>
              <a:t> % </a:t>
            </a:r>
            <a:r>
              <a:rPr lang="en-GB" sz="2000" err="1">
                <a:ea typeface="+mn-lt"/>
                <a:cs typeface="+mn-lt"/>
              </a:rPr>
              <a:t>počas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2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monitorovacích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b="1">
                <a:ea typeface="+mn-lt"/>
                <a:cs typeface="+mn-lt"/>
              </a:rPr>
              <a:t>30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sekundových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cyklov</a:t>
            </a:r>
            <a:r>
              <a:rPr lang="en-GB" sz="2000">
                <a:ea typeface="+mn-lt"/>
                <a:cs typeface="+mn-lt"/>
              </a:rPr>
              <a:t> (</a:t>
            </a:r>
            <a:r>
              <a:rPr lang="en-GB" sz="2000" err="1">
                <a:ea typeface="+mn-lt"/>
                <a:cs typeface="+mn-lt"/>
              </a:rPr>
              <a:t>tzn</a:t>
            </a:r>
            <a:r>
              <a:rPr lang="en-GB" sz="2000">
                <a:ea typeface="+mn-lt"/>
                <a:cs typeface="+mn-lt"/>
              </a:rPr>
              <a:t>. 60 s)</a:t>
            </a:r>
          </a:p>
          <a:p>
            <a:pPr marL="1256665" lvl="2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PrivateASGScaleDownPolicy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</a:t>
            </a:r>
            <a:r>
              <a:rPr lang="en-GB" sz="2000" err="1">
                <a:ea typeface="+mn-lt"/>
                <a:cs typeface="+mn-lt"/>
              </a:rPr>
              <a:t>AutoScaling</a:t>
            </a:r>
            <a:r>
              <a:rPr lang="en-GB" sz="2000">
                <a:ea typeface="+mn-lt"/>
                <a:cs typeface="+mn-lt"/>
              </a:rPr>
              <a:t>::</a:t>
            </a:r>
            <a:r>
              <a:rPr lang="en-GB" sz="2000" err="1">
                <a:ea typeface="+mn-lt"/>
                <a:cs typeface="+mn-lt"/>
              </a:rPr>
              <a:t>ScalingPolicy</a:t>
            </a:r>
            <a:r>
              <a:rPr lang="en-GB" sz="2000">
                <a:ea typeface="+mn-lt"/>
                <a:cs typeface="+mn-lt"/>
              </a:rPr>
              <a:t>)</a:t>
            </a:r>
            <a:endParaRPr lang="en-GB" sz="2000" b="1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latin typeface="Arial" panose="020B0604020202020204"/>
                <a:ea typeface="+mn-lt"/>
                <a:cs typeface="+mn-lt"/>
              </a:rPr>
              <a:t>budeme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chcieť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b="1" err="1">
                <a:latin typeface="Arial" panose="020B0604020202020204"/>
                <a:ea typeface="+mn-lt"/>
                <a:cs typeface="+mn-lt"/>
              </a:rPr>
              <a:t>znížiť</a:t>
            </a:r>
            <a:r>
              <a:rPr lang="en-GB" sz="2000" b="1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počet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inštancií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v ASG o </a:t>
            </a:r>
            <a:r>
              <a:rPr lang="en-GB" sz="2000" b="1">
                <a:latin typeface="Arial" panose="020B0604020202020204"/>
                <a:ea typeface="+mn-lt"/>
                <a:cs typeface="+mn-lt"/>
              </a:rPr>
              <a:t>1</a:t>
            </a:r>
          </a:p>
          <a:p>
            <a:endParaRPr lang="en-GB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Consolas"/>
              <a:ea typeface="+mn-lt"/>
              <a:cs typeface="+mn-lt"/>
            </a:endParaRPr>
          </a:p>
          <a:p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 sz="2000" b="1">
              <a:latin typeface="Arial" panose="020B0604020202020204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2217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0BC5C-B0F0-3CE1-1FEF-078700F75FCE}"/>
              </a:ext>
            </a:extLst>
          </p:cNvPr>
          <p:cNvSpPr txBox="1"/>
          <p:nvPr/>
        </p:nvSpPr>
        <p:spPr>
          <a:xfrm>
            <a:off x="482629" y="986643"/>
            <a:ext cx="11042145" cy="61666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5</a:t>
            </a: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aktualizujeme</a:t>
            </a:r>
            <a:r>
              <a:rPr lang="en-GB" sz="2000">
                <a:ea typeface="+mn-lt"/>
                <a:cs typeface="+mn-lt"/>
              </a:rPr>
              <a:t> CF stack s </a:t>
            </a:r>
            <a:r>
              <a:rPr lang="en-GB" sz="2000" err="1">
                <a:ea typeface="+mn-lt"/>
                <a:cs typeface="+mn-lt"/>
              </a:rPr>
              <a:t>názvom</a:t>
            </a:r>
            <a:r>
              <a:rPr lang="en-GB" sz="2000">
                <a:ea typeface="+mn-lt"/>
                <a:cs typeface="+mn-lt"/>
              </a:rPr>
              <a:t> "</a:t>
            </a:r>
            <a:r>
              <a:rPr lang="en-GB" sz="2000" b="1" err="1">
                <a:ea typeface="+mn-lt"/>
                <a:cs typeface="+mn-lt"/>
              </a:rPr>
              <a:t>cloudwatch</a:t>
            </a:r>
            <a:r>
              <a:rPr lang="en-GB" sz="2000">
                <a:ea typeface="+mn-lt"/>
                <a:cs typeface="+mn-lt"/>
              </a:rPr>
              <a:t>" a </a:t>
            </a:r>
            <a:r>
              <a:rPr lang="en-GB" sz="2000" err="1">
                <a:ea typeface="+mn-lt"/>
                <a:cs typeface="+mn-lt"/>
              </a:rPr>
              <a:t>pridáme</a:t>
            </a:r>
            <a:r>
              <a:rPr lang="en-GB" sz="2000">
                <a:ea typeface="+mn-lt"/>
                <a:cs typeface="+mn-lt"/>
              </a:rPr>
              <a:t>:</a:t>
            </a: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CPUAlarmsSNSTopic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(AWS::SNS::Topic)</a:t>
            </a: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Subscription </a:t>
            </a:r>
            <a:r>
              <a:rPr lang="en-GB" sz="2000" err="1">
                <a:ea typeface="+mn-lt"/>
                <a:cs typeface="+mn-lt"/>
              </a:rPr>
              <a:t>bude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náš</a:t>
            </a:r>
            <a:r>
              <a:rPr lang="en-GB" sz="2000">
                <a:ea typeface="+mn-lt"/>
                <a:cs typeface="+mn-lt"/>
              </a:rPr>
              <a:t> email (po </a:t>
            </a:r>
            <a:r>
              <a:rPr lang="en-GB" sz="2000" err="1">
                <a:ea typeface="+mn-lt"/>
                <a:cs typeface="+mn-lt"/>
              </a:rPr>
              <a:t>vytvorení</a:t>
            </a:r>
            <a:r>
              <a:rPr lang="en-GB" sz="2000">
                <a:ea typeface="+mn-lt"/>
                <a:cs typeface="+mn-lt"/>
              </a:rPr>
              <a:t> je </a:t>
            </a:r>
            <a:r>
              <a:rPr lang="en-GB" sz="2000" err="1">
                <a:ea typeface="+mn-lt"/>
                <a:cs typeface="+mn-lt"/>
              </a:rPr>
              <a:t>nutné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potvrdiť</a:t>
            </a:r>
            <a:r>
              <a:rPr lang="en-GB" sz="2000">
                <a:ea typeface="+mn-lt"/>
                <a:cs typeface="+mn-lt"/>
              </a:rPr>
              <a:t> v </a:t>
            </a:r>
            <a:r>
              <a:rPr lang="en-GB" sz="2000" err="1">
                <a:ea typeface="+mn-lt"/>
                <a:cs typeface="+mn-lt"/>
              </a:rPr>
              <a:t>našom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mailboxe</a:t>
            </a:r>
            <a:r>
              <a:rPr lang="en-GB" sz="2000">
                <a:ea typeface="+mn-lt"/>
                <a:cs typeface="+mn-lt"/>
              </a:rPr>
              <a:t>)</a:t>
            </a:r>
          </a:p>
          <a:p>
            <a:pPr marL="1256665" lvl="2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pridáme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ho</a:t>
            </a:r>
            <a:r>
              <a:rPr lang="en-GB" sz="2000">
                <a:ea typeface="+mn-lt"/>
                <a:cs typeface="+mn-lt"/>
              </a:rPr>
              <a:t> do </a:t>
            </a:r>
            <a:r>
              <a:rPr lang="en-GB" sz="2000" err="1">
                <a:ea typeface="+mn-lt"/>
                <a:cs typeface="+mn-lt"/>
              </a:rPr>
              <a:t>akcií</a:t>
            </a:r>
            <a:r>
              <a:rPr lang="en-GB" sz="2000">
                <a:ea typeface="+mn-lt"/>
                <a:cs typeface="+mn-lt"/>
              </a:rPr>
              <a:t> pre </a:t>
            </a:r>
            <a:r>
              <a:rPr lang="en-GB" sz="2000" b="1" err="1">
                <a:ea typeface="+mn-lt"/>
                <a:cs typeface="+mn-lt"/>
              </a:rPr>
              <a:t>PrivateASGHighCPUAlarm</a:t>
            </a:r>
            <a:r>
              <a:rPr lang="en-GB" sz="2000" b="1">
                <a:ea typeface="+mn-lt"/>
                <a:cs typeface="+mn-lt"/>
              </a:rPr>
              <a:t>  a </a:t>
            </a:r>
            <a:r>
              <a:rPr lang="en-GB" sz="2000" b="1" err="1">
                <a:ea typeface="+mn-lt"/>
                <a:cs typeface="+mn-lt"/>
              </a:rPr>
              <a:t>PrivateASGLowCPUAlarm</a:t>
            </a:r>
            <a:r>
              <a:rPr lang="en-GB" sz="2000" b="1">
                <a:ea typeface="+mn-lt"/>
                <a:cs typeface="+mn-lt"/>
              </a:rPr>
              <a:t> </a:t>
            </a:r>
            <a:endParaRPr lang="en-GB" sz="2000"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PrivateASGLowCPUAlarm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(AWS::SNS::</a:t>
            </a:r>
            <a:r>
              <a:rPr lang="en-GB" sz="2000" err="1">
                <a:ea typeface="+mn-lt"/>
                <a:cs typeface="+mn-lt"/>
              </a:rPr>
              <a:t>TopicPolicy</a:t>
            </a:r>
            <a:r>
              <a:rPr lang="en-GB" sz="2000">
                <a:ea typeface="+mn-lt"/>
                <a:cs typeface="+mn-lt"/>
              </a:rPr>
              <a:t>)</a:t>
            </a:r>
            <a:endParaRPr lang="en-GB" sz="2000" b="1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latin typeface="Arial" panose="020B0604020202020204"/>
                <a:ea typeface="+mn-lt"/>
                <a:cs typeface="+mn-lt"/>
              </a:rPr>
              <a:t>potrebné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povolenia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pre SNS topic</a:t>
            </a:r>
            <a:endParaRPr lang="en-GB" sz="2000" b="1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1256665" lvl="2" indent="-342900">
              <a:buFont typeface="Arial"/>
              <a:buChar char="•"/>
            </a:pPr>
            <a:r>
              <a:rPr lang="en-GB" sz="2000" err="1">
                <a:latin typeface="Arial" panose="020B0604020202020204"/>
                <a:ea typeface="+mn-lt"/>
                <a:cs typeface="+mn-lt"/>
              </a:rPr>
              <a:t>len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skopírovať</a:t>
            </a:r>
            <a:r>
              <a:rPr lang="en-GB" sz="2000">
                <a:latin typeface="Arial" panose="020B0604020202020204"/>
                <a:ea typeface="+mn-lt"/>
                <a:cs typeface="+mn-lt"/>
              </a:rPr>
              <a:t> z </a:t>
            </a:r>
            <a:r>
              <a:rPr lang="en-GB" sz="2000" err="1">
                <a:latin typeface="Arial" panose="020B0604020202020204"/>
                <a:ea typeface="+mn-lt"/>
                <a:cs typeface="+mn-lt"/>
              </a:rPr>
              <a:t>repozitára</a:t>
            </a: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Consolas"/>
              <a:ea typeface="+mn-lt"/>
              <a:cs typeface="+mn-lt"/>
            </a:endParaRPr>
          </a:p>
          <a:p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 sz="2000" b="1">
              <a:latin typeface="Arial" panose="020B0604020202020204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4051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91E68-6FD1-69B4-4081-A76F17D95D04}"/>
              </a:ext>
            </a:extLst>
          </p:cNvPr>
          <p:cNvSpPr txBox="1"/>
          <p:nvPr/>
        </p:nvSpPr>
        <p:spPr>
          <a:xfrm>
            <a:off x="482629" y="986643"/>
            <a:ext cx="11042145" cy="3119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6</a:t>
            </a:r>
            <a:endParaRPr lang="en-US">
              <a:cs typeface="Arial"/>
            </a:endParaRP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otestovať</a:t>
            </a:r>
            <a:r>
              <a:rPr lang="en-GB" sz="2000">
                <a:ea typeface="+mn-lt"/>
                <a:cs typeface="+mn-lt"/>
              </a:rPr>
              <a:t>, </a:t>
            </a:r>
            <a:r>
              <a:rPr lang="en-GB" sz="2000" err="1">
                <a:ea typeface="+mn-lt"/>
                <a:cs typeface="+mn-lt"/>
              </a:rPr>
              <a:t>či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sa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aktivoval</a:t>
            </a:r>
            <a:r>
              <a:rPr lang="en-GB" sz="2000">
                <a:ea typeface="+mn-lt"/>
                <a:cs typeface="+mn-lt"/>
              </a:rPr>
              <a:t> alarm </a:t>
            </a:r>
            <a:r>
              <a:rPr lang="en-GB" sz="2000" b="1" err="1">
                <a:ea typeface="+mn-lt"/>
                <a:cs typeface="+mn-lt"/>
              </a:rPr>
              <a:t>PrivateASGLowCPUAlarm</a:t>
            </a:r>
            <a:r>
              <a:rPr lang="en-GB" sz="2000">
                <a:ea typeface="+mn-lt"/>
                <a:cs typeface="+mn-lt"/>
              </a:rPr>
              <a:t>, a </a:t>
            </a:r>
            <a:r>
              <a:rPr lang="en-GB" sz="2000" err="1">
                <a:ea typeface="+mn-lt"/>
                <a:cs typeface="+mn-lt"/>
              </a:rPr>
              <a:t>teda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či</a:t>
            </a:r>
            <a:r>
              <a:rPr lang="en-GB" sz="2000">
                <a:ea typeface="+mn-lt"/>
                <a:cs typeface="+mn-lt"/>
              </a:rPr>
              <a:t>:</a:t>
            </a:r>
            <a:endParaRPr lang="en-GB" sz="2000">
              <a:latin typeface="Arial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err="1">
                <a:latin typeface="Arial"/>
                <a:ea typeface="+mn-lt"/>
                <a:cs typeface="+mn-lt"/>
              </a:rPr>
              <a:t>sa</a:t>
            </a:r>
            <a:r>
              <a:rPr lang="en-GB" sz="2000">
                <a:latin typeface="Arial"/>
                <a:ea typeface="+mn-lt"/>
                <a:cs typeface="+mn-lt"/>
              </a:rPr>
              <a:t> </a:t>
            </a:r>
            <a:r>
              <a:rPr lang="en-GB" sz="2000" err="1">
                <a:latin typeface="Arial"/>
                <a:ea typeface="+mn-lt"/>
                <a:cs typeface="+mn-lt"/>
              </a:rPr>
              <a:t>znížil</a:t>
            </a:r>
            <a:r>
              <a:rPr lang="en-GB" sz="2000">
                <a:latin typeface="Arial"/>
                <a:ea typeface="+mn-lt"/>
                <a:cs typeface="+mn-lt"/>
              </a:rPr>
              <a:t> </a:t>
            </a:r>
            <a:r>
              <a:rPr lang="en-GB" sz="2000" err="1">
                <a:latin typeface="Arial"/>
                <a:ea typeface="+mn-lt"/>
                <a:cs typeface="+mn-lt"/>
              </a:rPr>
              <a:t>počet</a:t>
            </a:r>
            <a:r>
              <a:rPr lang="en-GB" sz="2000">
                <a:latin typeface="Arial"/>
                <a:ea typeface="+mn-lt"/>
                <a:cs typeface="+mn-lt"/>
              </a:rPr>
              <a:t> </a:t>
            </a:r>
            <a:r>
              <a:rPr lang="en-GB" sz="2000" err="1">
                <a:latin typeface="Arial"/>
                <a:ea typeface="+mn-lt"/>
                <a:cs typeface="+mn-lt"/>
              </a:rPr>
              <a:t>inštancií</a:t>
            </a:r>
            <a:r>
              <a:rPr lang="en-GB" sz="2000">
                <a:latin typeface="Arial"/>
                <a:ea typeface="+mn-lt"/>
                <a:cs typeface="+mn-lt"/>
              </a:rPr>
              <a:t> v ASG o 1</a:t>
            </a:r>
          </a:p>
          <a:p>
            <a:pPr marL="799465" lvl="1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pPr marL="799465" lvl="1" indent="-342900">
              <a:buFont typeface="Arial"/>
              <a:buChar char="•"/>
            </a:pPr>
            <a:r>
              <a:rPr lang="en-GB" sz="2000" err="1">
                <a:latin typeface="Arial"/>
                <a:cs typeface="Arial"/>
              </a:rPr>
              <a:t>prišiel</a:t>
            </a:r>
            <a:r>
              <a:rPr lang="en-GB" sz="2000">
                <a:latin typeface="Arial"/>
                <a:cs typeface="Arial"/>
              </a:rPr>
              <a:t> </a:t>
            </a:r>
            <a:r>
              <a:rPr lang="en-GB" sz="2000" err="1">
                <a:latin typeface="Arial"/>
                <a:cs typeface="Arial"/>
              </a:rPr>
              <a:t>nám</a:t>
            </a:r>
            <a:r>
              <a:rPr lang="en-GB" sz="2000">
                <a:latin typeface="Arial"/>
                <a:cs typeface="Arial"/>
              </a:rPr>
              <a:t> </a:t>
            </a:r>
            <a:r>
              <a:rPr lang="en-GB" sz="2000" err="1">
                <a:latin typeface="Arial"/>
                <a:cs typeface="Arial"/>
              </a:rPr>
              <a:t>notifikačný</a:t>
            </a:r>
            <a:r>
              <a:rPr lang="en-GB" sz="2000">
                <a:latin typeface="Arial"/>
                <a:cs typeface="Arial"/>
              </a:rPr>
              <a:t> email</a:t>
            </a:r>
          </a:p>
          <a:p>
            <a:endParaRPr lang="en-GB" sz="2000" b="1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latin typeface="Arial"/>
              <a:cs typeface="Arial"/>
            </a:endParaRPr>
          </a:p>
          <a:p>
            <a:endParaRPr lang="en-GB">
              <a:latin typeface="Consola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6606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B8198-80CA-D2EB-66D4-2CFFD974A3D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AWS CloudFormation – S3, CloudWatch</a:t>
            </a:r>
            <a:endParaRPr lang="en-US" b="0" i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5822E-B5B5-B697-301F-54E882D2E237}"/>
              </a:ext>
            </a:extLst>
          </p:cNvPr>
          <p:cNvSpPr txBox="1"/>
          <p:nvPr/>
        </p:nvSpPr>
        <p:spPr>
          <a:xfrm>
            <a:off x="482629" y="986643"/>
            <a:ext cx="11042145" cy="4012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err="1">
                <a:ea typeface="+mn-lt"/>
                <a:cs typeface="+mn-lt"/>
              </a:rPr>
              <a:t>Úloha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>
                <a:cs typeface="Arial"/>
              </a:rPr>
              <a:t>7</a:t>
            </a:r>
          </a:p>
          <a:p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err="1">
                <a:ea typeface="+mn-lt"/>
                <a:cs typeface="+mn-lt"/>
              </a:rPr>
              <a:t>vytvorte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nový</a:t>
            </a:r>
            <a:r>
              <a:rPr lang="en-GB" sz="2000">
                <a:ea typeface="+mn-lt"/>
                <a:cs typeface="+mn-lt"/>
              </a:rPr>
              <a:t> CF stack s </a:t>
            </a:r>
            <a:r>
              <a:rPr lang="en-GB" sz="2000" err="1">
                <a:ea typeface="+mn-lt"/>
                <a:cs typeface="+mn-lt"/>
              </a:rPr>
              <a:t>názvom</a:t>
            </a:r>
            <a:r>
              <a:rPr lang="en-GB" sz="2000">
                <a:ea typeface="+mn-lt"/>
                <a:cs typeface="+mn-lt"/>
              </a:rPr>
              <a:t> "</a:t>
            </a:r>
            <a:r>
              <a:rPr lang="en-GB" sz="2000" b="1">
                <a:ea typeface="+mn-lt"/>
                <a:cs typeface="+mn-lt"/>
              </a:rPr>
              <a:t>s3</a:t>
            </a:r>
            <a:r>
              <a:rPr lang="en-GB" sz="2000">
                <a:ea typeface="+mn-lt"/>
                <a:cs typeface="+mn-lt"/>
              </a:rPr>
              <a:t>", </a:t>
            </a:r>
            <a:r>
              <a:rPr lang="en-GB" sz="2000" err="1">
                <a:ea typeface="+mn-lt"/>
                <a:cs typeface="+mn-lt"/>
              </a:rPr>
              <a:t>ktorý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bude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mať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nasledovné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prostriedky</a:t>
            </a:r>
            <a:r>
              <a:rPr lang="en-GB" sz="2000">
                <a:ea typeface="+mn-lt"/>
                <a:cs typeface="+mn-lt"/>
              </a:rPr>
              <a:t> (resources):</a:t>
            </a:r>
            <a:endParaRPr lang="en-GB" sz="20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indent="-342900">
              <a:buFont typeface="Arial"/>
              <a:buChar char="•"/>
            </a:pPr>
            <a:r>
              <a:rPr lang="en-GB" sz="2000" b="1" err="1">
                <a:ea typeface="+mn-lt"/>
                <a:cs typeface="+mn-lt"/>
              </a:rPr>
              <a:t>MyBucket</a:t>
            </a:r>
            <a:r>
              <a:rPr lang="en-GB" sz="2000">
                <a:ea typeface="+mn-lt"/>
                <a:cs typeface="+mn-lt"/>
              </a:rPr>
              <a:t> (</a:t>
            </a:r>
            <a:r>
              <a:rPr lang="en-GB"/>
              <a:t>AWS::S3::Bucket</a:t>
            </a:r>
            <a:r>
              <a:rPr lang="en-GB" sz="2000">
                <a:ea typeface="+mn-lt"/>
                <a:cs typeface="+mn-lt"/>
              </a:rPr>
              <a:t>)</a:t>
            </a:r>
            <a:endParaRPr lang="en-GB">
              <a:cs typeface="Arial" panose="020B0604020202020204"/>
            </a:endParaRPr>
          </a:p>
          <a:p>
            <a:pPr marL="799465" indent="-342900">
              <a:buFont typeface="Arial"/>
              <a:buChar char="•"/>
            </a:pPr>
            <a:endParaRPr lang="en-GB" sz="2000">
              <a:ea typeface="+mn-lt"/>
              <a:cs typeface="+mn-lt"/>
            </a:endParaRPr>
          </a:p>
          <a:p>
            <a:pPr marL="799465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799465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pPr marL="799465" lvl="1" indent="-342900">
              <a:buFont typeface="Arial"/>
              <a:buChar char="•"/>
            </a:pPr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Arial" panose="020B0604020202020204"/>
              <a:ea typeface="+mn-lt"/>
              <a:cs typeface="+mn-lt"/>
            </a:endParaRPr>
          </a:p>
          <a:p>
            <a:endParaRPr lang="en-GB">
              <a:latin typeface="Consolas"/>
              <a:ea typeface="+mn-lt"/>
              <a:cs typeface="+mn-lt"/>
            </a:endParaRPr>
          </a:p>
          <a:p>
            <a:endParaRPr lang="en-GB" sz="2000">
              <a:latin typeface="Arial" panose="020B0604020202020204"/>
              <a:ea typeface="+mn-lt"/>
              <a:cs typeface="+mn-lt"/>
            </a:endParaRPr>
          </a:p>
          <a:p>
            <a:endParaRPr lang="en-GB" sz="2000" b="1">
              <a:latin typeface="Arial" panose="020B0604020202020204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9943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95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</p:sld>
</file>

<file path=ppt/theme/theme1.xml><?xml version="1.0" encoding="utf-8"?>
<a:theme xmlns:a="http://schemas.openxmlformats.org/drawingml/2006/main" name="Master_Cover+End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ADD49102-3D03-C64B-9BFE-8F3C56A5CF3B}"/>
    </a:ext>
  </a:extLst>
</a:theme>
</file>

<file path=ppt/theme/theme2.xml><?xml version="1.0" encoding="utf-8"?>
<a:theme xmlns:a="http://schemas.openxmlformats.org/drawingml/2006/main" name="Master_Light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4F078254-12CE-3743-B9BB-ACF226B4F946}"/>
    </a:ext>
  </a:extLst>
</a:theme>
</file>

<file path=ppt/theme/theme3.xml><?xml version="1.0" encoding="utf-8"?>
<a:theme xmlns:a="http://schemas.openxmlformats.org/drawingml/2006/main" name="Mater-Dark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43084647-4271-8042-A1FC-205B1478185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57D8FE381E394CA0978F18D313AF5B" ma:contentTypeVersion="4" ma:contentTypeDescription="Umožňuje vytvoriť nový dokument." ma:contentTypeScope="" ma:versionID="aff62bb51479d4842a502a1bb47fa9a1">
  <xsd:schema xmlns:xsd="http://www.w3.org/2001/XMLSchema" xmlns:xs="http://www.w3.org/2001/XMLSchema" xmlns:p="http://schemas.microsoft.com/office/2006/metadata/properties" xmlns:ns2="8b39c7c6-6374-4048-baab-732f731b7b44" targetNamespace="http://schemas.microsoft.com/office/2006/metadata/properties" ma:root="true" ma:fieldsID="8ad306c91166591d6c7dbbbffc516e69" ns2:_="">
    <xsd:import namespace="8b39c7c6-6374-4048-baab-732f731b7b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9c7c6-6374-4048-baab-732f731b7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6C5579-8234-4B1B-B400-8E42F2AACEEE}">
  <ds:schemaRefs>
    <ds:schemaRef ds:uri="8b39c7c6-6374-4048-baab-732f731b7b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978C9F-AC80-42CA-86F2-16447E36BE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0AA199-2D70-42A0-9797-347C9B92DCC4}">
  <ds:schemaRefs>
    <ds:schemaRef ds:uri="8b39c7c6-6374-4048-baab-732f731b7b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Master_Cover+End slides</vt:lpstr>
      <vt:lpstr>Master_Light slides</vt:lpstr>
      <vt:lpstr>Mater-Dark slides</vt:lpstr>
      <vt:lpstr>IIKS - Cvičenie 5</vt:lpstr>
      <vt:lpstr>Obsah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Attila Miklós</dc:creator>
  <cp:keywords/>
  <dc:description/>
  <cp:revision>1</cp:revision>
  <dcterms:created xsi:type="dcterms:W3CDTF">2023-01-09T14:10:55Z</dcterms:created>
  <dcterms:modified xsi:type="dcterms:W3CDTF">2026-03-16T10:58:51Z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0x010100E157D8FE381E394CA0978F18D313AF5B</vt:lpwstr>
  </property>
</Properties>
</file>