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4372" r:id="rId4"/>
    <p:sldMasterId id="2147484005" r:id="rId5"/>
    <p:sldMasterId id="2147484408" r:id="rId6"/>
    <p:sldMasterId id="2147483676" r:id="rId7"/>
  </p:sldMasterIdLst>
  <p:notesMasterIdLst>
    <p:notesMasterId r:id="rId22"/>
  </p:notesMasterIdLst>
  <p:handoutMasterIdLst>
    <p:handoutMasterId r:id="rId23"/>
  </p:handoutMasterIdLst>
  <p:sldIdLst>
    <p:sldId id="5266" r:id="rId8"/>
    <p:sldId id="5273" r:id="rId9"/>
    <p:sldId id="5282" r:id="rId10"/>
    <p:sldId id="5323" r:id="rId11"/>
    <p:sldId id="5284" r:id="rId12"/>
    <p:sldId id="5326" r:id="rId13"/>
    <p:sldId id="5322" r:id="rId14"/>
    <p:sldId id="5310" r:id="rId15"/>
    <p:sldId id="5293" r:id="rId16"/>
    <p:sldId id="5324" r:id="rId17"/>
    <p:sldId id="5277" r:id="rId18"/>
    <p:sldId id="5297" r:id="rId19"/>
    <p:sldId id="5325" r:id="rId20"/>
    <p:sldId id="5281" r:id="rId21"/>
  </p:sldIdLst>
  <p:sldSz cx="12192000" cy="6858000"/>
  <p:notesSz cx="6858000" cy="9144000"/>
  <p:embeddedFontLst>
    <p:embeddedFont>
      <p:font typeface="Visuelt Pro Light" panose="020B0303040202040104" charset="0"/>
      <p:regular r:id="rId24"/>
      <p:italic r:id="rId25"/>
    </p:embeddedFont>
  </p:embeddedFontLst>
  <p:defaultTextStyle>
    <a:defPPr>
      <a:defRPr lang="en-US"/>
    </a:defPPr>
    <a:lvl1pPr marL="0" algn="l" defTabSz="914330" rtl="0" eaLnBrk="1" latinLnBrk="0" hangingPunct="1">
      <a:defRPr sz="1800" kern="1200">
        <a:solidFill>
          <a:schemeClr val="tx1"/>
        </a:solidFill>
        <a:latin typeface="+mn-lt"/>
        <a:ea typeface="+mn-ea"/>
        <a:cs typeface="+mn-cs"/>
      </a:defRPr>
    </a:lvl1pPr>
    <a:lvl2pPr marL="457165" algn="l" defTabSz="914330" rtl="0" eaLnBrk="1" latinLnBrk="0" hangingPunct="1">
      <a:defRPr sz="1800" kern="1200">
        <a:solidFill>
          <a:schemeClr val="tx1"/>
        </a:solidFill>
        <a:latin typeface="+mn-lt"/>
        <a:ea typeface="+mn-ea"/>
        <a:cs typeface="+mn-cs"/>
      </a:defRPr>
    </a:lvl2pPr>
    <a:lvl3pPr marL="914330" algn="l" defTabSz="914330" rtl="0" eaLnBrk="1" latinLnBrk="0" hangingPunct="1">
      <a:defRPr sz="1800" kern="1200">
        <a:solidFill>
          <a:schemeClr val="tx1"/>
        </a:solidFill>
        <a:latin typeface="+mn-lt"/>
        <a:ea typeface="+mn-ea"/>
        <a:cs typeface="+mn-cs"/>
      </a:defRPr>
    </a:lvl3pPr>
    <a:lvl4pPr marL="1371495" algn="l" defTabSz="914330" rtl="0" eaLnBrk="1" latinLnBrk="0" hangingPunct="1">
      <a:defRPr sz="1800" kern="1200">
        <a:solidFill>
          <a:schemeClr val="tx1"/>
        </a:solidFill>
        <a:latin typeface="+mn-lt"/>
        <a:ea typeface="+mn-ea"/>
        <a:cs typeface="+mn-cs"/>
      </a:defRPr>
    </a:lvl4pPr>
    <a:lvl5pPr marL="1828660" algn="l" defTabSz="914330" rtl="0" eaLnBrk="1" latinLnBrk="0" hangingPunct="1">
      <a:defRPr sz="1800" kern="1200">
        <a:solidFill>
          <a:schemeClr val="tx1"/>
        </a:solidFill>
        <a:latin typeface="+mn-lt"/>
        <a:ea typeface="+mn-ea"/>
        <a:cs typeface="+mn-cs"/>
      </a:defRPr>
    </a:lvl5pPr>
    <a:lvl6pPr marL="2285825" algn="l" defTabSz="914330" rtl="0" eaLnBrk="1" latinLnBrk="0" hangingPunct="1">
      <a:defRPr sz="1800" kern="1200">
        <a:solidFill>
          <a:schemeClr val="tx1"/>
        </a:solidFill>
        <a:latin typeface="+mn-lt"/>
        <a:ea typeface="+mn-ea"/>
        <a:cs typeface="+mn-cs"/>
      </a:defRPr>
    </a:lvl6pPr>
    <a:lvl7pPr marL="2742990" algn="l" defTabSz="914330" rtl="0" eaLnBrk="1" latinLnBrk="0" hangingPunct="1">
      <a:defRPr sz="1800" kern="1200">
        <a:solidFill>
          <a:schemeClr val="tx1"/>
        </a:solidFill>
        <a:latin typeface="+mn-lt"/>
        <a:ea typeface="+mn-ea"/>
        <a:cs typeface="+mn-cs"/>
      </a:defRPr>
    </a:lvl7pPr>
    <a:lvl8pPr marL="3200155" algn="l" defTabSz="914330" rtl="0" eaLnBrk="1" latinLnBrk="0" hangingPunct="1">
      <a:defRPr sz="1800" kern="1200">
        <a:solidFill>
          <a:schemeClr val="tx1"/>
        </a:solidFill>
        <a:latin typeface="+mn-lt"/>
        <a:ea typeface="+mn-ea"/>
        <a:cs typeface="+mn-cs"/>
      </a:defRPr>
    </a:lvl8pPr>
    <a:lvl9pPr marL="3657320" algn="l" defTabSz="91433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yssa Gibson-Wood" initials="AG" lastIdx="145" clrIdx="0">
    <p:extLst>
      <p:ext uri="{19B8F6BF-5375-455C-9EA6-DF929625EA0E}">
        <p15:presenceInfo xmlns:p15="http://schemas.microsoft.com/office/powerpoint/2012/main" userId="S::awood@ohpen.com::599f9993-2b4b-4fc6-9815-a01929e3467a" providerId="AD"/>
      </p:ext>
    </p:extLst>
  </p:cmAuthor>
  <p:cmAuthor id="2" name="Paola Staufert" initials="PS" lastIdx="19" clrIdx="1">
    <p:extLst>
      <p:ext uri="{19B8F6BF-5375-455C-9EA6-DF929625EA0E}">
        <p15:presenceInfo xmlns:p15="http://schemas.microsoft.com/office/powerpoint/2012/main" userId="S::pstaufert@ohpen.com::3b96de33-4065-402d-9c7f-1a6c4a4f7534" providerId="AD"/>
      </p:ext>
    </p:extLst>
  </p:cmAuthor>
  <p:cmAuthor id="3" name="Matthijs Aler" initials="MA [2]" lastIdx="2" clrIdx="2">
    <p:extLst>
      <p:ext uri="{19B8F6BF-5375-455C-9EA6-DF929625EA0E}">
        <p15:presenceInfo xmlns:p15="http://schemas.microsoft.com/office/powerpoint/2012/main" userId="S::maler@ohpen.nl::3afdc1cf-4f92-4865-b124-29c30f45ca87" providerId="AD"/>
      </p:ext>
    </p:extLst>
  </p:cmAuthor>
  <p:cmAuthor id="4" name="Attila Miklos" initials="AM" lastIdx="4" clrIdx="3">
    <p:extLst>
      <p:ext uri="{19B8F6BF-5375-455C-9EA6-DF929625EA0E}">
        <p15:presenceInfo xmlns:p15="http://schemas.microsoft.com/office/powerpoint/2012/main" userId="S::amiklos@ohpen.com::301b316a-a714-4768-85fd-00c3a7698aa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08B"/>
    <a:srgbClr val="F9FAFC"/>
    <a:srgbClr val="13322B"/>
    <a:srgbClr val="D0C5FB"/>
    <a:srgbClr val="D9E1E2"/>
    <a:srgbClr val="ACB5BD"/>
    <a:srgbClr val="D0DEBB"/>
    <a:srgbClr val="33FF99"/>
    <a:srgbClr val="F6F8F9"/>
    <a:srgbClr val="DCFE5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3F555E-6296-A5FD-9F6B-18A579965742}" v="419" dt="2023-02-22T10:55:40.095"/>
    <p1510:client id="{15AF0943-9FC0-46E7-6558-CE4D1FDD0909}" v="411" dt="2023-02-21T13:17:19.246"/>
    <p1510:client id="{33E9BF04-D986-963F-6613-D2B73E411DF1}" v="1127" dt="2023-03-20T18:15:38.307"/>
    <p1510:client id="{3598C1F4-7648-7C12-A958-916C49B371C1}" v="55" dt="2023-02-21T09:48:24.766"/>
    <p1510:client id="{3AE06B72-885D-6FF6-BD0A-4C4E0126BEA9}" v="260" dt="2023-02-21T12:41:47.995"/>
    <p1510:client id="{47307FAD-FDB7-3699-AC97-3912020C4D01}" v="1345" dt="2023-02-20T21:08:49.329"/>
    <p1510:client id="{57569CEE-CAAA-AFC1-9B1D-C57C5A20F1A7}" v="255" dt="2023-02-21T14:45:10.760"/>
    <p1510:client id="{67182E86-820F-FD2D-E457-E0262724C178}" v="1385" dt="2023-02-20T17:06:42.177"/>
    <p1510:client id="{6CB1E7F9-B772-8ADF-DAA3-B697313D5273}" v="95" dt="2023-02-21T15:51:21.399"/>
    <p1510:client id="{79FC533C-B7C0-E439-D910-73AA96828F66}" v="1" dt="2023-02-22T16:45:50.611"/>
    <p1510:client id="{8A2E5629-613D-44D6-0A71-B784B60723BE}" v="1" dt="2023-02-21T13:24:20.610"/>
    <p1510:client id="{923C02D8-B5D3-6E80-42D0-72A0A9E7C52A}" v="81" dt="2023-03-20T08:24:13.464"/>
    <p1510:client id="{99CEB129-04E9-2E8A-D55A-6B275781AC4D}" v="27" dt="2023-02-21T08:27:33.091"/>
    <p1510:client id="{C852E5DB-6B21-9105-5968-194999093C0E}" v="165" dt="2023-02-20T13:46:52.793"/>
    <p1510:client id="{CC8EB84C-4F78-BE82-6D73-2D9DC4EDB272}" v="1" dt="2023-02-22T14:30:10.191"/>
    <p1510:client id="{D6F07BC8-F785-250B-27B2-7EEA7F4EA90F}" v="928" dt="2023-02-21T14:46:56.533"/>
    <p1510:client id="{DD2BA6C9-ED50-72E6-4F35-E98A039D3F35}" v="98" dt="2023-03-15T15:13:42.139"/>
    <p1510:client id="{FD300E2B-C726-01E5-F640-32E332BAF788}" v="16" dt="2023-03-20T18:30:54.1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font" Target="fonts/font2.fntdata"/><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font" Target="fonts/font1.fntdata"/><Relationship Id="rId32"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handoutMaster" Target="handoutMasters/handoutMaster1.xml"/><Relationship Id="rId28" Type="http://schemas.openxmlformats.org/officeDocument/2006/relationships/viewProps" Target="viewProps.xml"/><Relationship Id="rId10" Type="http://schemas.openxmlformats.org/officeDocument/2006/relationships/slide" Target="slides/slide3.xml"/><Relationship Id="rId19" Type="http://schemas.openxmlformats.org/officeDocument/2006/relationships/slide" Target="slides/slide12.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notesMaster" Target="notesMasters/notesMaster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áš Zuzčák" userId="S::tzuzcak@ohpen.com::e0ed375d-0f01-4f06-9166-4fdf76188cf7" providerId="AD" clId="Web-{47307FAD-FDB7-3699-AC97-3912020C4D01}"/>
    <pc:docChg chg="addSld delSld modSld sldOrd">
      <pc:chgData name="Tomáš Zuzčák" userId="S::tzuzcak@ohpen.com::e0ed375d-0f01-4f06-9166-4fdf76188cf7" providerId="AD" clId="Web-{47307FAD-FDB7-3699-AC97-3912020C4D01}" dt="2023-02-20T21:08:31.532" v="907" actId="20577"/>
      <pc:docMkLst>
        <pc:docMk/>
      </pc:docMkLst>
      <pc:sldChg chg="delSp modSp">
        <pc:chgData name="Tomáš Zuzčák" userId="S::tzuzcak@ohpen.com::e0ed375d-0f01-4f06-9166-4fdf76188cf7" providerId="AD" clId="Web-{47307FAD-FDB7-3699-AC97-3912020C4D01}" dt="2023-02-20T18:37:19.767" v="57" actId="20577"/>
        <pc:sldMkLst>
          <pc:docMk/>
          <pc:sldMk cId="1643684987" sldId="5273"/>
        </pc:sldMkLst>
        <pc:spChg chg="mod">
          <ac:chgData name="Tomáš Zuzčák" userId="S::tzuzcak@ohpen.com::e0ed375d-0f01-4f06-9166-4fdf76188cf7" providerId="AD" clId="Web-{47307FAD-FDB7-3699-AC97-3912020C4D01}" dt="2023-02-20T18:36:49.267" v="50" actId="1076"/>
          <ac:spMkLst>
            <pc:docMk/>
            <pc:sldMk cId="1643684987" sldId="5273"/>
            <ac:spMk id="10" creationId="{AA753DDC-DA48-F075-7EC9-0BDE4C06CD74}"/>
          </ac:spMkLst>
        </pc:spChg>
        <pc:spChg chg="del mod">
          <ac:chgData name="Tomáš Zuzčák" userId="S::tzuzcak@ohpen.com::e0ed375d-0f01-4f06-9166-4fdf76188cf7" providerId="AD" clId="Web-{47307FAD-FDB7-3699-AC97-3912020C4D01}" dt="2023-02-20T18:36:38.157" v="49"/>
          <ac:spMkLst>
            <pc:docMk/>
            <pc:sldMk cId="1643684987" sldId="5273"/>
            <ac:spMk id="11" creationId="{3B40FCAA-0A0C-8524-B8D8-852650C9759D}"/>
          </ac:spMkLst>
        </pc:spChg>
        <pc:spChg chg="mod">
          <ac:chgData name="Tomáš Zuzčák" userId="S::tzuzcak@ohpen.com::e0ed375d-0f01-4f06-9166-4fdf76188cf7" providerId="AD" clId="Web-{47307FAD-FDB7-3699-AC97-3912020C4D01}" dt="2023-02-20T18:37:19.767" v="57" actId="20577"/>
          <ac:spMkLst>
            <pc:docMk/>
            <pc:sldMk cId="1643684987" sldId="5273"/>
            <ac:spMk id="12" creationId="{040F14EF-A05D-8C37-ED75-AD18463CF7CB}"/>
          </ac:spMkLst>
        </pc:spChg>
      </pc:sldChg>
      <pc:sldChg chg="delSp modSp">
        <pc:chgData name="Tomáš Zuzčák" userId="S::tzuzcak@ohpen.com::e0ed375d-0f01-4f06-9166-4fdf76188cf7" providerId="AD" clId="Web-{47307FAD-FDB7-3699-AC97-3912020C4D01}" dt="2023-02-20T18:38:24.488" v="72" actId="20577"/>
        <pc:sldMkLst>
          <pc:docMk/>
          <pc:sldMk cId="1726163092" sldId="5282"/>
        </pc:sldMkLst>
        <pc:spChg chg="mod">
          <ac:chgData name="Tomáš Zuzčák" userId="S::tzuzcak@ohpen.com::e0ed375d-0f01-4f06-9166-4fdf76188cf7" providerId="AD" clId="Web-{47307FAD-FDB7-3699-AC97-3912020C4D01}" dt="2023-02-20T18:38:24.488" v="72" actId="20577"/>
          <ac:spMkLst>
            <pc:docMk/>
            <pc:sldMk cId="1726163092" sldId="5282"/>
            <ac:spMk id="2" creationId="{E62AAF5F-7D1A-5805-8E28-5F1859AD2E25}"/>
          </ac:spMkLst>
        </pc:spChg>
        <pc:picChg chg="del">
          <ac:chgData name="Tomáš Zuzčák" userId="S::tzuzcak@ohpen.com::e0ed375d-0f01-4f06-9166-4fdf76188cf7" providerId="AD" clId="Web-{47307FAD-FDB7-3699-AC97-3912020C4D01}" dt="2023-02-20T18:37:28.455" v="58"/>
          <ac:picMkLst>
            <pc:docMk/>
            <pc:sldMk cId="1726163092" sldId="5282"/>
            <ac:picMk id="6" creationId="{4E6760F0-9E7F-6393-D1CA-F983F00666AC}"/>
          </ac:picMkLst>
        </pc:picChg>
        <pc:picChg chg="mod">
          <ac:chgData name="Tomáš Zuzčák" userId="S::tzuzcak@ohpen.com::e0ed375d-0f01-4f06-9166-4fdf76188cf7" providerId="AD" clId="Web-{47307FAD-FDB7-3699-AC97-3912020C4D01}" dt="2023-02-20T18:38:13.581" v="66" actId="1076"/>
          <ac:picMkLst>
            <pc:docMk/>
            <pc:sldMk cId="1726163092" sldId="5282"/>
            <ac:picMk id="7" creationId="{F1247DD4-CDF2-D355-B019-5A15038289A3}"/>
          </ac:picMkLst>
        </pc:picChg>
        <pc:picChg chg="mod">
          <ac:chgData name="Tomáš Zuzčák" userId="S::tzuzcak@ohpen.com::e0ed375d-0f01-4f06-9166-4fdf76188cf7" providerId="AD" clId="Web-{47307FAD-FDB7-3699-AC97-3912020C4D01}" dt="2023-02-20T18:38:13.597" v="67" actId="1076"/>
          <ac:picMkLst>
            <pc:docMk/>
            <pc:sldMk cId="1726163092" sldId="5282"/>
            <ac:picMk id="8" creationId="{0863B4BD-A9A7-1281-04CD-95F40802F7D7}"/>
          </ac:picMkLst>
        </pc:picChg>
        <pc:picChg chg="mod">
          <ac:chgData name="Tomáš Zuzčák" userId="S::tzuzcak@ohpen.com::e0ed375d-0f01-4f06-9166-4fdf76188cf7" providerId="AD" clId="Web-{47307FAD-FDB7-3699-AC97-3912020C4D01}" dt="2023-02-20T18:38:13.597" v="68" actId="1076"/>
          <ac:picMkLst>
            <pc:docMk/>
            <pc:sldMk cId="1726163092" sldId="5282"/>
            <ac:picMk id="9" creationId="{23242CDB-CF77-DF67-A1CC-DAD576B7444D}"/>
          </ac:picMkLst>
        </pc:picChg>
        <pc:picChg chg="mod">
          <ac:chgData name="Tomáš Zuzčák" userId="S::tzuzcak@ohpen.com::e0ed375d-0f01-4f06-9166-4fdf76188cf7" providerId="AD" clId="Web-{47307FAD-FDB7-3699-AC97-3912020C4D01}" dt="2023-02-20T18:38:13.612" v="69" actId="1076"/>
          <ac:picMkLst>
            <pc:docMk/>
            <pc:sldMk cId="1726163092" sldId="5282"/>
            <ac:picMk id="10" creationId="{6869A2BB-68E0-DF5E-0A32-4B21590F8EAC}"/>
          </ac:picMkLst>
        </pc:picChg>
        <pc:picChg chg="mod">
          <ac:chgData name="Tomáš Zuzčák" userId="S::tzuzcak@ohpen.com::e0ed375d-0f01-4f06-9166-4fdf76188cf7" providerId="AD" clId="Web-{47307FAD-FDB7-3699-AC97-3912020C4D01}" dt="2023-02-20T18:38:13.565" v="65" actId="1076"/>
          <ac:picMkLst>
            <pc:docMk/>
            <pc:sldMk cId="1726163092" sldId="5282"/>
            <ac:picMk id="12" creationId="{D4E516A3-B832-7121-DBD9-9BC5E1062AF8}"/>
          </ac:picMkLst>
        </pc:picChg>
      </pc:sldChg>
      <pc:sldChg chg="modSp">
        <pc:chgData name="Tomáš Zuzčák" userId="S::tzuzcak@ohpen.com::e0ed375d-0f01-4f06-9166-4fdf76188cf7" providerId="AD" clId="Web-{47307FAD-FDB7-3699-AC97-3912020C4D01}" dt="2023-02-20T18:35:14.827" v="24" actId="20577"/>
        <pc:sldMkLst>
          <pc:docMk/>
          <pc:sldMk cId="499051848" sldId="5283"/>
        </pc:sldMkLst>
        <pc:spChg chg="mod">
          <ac:chgData name="Tomáš Zuzčák" userId="S::tzuzcak@ohpen.com::e0ed375d-0f01-4f06-9166-4fdf76188cf7" providerId="AD" clId="Web-{47307FAD-FDB7-3699-AC97-3912020C4D01}" dt="2023-02-20T18:35:14.827" v="24" actId="20577"/>
          <ac:spMkLst>
            <pc:docMk/>
            <pc:sldMk cId="499051848" sldId="5283"/>
            <ac:spMk id="2" creationId="{A8F2AE97-60AE-0369-5A16-59CDF6FF4C1F}"/>
          </ac:spMkLst>
        </pc:spChg>
      </pc:sldChg>
      <pc:sldChg chg="modSp">
        <pc:chgData name="Tomáš Zuzčák" userId="S::tzuzcak@ohpen.com::e0ed375d-0f01-4f06-9166-4fdf76188cf7" providerId="AD" clId="Web-{47307FAD-FDB7-3699-AC97-3912020C4D01}" dt="2023-02-20T18:38:52.910" v="76" actId="1076"/>
        <pc:sldMkLst>
          <pc:docMk/>
          <pc:sldMk cId="551817574" sldId="5284"/>
        </pc:sldMkLst>
        <pc:picChg chg="mod">
          <ac:chgData name="Tomáš Zuzčák" userId="S::tzuzcak@ohpen.com::e0ed375d-0f01-4f06-9166-4fdf76188cf7" providerId="AD" clId="Web-{47307FAD-FDB7-3699-AC97-3912020C4D01}" dt="2023-02-20T18:38:52.910" v="76" actId="1076"/>
          <ac:picMkLst>
            <pc:docMk/>
            <pc:sldMk cId="551817574" sldId="5284"/>
            <ac:picMk id="4" creationId="{E8F76933-F65B-F67B-133C-AE99F846E43C}"/>
          </ac:picMkLst>
        </pc:picChg>
      </pc:sldChg>
      <pc:sldChg chg="addSp delSp modSp">
        <pc:chgData name="Tomáš Zuzčák" userId="S::tzuzcak@ohpen.com::e0ed375d-0f01-4f06-9166-4fdf76188cf7" providerId="AD" clId="Web-{47307FAD-FDB7-3699-AC97-3912020C4D01}" dt="2023-02-20T18:41:06.507" v="89" actId="1076"/>
        <pc:sldMkLst>
          <pc:docMk/>
          <pc:sldMk cId="2629294049" sldId="5285"/>
        </pc:sldMkLst>
        <pc:spChg chg="del mod">
          <ac:chgData name="Tomáš Zuzčák" userId="S::tzuzcak@ohpen.com::e0ed375d-0f01-4f06-9166-4fdf76188cf7" providerId="AD" clId="Web-{47307FAD-FDB7-3699-AC97-3912020C4D01}" dt="2023-02-20T18:40:56.835" v="87"/>
          <ac:spMkLst>
            <pc:docMk/>
            <pc:sldMk cId="2629294049" sldId="5285"/>
            <ac:spMk id="2" creationId="{6419F41D-5260-F986-0C6C-0D941126E251}"/>
          </ac:spMkLst>
        </pc:spChg>
        <pc:spChg chg="mod">
          <ac:chgData name="Tomáš Zuzčák" userId="S::tzuzcak@ohpen.com::e0ed375d-0f01-4f06-9166-4fdf76188cf7" providerId="AD" clId="Web-{47307FAD-FDB7-3699-AC97-3912020C4D01}" dt="2023-02-20T18:41:06.507" v="89" actId="1076"/>
          <ac:spMkLst>
            <pc:docMk/>
            <pc:sldMk cId="2629294049" sldId="5285"/>
            <ac:spMk id="3" creationId="{7E9DCBA1-D684-463C-76BD-1BED2637481C}"/>
          </ac:spMkLst>
        </pc:spChg>
        <pc:spChg chg="mod">
          <ac:chgData name="Tomáš Zuzčák" userId="S::tzuzcak@ohpen.com::e0ed375d-0f01-4f06-9166-4fdf76188cf7" providerId="AD" clId="Web-{47307FAD-FDB7-3699-AC97-3912020C4D01}" dt="2023-02-20T18:39:49.974" v="80" actId="20577"/>
          <ac:spMkLst>
            <pc:docMk/>
            <pc:sldMk cId="2629294049" sldId="5285"/>
            <ac:spMk id="5" creationId="{F87CBD02-5174-99EA-CA45-8525FF3C8BF6}"/>
          </ac:spMkLst>
        </pc:spChg>
        <pc:picChg chg="add mod">
          <ac:chgData name="Tomáš Zuzčák" userId="S::tzuzcak@ohpen.com::e0ed375d-0f01-4f06-9166-4fdf76188cf7" providerId="AD" clId="Web-{47307FAD-FDB7-3699-AC97-3912020C4D01}" dt="2023-02-20T18:41:00.507" v="88" actId="1076"/>
          <ac:picMkLst>
            <pc:docMk/>
            <pc:sldMk cId="2629294049" sldId="5285"/>
            <ac:picMk id="4" creationId="{33EB26A8-1FDC-8F49-2360-B0718E8648B8}"/>
          </ac:picMkLst>
        </pc:picChg>
      </pc:sldChg>
      <pc:sldChg chg="addSp delSp modSp">
        <pc:chgData name="Tomáš Zuzčák" userId="S::tzuzcak@ohpen.com::e0ed375d-0f01-4f06-9166-4fdf76188cf7" providerId="AD" clId="Web-{47307FAD-FDB7-3699-AC97-3912020C4D01}" dt="2023-02-20T18:49:47.504" v="149" actId="20577"/>
        <pc:sldMkLst>
          <pc:docMk/>
          <pc:sldMk cId="2086341495" sldId="5286"/>
        </pc:sldMkLst>
        <pc:spChg chg="del mod">
          <ac:chgData name="Tomáš Zuzčák" userId="S::tzuzcak@ohpen.com::e0ed375d-0f01-4f06-9166-4fdf76188cf7" providerId="AD" clId="Web-{47307FAD-FDB7-3699-AC97-3912020C4D01}" dt="2023-02-20T18:43:37.855" v="107"/>
          <ac:spMkLst>
            <pc:docMk/>
            <pc:sldMk cId="2086341495" sldId="5286"/>
            <ac:spMk id="2" creationId="{CA84320E-B4E8-8867-8F7E-FE255D670E95}"/>
          </ac:spMkLst>
        </pc:spChg>
        <pc:spChg chg="mod">
          <ac:chgData name="Tomáš Zuzčák" userId="S::tzuzcak@ohpen.com::e0ed375d-0f01-4f06-9166-4fdf76188cf7" providerId="AD" clId="Web-{47307FAD-FDB7-3699-AC97-3912020C4D01}" dt="2023-02-20T18:49:47.504" v="149" actId="20577"/>
          <ac:spMkLst>
            <pc:docMk/>
            <pc:sldMk cId="2086341495" sldId="5286"/>
            <ac:spMk id="3" creationId="{A68B75CF-7DCE-C1A4-9FCB-DDACB7ED870B}"/>
          </ac:spMkLst>
        </pc:spChg>
        <pc:spChg chg="mod">
          <ac:chgData name="Tomáš Zuzčák" userId="S::tzuzcak@ohpen.com::e0ed375d-0f01-4f06-9166-4fdf76188cf7" providerId="AD" clId="Web-{47307FAD-FDB7-3699-AC97-3912020C4D01}" dt="2023-02-20T18:44:20.887" v="115" actId="1076"/>
          <ac:spMkLst>
            <pc:docMk/>
            <pc:sldMk cId="2086341495" sldId="5286"/>
            <ac:spMk id="4" creationId="{68336435-A305-662F-3459-F4BE9BE1DDAF}"/>
          </ac:spMkLst>
        </pc:spChg>
        <pc:spChg chg="mod">
          <ac:chgData name="Tomáš Zuzčák" userId="S::tzuzcak@ohpen.com::e0ed375d-0f01-4f06-9166-4fdf76188cf7" providerId="AD" clId="Web-{47307FAD-FDB7-3699-AC97-3912020C4D01}" dt="2023-02-20T18:45:20.154" v="119" actId="1076"/>
          <ac:spMkLst>
            <pc:docMk/>
            <pc:sldMk cId="2086341495" sldId="5286"/>
            <ac:spMk id="5" creationId="{2DECCD09-46FC-EBAE-4FD0-2F527736B5DC}"/>
          </ac:spMkLst>
        </pc:spChg>
        <pc:spChg chg="mod">
          <ac:chgData name="Tomáš Zuzčák" userId="S::tzuzcak@ohpen.com::e0ed375d-0f01-4f06-9166-4fdf76188cf7" providerId="AD" clId="Web-{47307FAD-FDB7-3699-AC97-3912020C4D01}" dt="2023-02-20T18:43:34.777" v="106" actId="14100"/>
          <ac:spMkLst>
            <pc:docMk/>
            <pc:sldMk cId="2086341495" sldId="5286"/>
            <ac:spMk id="6" creationId="{097EF0F2-539A-EA70-7AB4-734902189E33}"/>
          </ac:spMkLst>
        </pc:spChg>
        <pc:spChg chg="mod">
          <ac:chgData name="Tomáš Zuzčák" userId="S::tzuzcak@ohpen.com::e0ed375d-0f01-4f06-9166-4fdf76188cf7" providerId="AD" clId="Web-{47307FAD-FDB7-3699-AC97-3912020C4D01}" dt="2023-02-20T18:44:29.403" v="116" actId="1076"/>
          <ac:spMkLst>
            <pc:docMk/>
            <pc:sldMk cId="2086341495" sldId="5286"/>
            <ac:spMk id="7" creationId="{B389E6DA-C6D4-1651-AACB-A81DD2B3FA68}"/>
          </ac:spMkLst>
        </pc:spChg>
        <pc:spChg chg="mod">
          <ac:chgData name="Tomáš Zuzčák" userId="S::tzuzcak@ohpen.com::e0ed375d-0f01-4f06-9166-4fdf76188cf7" providerId="AD" clId="Web-{47307FAD-FDB7-3699-AC97-3912020C4D01}" dt="2023-02-20T18:45:24.623" v="120" actId="1076"/>
          <ac:spMkLst>
            <pc:docMk/>
            <pc:sldMk cId="2086341495" sldId="5286"/>
            <ac:spMk id="10" creationId="{A0F2D953-244A-7884-B5BD-BFF93582949C}"/>
          </ac:spMkLst>
        </pc:spChg>
        <pc:picChg chg="add del mod">
          <ac:chgData name="Tomáš Zuzčák" userId="S::tzuzcak@ohpen.com::e0ed375d-0f01-4f06-9166-4fdf76188cf7" providerId="AD" clId="Web-{47307FAD-FDB7-3699-AC97-3912020C4D01}" dt="2023-02-20T18:46:05.952" v="123"/>
          <ac:picMkLst>
            <pc:docMk/>
            <pc:sldMk cId="2086341495" sldId="5286"/>
            <ac:picMk id="8" creationId="{0ED445C4-8C4A-8D53-F3F3-EC223A2C4889}"/>
          </ac:picMkLst>
        </pc:picChg>
        <pc:picChg chg="add del mod">
          <ac:chgData name="Tomáš Zuzčák" userId="S::tzuzcak@ohpen.com::e0ed375d-0f01-4f06-9166-4fdf76188cf7" providerId="AD" clId="Web-{47307FAD-FDB7-3699-AC97-3912020C4D01}" dt="2023-02-20T18:46:17.077" v="126"/>
          <ac:picMkLst>
            <pc:docMk/>
            <pc:sldMk cId="2086341495" sldId="5286"/>
            <ac:picMk id="9" creationId="{A4520D4D-A25F-3BFA-E74F-BC676B295BD0}"/>
          </ac:picMkLst>
        </pc:picChg>
        <pc:picChg chg="add del mod">
          <ac:chgData name="Tomáš Zuzčák" userId="S::tzuzcak@ohpen.com::e0ed375d-0f01-4f06-9166-4fdf76188cf7" providerId="AD" clId="Web-{47307FAD-FDB7-3699-AC97-3912020C4D01}" dt="2023-02-20T18:46:53.687" v="129"/>
          <ac:picMkLst>
            <pc:docMk/>
            <pc:sldMk cId="2086341495" sldId="5286"/>
            <ac:picMk id="12" creationId="{FC4876C0-5F2C-0813-B559-8D15943DA750}"/>
          </ac:picMkLst>
        </pc:picChg>
        <pc:picChg chg="add del mod">
          <ac:chgData name="Tomáš Zuzčák" userId="S::tzuzcak@ohpen.com::e0ed375d-0f01-4f06-9166-4fdf76188cf7" providerId="AD" clId="Web-{47307FAD-FDB7-3699-AC97-3912020C4D01}" dt="2023-02-20T18:47:11.282" v="131"/>
          <ac:picMkLst>
            <pc:docMk/>
            <pc:sldMk cId="2086341495" sldId="5286"/>
            <ac:picMk id="13" creationId="{7AF32513-C950-F798-F7E7-405B58BD21A5}"/>
          </ac:picMkLst>
        </pc:picChg>
        <pc:picChg chg="add del mod">
          <ac:chgData name="Tomáš Zuzčák" userId="S::tzuzcak@ohpen.com::e0ed375d-0f01-4f06-9166-4fdf76188cf7" providerId="AD" clId="Web-{47307FAD-FDB7-3699-AC97-3912020C4D01}" dt="2023-02-20T18:47:35.376" v="133"/>
          <ac:picMkLst>
            <pc:docMk/>
            <pc:sldMk cId="2086341495" sldId="5286"/>
            <ac:picMk id="14" creationId="{DB8BCEC7-6869-9DA2-1E8D-CA3F6CC168CC}"/>
          </ac:picMkLst>
        </pc:picChg>
        <pc:picChg chg="add mod">
          <ac:chgData name="Tomáš Zuzčák" userId="S::tzuzcak@ohpen.com::e0ed375d-0f01-4f06-9166-4fdf76188cf7" providerId="AD" clId="Web-{47307FAD-FDB7-3699-AC97-3912020C4D01}" dt="2023-02-20T18:48:34.221" v="137" actId="1076"/>
          <ac:picMkLst>
            <pc:docMk/>
            <pc:sldMk cId="2086341495" sldId="5286"/>
            <ac:picMk id="15" creationId="{DA6EF91C-CC2B-AC47-6177-8527F5481010}"/>
          </ac:picMkLst>
        </pc:picChg>
      </pc:sldChg>
      <pc:sldChg chg="modSp">
        <pc:chgData name="Tomáš Zuzčák" userId="S::tzuzcak@ohpen.com::e0ed375d-0f01-4f06-9166-4fdf76188cf7" providerId="AD" clId="Web-{47307FAD-FDB7-3699-AC97-3912020C4D01}" dt="2023-02-20T18:48:57.800" v="144" actId="20577"/>
        <pc:sldMkLst>
          <pc:docMk/>
          <pc:sldMk cId="3950297646" sldId="5287"/>
        </pc:sldMkLst>
        <pc:spChg chg="mod">
          <ac:chgData name="Tomáš Zuzčák" userId="S::tzuzcak@ohpen.com::e0ed375d-0f01-4f06-9166-4fdf76188cf7" providerId="AD" clId="Web-{47307FAD-FDB7-3699-AC97-3912020C4D01}" dt="2023-02-20T18:48:57.800" v="144" actId="20577"/>
          <ac:spMkLst>
            <pc:docMk/>
            <pc:sldMk cId="3950297646" sldId="5287"/>
            <ac:spMk id="6" creationId="{F48A7429-5EC5-03BD-1874-17D6D14DF028}"/>
          </ac:spMkLst>
        </pc:spChg>
      </pc:sldChg>
      <pc:sldChg chg="modSp">
        <pc:chgData name="Tomáš Zuzčák" userId="S::tzuzcak@ohpen.com::e0ed375d-0f01-4f06-9166-4fdf76188cf7" providerId="AD" clId="Web-{47307FAD-FDB7-3699-AC97-3912020C4D01}" dt="2023-02-20T18:49:22.191" v="145" actId="20577"/>
        <pc:sldMkLst>
          <pc:docMk/>
          <pc:sldMk cId="1419250024" sldId="5290"/>
        </pc:sldMkLst>
        <pc:spChg chg="mod">
          <ac:chgData name="Tomáš Zuzčák" userId="S::tzuzcak@ohpen.com::e0ed375d-0f01-4f06-9166-4fdf76188cf7" providerId="AD" clId="Web-{47307FAD-FDB7-3699-AC97-3912020C4D01}" dt="2023-02-20T18:49:22.191" v="145" actId="20577"/>
          <ac:spMkLst>
            <pc:docMk/>
            <pc:sldMk cId="1419250024" sldId="5290"/>
            <ac:spMk id="8" creationId="{A9752836-A286-7422-C826-13C376AB102F}"/>
          </ac:spMkLst>
        </pc:spChg>
      </pc:sldChg>
      <pc:sldChg chg="addSp delSp modSp mod ord modClrScheme chgLayout">
        <pc:chgData name="Tomáš Zuzčák" userId="S::tzuzcak@ohpen.com::e0ed375d-0f01-4f06-9166-4fdf76188cf7" providerId="AD" clId="Web-{47307FAD-FDB7-3699-AC97-3912020C4D01}" dt="2023-02-20T19:08:13.765" v="167"/>
        <pc:sldMkLst>
          <pc:docMk/>
          <pc:sldMk cId="735166595" sldId="5292"/>
        </pc:sldMkLst>
        <pc:spChg chg="mod ord">
          <ac:chgData name="Tomáš Zuzčák" userId="S::tzuzcak@ohpen.com::e0ed375d-0f01-4f06-9166-4fdf76188cf7" providerId="AD" clId="Web-{47307FAD-FDB7-3699-AC97-3912020C4D01}" dt="2023-02-20T19:07:20.499" v="155"/>
          <ac:spMkLst>
            <pc:docMk/>
            <pc:sldMk cId="735166595" sldId="5292"/>
            <ac:spMk id="2" creationId="{F3A9F2E2-FB3A-C022-52CC-C54F45C4C259}"/>
          </ac:spMkLst>
        </pc:spChg>
        <pc:spChg chg="mod ord">
          <ac:chgData name="Tomáš Zuzčák" userId="S::tzuzcak@ohpen.com::e0ed375d-0f01-4f06-9166-4fdf76188cf7" providerId="AD" clId="Web-{47307FAD-FDB7-3699-AC97-3912020C4D01}" dt="2023-02-20T19:07:20.499" v="155"/>
          <ac:spMkLst>
            <pc:docMk/>
            <pc:sldMk cId="735166595" sldId="5292"/>
            <ac:spMk id="3" creationId="{4ED2FF05-9DA0-6518-D27C-A69E55C44583}"/>
          </ac:spMkLst>
        </pc:spChg>
        <pc:spChg chg="add del">
          <ac:chgData name="Tomáš Zuzčák" userId="S::tzuzcak@ohpen.com::e0ed375d-0f01-4f06-9166-4fdf76188cf7" providerId="AD" clId="Web-{47307FAD-FDB7-3699-AC97-3912020C4D01}" dt="2023-02-20T19:07:20.499" v="155"/>
          <ac:spMkLst>
            <pc:docMk/>
            <pc:sldMk cId="735166595" sldId="5292"/>
            <ac:spMk id="4" creationId="{95679FE5-E22A-C49A-A853-0894EEB8C488}"/>
          </ac:spMkLst>
        </pc:spChg>
        <pc:spChg chg="add del">
          <ac:chgData name="Tomáš Zuzčák" userId="S::tzuzcak@ohpen.com::e0ed375d-0f01-4f06-9166-4fdf76188cf7" providerId="AD" clId="Web-{47307FAD-FDB7-3699-AC97-3912020C4D01}" dt="2023-02-20T19:07:20.499" v="155"/>
          <ac:spMkLst>
            <pc:docMk/>
            <pc:sldMk cId="735166595" sldId="5292"/>
            <ac:spMk id="5" creationId="{A948D62B-4E59-A877-0255-9450977049B8}"/>
          </ac:spMkLst>
        </pc:spChg>
        <pc:spChg chg="add del">
          <ac:chgData name="Tomáš Zuzčák" userId="S::tzuzcak@ohpen.com::e0ed375d-0f01-4f06-9166-4fdf76188cf7" providerId="AD" clId="Web-{47307FAD-FDB7-3699-AC97-3912020C4D01}" dt="2023-02-20T19:07:20.499" v="155"/>
          <ac:spMkLst>
            <pc:docMk/>
            <pc:sldMk cId="735166595" sldId="5292"/>
            <ac:spMk id="6" creationId="{51C52562-B4EA-0FAD-328D-1DBAA9F6F439}"/>
          </ac:spMkLst>
        </pc:spChg>
        <pc:spChg chg="add del">
          <ac:chgData name="Tomáš Zuzčák" userId="S::tzuzcak@ohpen.com::e0ed375d-0f01-4f06-9166-4fdf76188cf7" providerId="AD" clId="Web-{47307FAD-FDB7-3699-AC97-3912020C4D01}" dt="2023-02-20T19:07:20.499" v="155"/>
          <ac:spMkLst>
            <pc:docMk/>
            <pc:sldMk cId="735166595" sldId="5292"/>
            <ac:spMk id="7" creationId="{60478DAB-3678-9EE8-3469-D471C23D52C8}"/>
          </ac:spMkLst>
        </pc:spChg>
        <pc:spChg chg="add del">
          <ac:chgData name="Tomáš Zuzčák" userId="S::tzuzcak@ohpen.com::e0ed375d-0f01-4f06-9166-4fdf76188cf7" providerId="AD" clId="Web-{47307FAD-FDB7-3699-AC97-3912020C4D01}" dt="2023-02-20T19:07:20.499" v="155"/>
          <ac:spMkLst>
            <pc:docMk/>
            <pc:sldMk cId="735166595" sldId="5292"/>
            <ac:spMk id="8" creationId="{6972DED2-2784-66F2-77F5-90F858BF69E8}"/>
          </ac:spMkLst>
        </pc:spChg>
        <pc:spChg chg="add del">
          <ac:chgData name="Tomáš Zuzčák" userId="S::tzuzcak@ohpen.com::e0ed375d-0f01-4f06-9166-4fdf76188cf7" providerId="AD" clId="Web-{47307FAD-FDB7-3699-AC97-3912020C4D01}" dt="2023-02-20T19:07:20.499" v="155"/>
          <ac:spMkLst>
            <pc:docMk/>
            <pc:sldMk cId="735166595" sldId="5292"/>
            <ac:spMk id="9" creationId="{D61AB7C4-A4CA-0484-B9C3-36BB69259247}"/>
          </ac:spMkLst>
        </pc:spChg>
        <pc:spChg chg="mod ord">
          <ac:chgData name="Tomáš Zuzčák" userId="S::tzuzcak@ohpen.com::e0ed375d-0f01-4f06-9166-4fdf76188cf7" providerId="AD" clId="Web-{47307FAD-FDB7-3699-AC97-3912020C4D01}" dt="2023-02-20T19:07:20.499" v="155"/>
          <ac:spMkLst>
            <pc:docMk/>
            <pc:sldMk cId="735166595" sldId="5292"/>
            <ac:spMk id="10" creationId="{930079FF-F66D-49D9-325F-5D0E71C1E2B5}"/>
          </ac:spMkLst>
        </pc:spChg>
        <pc:spChg chg="mod ord">
          <ac:chgData name="Tomáš Zuzčák" userId="S::tzuzcak@ohpen.com::e0ed375d-0f01-4f06-9166-4fdf76188cf7" providerId="AD" clId="Web-{47307FAD-FDB7-3699-AC97-3912020C4D01}" dt="2023-02-20T19:07:20.499" v="155"/>
          <ac:spMkLst>
            <pc:docMk/>
            <pc:sldMk cId="735166595" sldId="5292"/>
            <ac:spMk id="11" creationId="{4FA6157E-B573-CA28-0575-8E6E690386D8}"/>
          </ac:spMkLst>
        </pc:spChg>
      </pc:sldChg>
      <pc:sldChg chg="del">
        <pc:chgData name="Tomáš Zuzčák" userId="S::tzuzcak@ohpen.com::e0ed375d-0f01-4f06-9166-4fdf76188cf7" providerId="AD" clId="Web-{47307FAD-FDB7-3699-AC97-3912020C4D01}" dt="2023-02-20T19:06:45.904" v="151"/>
        <pc:sldMkLst>
          <pc:docMk/>
          <pc:sldMk cId="4140674445" sldId="5294"/>
        </pc:sldMkLst>
      </pc:sldChg>
      <pc:sldChg chg="del">
        <pc:chgData name="Tomáš Zuzčák" userId="S::tzuzcak@ohpen.com::e0ed375d-0f01-4f06-9166-4fdf76188cf7" providerId="AD" clId="Web-{47307FAD-FDB7-3699-AC97-3912020C4D01}" dt="2023-02-20T19:06:49.607" v="152"/>
        <pc:sldMkLst>
          <pc:docMk/>
          <pc:sldMk cId="3995478573" sldId="5295"/>
        </pc:sldMkLst>
      </pc:sldChg>
      <pc:sldChg chg="delSp modSp new mod modClrScheme chgLayout">
        <pc:chgData name="Tomáš Zuzčák" userId="S::tzuzcak@ohpen.com::e0ed375d-0f01-4f06-9166-4fdf76188cf7" providerId="AD" clId="Web-{47307FAD-FDB7-3699-AC97-3912020C4D01}" dt="2023-02-20T19:53:23.144" v="415" actId="20577"/>
        <pc:sldMkLst>
          <pc:docMk/>
          <pc:sldMk cId="490260084" sldId="5297"/>
        </pc:sldMkLst>
        <pc:spChg chg="mod ord">
          <ac:chgData name="Tomáš Zuzčák" userId="S::tzuzcak@ohpen.com::e0ed375d-0f01-4f06-9166-4fdf76188cf7" providerId="AD" clId="Web-{47307FAD-FDB7-3699-AC97-3912020C4D01}" dt="2023-02-20T19:53:23.144" v="415" actId="20577"/>
          <ac:spMkLst>
            <pc:docMk/>
            <pc:sldMk cId="490260084" sldId="5297"/>
            <ac:spMk id="2" creationId="{C9DDCA4D-AB96-2D14-CD05-E65C73A0695C}"/>
          </ac:spMkLst>
        </pc:spChg>
        <pc:spChg chg="del">
          <ac:chgData name="Tomáš Zuzčák" userId="S::tzuzcak@ohpen.com::e0ed375d-0f01-4f06-9166-4fdf76188cf7" providerId="AD" clId="Web-{47307FAD-FDB7-3699-AC97-3912020C4D01}" dt="2023-02-20T19:07:28.436" v="156"/>
          <ac:spMkLst>
            <pc:docMk/>
            <pc:sldMk cId="490260084" sldId="5297"/>
            <ac:spMk id="3" creationId="{36B5712E-8DF0-C18C-4D16-B6883CADFA3E}"/>
          </ac:spMkLst>
        </pc:spChg>
        <pc:spChg chg="del">
          <ac:chgData name="Tomáš Zuzčák" userId="S::tzuzcak@ohpen.com::e0ed375d-0f01-4f06-9166-4fdf76188cf7" providerId="AD" clId="Web-{47307FAD-FDB7-3699-AC97-3912020C4D01}" dt="2023-02-20T19:07:28.436" v="156"/>
          <ac:spMkLst>
            <pc:docMk/>
            <pc:sldMk cId="490260084" sldId="5297"/>
            <ac:spMk id="4" creationId="{B0E77376-2373-57F3-CA9C-DBDD430079A9}"/>
          </ac:spMkLst>
        </pc:spChg>
        <pc:spChg chg="del">
          <ac:chgData name="Tomáš Zuzčák" userId="S::tzuzcak@ohpen.com::e0ed375d-0f01-4f06-9166-4fdf76188cf7" providerId="AD" clId="Web-{47307FAD-FDB7-3699-AC97-3912020C4D01}" dt="2023-02-20T19:07:28.436" v="156"/>
          <ac:spMkLst>
            <pc:docMk/>
            <pc:sldMk cId="490260084" sldId="5297"/>
            <ac:spMk id="5" creationId="{A29D06FE-83B2-4E40-117B-7274BB0B4D11}"/>
          </ac:spMkLst>
        </pc:spChg>
        <pc:spChg chg="del">
          <ac:chgData name="Tomáš Zuzčák" userId="S::tzuzcak@ohpen.com::e0ed375d-0f01-4f06-9166-4fdf76188cf7" providerId="AD" clId="Web-{47307FAD-FDB7-3699-AC97-3912020C4D01}" dt="2023-02-20T19:07:28.436" v="156"/>
          <ac:spMkLst>
            <pc:docMk/>
            <pc:sldMk cId="490260084" sldId="5297"/>
            <ac:spMk id="6" creationId="{4D7A9B11-0F19-E5B4-1214-41E9F923F533}"/>
          </ac:spMkLst>
        </pc:spChg>
        <pc:spChg chg="del">
          <ac:chgData name="Tomáš Zuzčák" userId="S::tzuzcak@ohpen.com::e0ed375d-0f01-4f06-9166-4fdf76188cf7" providerId="AD" clId="Web-{47307FAD-FDB7-3699-AC97-3912020C4D01}" dt="2023-02-20T19:07:28.436" v="156"/>
          <ac:spMkLst>
            <pc:docMk/>
            <pc:sldMk cId="490260084" sldId="5297"/>
            <ac:spMk id="7" creationId="{81870657-8266-C6DB-BBBF-93C1A51AF9FB}"/>
          </ac:spMkLst>
        </pc:spChg>
        <pc:spChg chg="del">
          <ac:chgData name="Tomáš Zuzčák" userId="S::tzuzcak@ohpen.com::e0ed375d-0f01-4f06-9166-4fdf76188cf7" providerId="AD" clId="Web-{47307FAD-FDB7-3699-AC97-3912020C4D01}" dt="2023-02-20T19:07:28.436" v="156"/>
          <ac:spMkLst>
            <pc:docMk/>
            <pc:sldMk cId="490260084" sldId="5297"/>
            <ac:spMk id="8" creationId="{E45E4819-4D85-3EBB-76C0-02321492976C}"/>
          </ac:spMkLst>
        </pc:spChg>
        <pc:spChg chg="del">
          <ac:chgData name="Tomáš Zuzčák" userId="S::tzuzcak@ohpen.com::e0ed375d-0f01-4f06-9166-4fdf76188cf7" providerId="AD" clId="Web-{47307FAD-FDB7-3699-AC97-3912020C4D01}" dt="2023-02-20T19:07:28.436" v="156"/>
          <ac:spMkLst>
            <pc:docMk/>
            <pc:sldMk cId="490260084" sldId="5297"/>
            <ac:spMk id="9" creationId="{CB86B5A6-3AD1-D91E-BC73-88C339E67262}"/>
          </ac:spMkLst>
        </pc:spChg>
        <pc:spChg chg="mod ord">
          <ac:chgData name="Tomáš Zuzčák" userId="S::tzuzcak@ohpen.com::e0ed375d-0f01-4f06-9166-4fdf76188cf7" providerId="AD" clId="Web-{47307FAD-FDB7-3699-AC97-3912020C4D01}" dt="2023-02-20T19:07:55.062" v="165" actId="20577"/>
          <ac:spMkLst>
            <pc:docMk/>
            <pc:sldMk cId="490260084" sldId="5297"/>
            <ac:spMk id="10" creationId="{B901AF78-2A04-EE67-D960-FA62930EC0F6}"/>
          </ac:spMkLst>
        </pc:spChg>
        <pc:spChg chg="del">
          <ac:chgData name="Tomáš Zuzčák" userId="S::tzuzcak@ohpen.com::e0ed375d-0f01-4f06-9166-4fdf76188cf7" providerId="AD" clId="Web-{47307FAD-FDB7-3699-AC97-3912020C4D01}" dt="2023-02-20T19:07:28.436" v="156"/>
          <ac:spMkLst>
            <pc:docMk/>
            <pc:sldMk cId="490260084" sldId="5297"/>
            <ac:spMk id="11" creationId="{AFCB6E04-6F85-28B5-0F0B-E90E12E1156D}"/>
          </ac:spMkLst>
        </pc:spChg>
      </pc:sldChg>
      <pc:sldChg chg="addSp modSp new mod modClrScheme chgLayout">
        <pc:chgData name="Tomáš Zuzčák" userId="S::tzuzcak@ohpen.com::e0ed375d-0f01-4f06-9166-4fdf76188cf7" providerId="AD" clId="Web-{47307FAD-FDB7-3699-AC97-3912020C4D01}" dt="2023-02-20T20:19:25.275" v="533" actId="20577"/>
        <pc:sldMkLst>
          <pc:docMk/>
          <pc:sldMk cId="454107279" sldId="5298"/>
        </pc:sldMkLst>
        <pc:spChg chg="mod ord">
          <ac:chgData name="Tomáš Zuzčák" userId="S::tzuzcak@ohpen.com::e0ed375d-0f01-4f06-9166-4fdf76188cf7" providerId="AD" clId="Web-{47307FAD-FDB7-3699-AC97-3912020C4D01}" dt="2023-02-20T19:12:26.334" v="176" actId="14100"/>
          <ac:spMkLst>
            <pc:docMk/>
            <pc:sldMk cId="454107279" sldId="5298"/>
            <ac:spMk id="2" creationId="{F0FE72EF-461D-7764-9E83-F5264A037299}"/>
          </ac:spMkLst>
        </pc:spChg>
        <pc:spChg chg="mod ord">
          <ac:chgData name="Tomáš Zuzčák" userId="S::tzuzcak@ohpen.com::e0ed375d-0f01-4f06-9166-4fdf76188cf7" providerId="AD" clId="Web-{47307FAD-FDB7-3699-AC97-3912020C4D01}" dt="2023-02-20T19:53:28.081" v="417" actId="20577"/>
          <ac:spMkLst>
            <pc:docMk/>
            <pc:sldMk cId="454107279" sldId="5298"/>
            <ac:spMk id="3" creationId="{CB824A9D-B718-8CB6-279B-C066288EB156}"/>
          </ac:spMkLst>
        </pc:spChg>
        <pc:spChg chg="add mod">
          <ac:chgData name="Tomáš Zuzčák" userId="S::tzuzcak@ohpen.com::e0ed375d-0f01-4f06-9166-4fdf76188cf7" providerId="AD" clId="Web-{47307FAD-FDB7-3699-AC97-3912020C4D01}" dt="2023-02-20T20:19:25.275" v="533" actId="20577"/>
          <ac:spMkLst>
            <pc:docMk/>
            <pc:sldMk cId="454107279" sldId="5298"/>
            <ac:spMk id="4" creationId="{F860B8CE-EE79-0B31-B3FC-C2F810744960}"/>
          </ac:spMkLst>
        </pc:spChg>
      </pc:sldChg>
      <pc:sldChg chg="addSp delSp modSp new">
        <pc:chgData name="Tomáš Zuzčák" userId="S::tzuzcak@ohpen.com::e0ed375d-0f01-4f06-9166-4fdf76188cf7" providerId="AD" clId="Web-{47307FAD-FDB7-3699-AC97-3912020C4D01}" dt="2023-02-20T19:51:37.016" v="408"/>
        <pc:sldMkLst>
          <pc:docMk/>
          <pc:sldMk cId="2096804820" sldId="5299"/>
        </pc:sldMkLst>
        <pc:spChg chg="del">
          <ac:chgData name="Tomáš Zuzčák" userId="S::tzuzcak@ohpen.com::e0ed375d-0f01-4f06-9166-4fdf76188cf7" providerId="AD" clId="Web-{47307FAD-FDB7-3699-AC97-3912020C4D01}" dt="2023-02-20T19:51:32.156" v="407"/>
          <ac:spMkLst>
            <pc:docMk/>
            <pc:sldMk cId="2096804820" sldId="5299"/>
            <ac:spMk id="2" creationId="{FDC987E7-3554-7517-BB0C-AAE25E5E6F79}"/>
          </ac:spMkLst>
        </pc:spChg>
        <pc:spChg chg="del">
          <ac:chgData name="Tomáš Zuzčák" userId="S::tzuzcak@ohpen.com::e0ed375d-0f01-4f06-9166-4fdf76188cf7" providerId="AD" clId="Web-{47307FAD-FDB7-3699-AC97-3912020C4D01}" dt="2023-02-20T19:51:37.016" v="408"/>
          <ac:spMkLst>
            <pc:docMk/>
            <pc:sldMk cId="2096804820" sldId="5299"/>
            <ac:spMk id="3" creationId="{631DDE12-8B55-245E-F444-E641EC89E4AA}"/>
          </ac:spMkLst>
        </pc:spChg>
        <pc:picChg chg="add mod">
          <ac:chgData name="Tomáš Zuzčák" userId="S::tzuzcak@ohpen.com::e0ed375d-0f01-4f06-9166-4fdf76188cf7" providerId="AD" clId="Web-{47307FAD-FDB7-3699-AC97-3912020C4D01}" dt="2023-02-20T19:51:30.063" v="406" actId="1076"/>
          <ac:picMkLst>
            <pc:docMk/>
            <pc:sldMk cId="2096804820" sldId="5299"/>
            <ac:picMk id="4" creationId="{5A291040-F916-0C87-B753-2286EA7E2F28}"/>
          </ac:picMkLst>
        </pc:picChg>
      </pc:sldChg>
      <pc:sldChg chg="new del">
        <pc:chgData name="Tomáš Zuzčák" userId="S::tzuzcak@ohpen.com::e0ed375d-0f01-4f06-9166-4fdf76188cf7" providerId="AD" clId="Web-{47307FAD-FDB7-3699-AC97-3912020C4D01}" dt="2023-02-20T19:12:41.835" v="178"/>
        <pc:sldMkLst>
          <pc:docMk/>
          <pc:sldMk cId="3092806421" sldId="5299"/>
        </pc:sldMkLst>
      </pc:sldChg>
      <pc:sldChg chg="modSp new">
        <pc:chgData name="Tomáš Zuzčák" userId="S::tzuzcak@ohpen.com::e0ed375d-0f01-4f06-9166-4fdf76188cf7" providerId="AD" clId="Web-{47307FAD-FDB7-3699-AC97-3912020C4D01}" dt="2023-02-20T20:03:33.189" v="477" actId="20577"/>
        <pc:sldMkLst>
          <pc:docMk/>
          <pc:sldMk cId="1078962347" sldId="5300"/>
        </pc:sldMkLst>
        <pc:spChg chg="mod">
          <ac:chgData name="Tomáš Zuzčák" userId="S::tzuzcak@ohpen.com::e0ed375d-0f01-4f06-9166-4fdf76188cf7" providerId="AD" clId="Web-{47307FAD-FDB7-3699-AC97-3912020C4D01}" dt="2023-02-20T20:03:33.189" v="477" actId="20577"/>
          <ac:spMkLst>
            <pc:docMk/>
            <pc:sldMk cId="1078962347" sldId="5300"/>
            <ac:spMk id="2" creationId="{2AE6BAB2-12E5-5A94-84B6-559BE2A71E46}"/>
          </ac:spMkLst>
        </pc:spChg>
        <pc:spChg chg="mod">
          <ac:chgData name="Tomáš Zuzčák" userId="S::tzuzcak@ohpen.com::e0ed375d-0f01-4f06-9166-4fdf76188cf7" providerId="AD" clId="Web-{47307FAD-FDB7-3699-AC97-3912020C4D01}" dt="2023-02-20T19:53:36.597" v="419" actId="20577"/>
          <ac:spMkLst>
            <pc:docMk/>
            <pc:sldMk cId="1078962347" sldId="5300"/>
            <ac:spMk id="3" creationId="{5B5FB42F-4302-EC8A-0E42-D647029C244A}"/>
          </ac:spMkLst>
        </pc:spChg>
      </pc:sldChg>
      <pc:sldChg chg="addSp modSp new">
        <pc:chgData name="Tomáš Zuzčák" userId="S::tzuzcak@ohpen.com::e0ed375d-0f01-4f06-9166-4fdf76188cf7" providerId="AD" clId="Web-{47307FAD-FDB7-3699-AC97-3912020C4D01}" dt="2023-02-20T20:43:19.402" v="702" actId="20577"/>
        <pc:sldMkLst>
          <pc:docMk/>
          <pc:sldMk cId="90292855" sldId="5301"/>
        </pc:sldMkLst>
        <pc:spChg chg="mod">
          <ac:chgData name="Tomáš Zuzčák" userId="S::tzuzcak@ohpen.com::e0ed375d-0f01-4f06-9166-4fdf76188cf7" providerId="AD" clId="Web-{47307FAD-FDB7-3699-AC97-3912020C4D01}" dt="2023-02-20T20:21:54.309" v="563" actId="20577"/>
          <ac:spMkLst>
            <pc:docMk/>
            <pc:sldMk cId="90292855" sldId="5301"/>
            <ac:spMk id="2" creationId="{601CC64D-CDFF-588C-9A8D-24458C55D1FE}"/>
          </ac:spMkLst>
        </pc:spChg>
        <pc:spChg chg="mod">
          <ac:chgData name="Tomáš Zuzčák" userId="S::tzuzcak@ohpen.com::e0ed375d-0f01-4f06-9166-4fdf76188cf7" providerId="AD" clId="Web-{47307FAD-FDB7-3699-AC97-3912020C4D01}" dt="2023-02-20T20:43:19.402" v="702" actId="20577"/>
          <ac:spMkLst>
            <pc:docMk/>
            <pc:sldMk cId="90292855" sldId="5301"/>
            <ac:spMk id="3" creationId="{5A95D6F2-3833-94E1-DAE6-81E08BF97EB8}"/>
          </ac:spMkLst>
        </pc:spChg>
        <pc:spChg chg="add mod">
          <ac:chgData name="Tomáš Zuzčák" userId="S::tzuzcak@ohpen.com::e0ed375d-0f01-4f06-9166-4fdf76188cf7" providerId="AD" clId="Web-{47307FAD-FDB7-3699-AC97-3912020C4D01}" dt="2023-02-20T20:27:16.473" v="616" actId="20577"/>
          <ac:spMkLst>
            <pc:docMk/>
            <pc:sldMk cId="90292855" sldId="5301"/>
            <ac:spMk id="4" creationId="{F248FFCC-5F24-09D1-B5BB-068308F4F8A9}"/>
          </ac:spMkLst>
        </pc:spChg>
        <pc:picChg chg="add mod">
          <ac:chgData name="Tomáš Zuzčák" userId="S::tzuzcak@ohpen.com::e0ed375d-0f01-4f06-9166-4fdf76188cf7" providerId="AD" clId="Web-{47307FAD-FDB7-3699-AC97-3912020C4D01}" dt="2023-02-20T20:29:17.867" v="621" actId="14100"/>
          <ac:picMkLst>
            <pc:docMk/>
            <pc:sldMk cId="90292855" sldId="5301"/>
            <ac:picMk id="5" creationId="{20A51C1F-716E-5833-2BB6-163D03F16D5C}"/>
          </ac:picMkLst>
        </pc:picChg>
      </pc:sldChg>
      <pc:sldChg chg="new del">
        <pc:chgData name="Tomáš Zuzčák" userId="S::tzuzcak@ohpen.com::e0ed375d-0f01-4f06-9166-4fdf76188cf7" providerId="AD" clId="Web-{47307FAD-FDB7-3699-AC97-3912020C4D01}" dt="2023-02-20T20:04:33.910" v="530"/>
        <pc:sldMkLst>
          <pc:docMk/>
          <pc:sldMk cId="2967476283" sldId="5301"/>
        </pc:sldMkLst>
      </pc:sldChg>
      <pc:sldChg chg="addSp delSp modSp new">
        <pc:chgData name="Tomáš Zuzčák" userId="S::tzuzcak@ohpen.com::e0ed375d-0f01-4f06-9166-4fdf76188cf7" providerId="AD" clId="Web-{47307FAD-FDB7-3699-AC97-3912020C4D01}" dt="2023-02-20T20:43:25.637" v="704" actId="20577"/>
        <pc:sldMkLst>
          <pc:docMk/>
          <pc:sldMk cId="1324938473" sldId="5302"/>
        </pc:sldMkLst>
        <pc:spChg chg="del mod">
          <ac:chgData name="Tomáš Zuzčák" userId="S::tzuzcak@ohpen.com::e0ed375d-0f01-4f06-9166-4fdf76188cf7" providerId="AD" clId="Web-{47307FAD-FDB7-3699-AC97-3912020C4D01}" dt="2023-02-20T20:29:49.446" v="638"/>
          <ac:spMkLst>
            <pc:docMk/>
            <pc:sldMk cId="1324938473" sldId="5302"/>
            <ac:spMk id="2" creationId="{857C92D1-712A-7985-539A-75552E2920B2}"/>
          </ac:spMkLst>
        </pc:spChg>
        <pc:spChg chg="mod">
          <ac:chgData name="Tomáš Zuzčák" userId="S::tzuzcak@ohpen.com::e0ed375d-0f01-4f06-9166-4fdf76188cf7" providerId="AD" clId="Web-{47307FAD-FDB7-3699-AC97-3912020C4D01}" dt="2023-02-20T20:43:25.637" v="704" actId="20577"/>
          <ac:spMkLst>
            <pc:docMk/>
            <pc:sldMk cId="1324938473" sldId="5302"/>
            <ac:spMk id="3" creationId="{DED9C42F-C52A-FACB-10D4-9016C64BF15C}"/>
          </ac:spMkLst>
        </pc:spChg>
        <pc:spChg chg="add mod">
          <ac:chgData name="Tomáš Zuzčák" userId="S::tzuzcak@ohpen.com::e0ed375d-0f01-4f06-9166-4fdf76188cf7" providerId="AD" clId="Web-{47307FAD-FDB7-3699-AC97-3912020C4D01}" dt="2023-02-20T20:41:04.884" v="694" actId="20577"/>
          <ac:spMkLst>
            <pc:docMk/>
            <pc:sldMk cId="1324938473" sldId="5302"/>
            <ac:spMk id="4" creationId="{D3798695-4DA6-2580-5B35-006EE58D005D}"/>
          </ac:spMkLst>
        </pc:spChg>
        <pc:picChg chg="add mod">
          <ac:chgData name="Tomáš Zuzčák" userId="S::tzuzcak@ohpen.com::e0ed375d-0f01-4f06-9166-4fdf76188cf7" providerId="AD" clId="Web-{47307FAD-FDB7-3699-AC97-3912020C4D01}" dt="2023-02-20T20:41:32.728" v="700" actId="1076"/>
          <ac:picMkLst>
            <pc:docMk/>
            <pc:sldMk cId="1324938473" sldId="5302"/>
            <ac:picMk id="5" creationId="{B6112E6B-4F0D-631D-F069-77A2A68A973E}"/>
          </ac:picMkLst>
        </pc:picChg>
      </pc:sldChg>
      <pc:sldChg chg="addSp delSp modSp new">
        <pc:chgData name="Tomáš Zuzčák" userId="S::tzuzcak@ohpen.com::e0ed375d-0f01-4f06-9166-4fdf76188cf7" providerId="AD" clId="Web-{47307FAD-FDB7-3699-AC97-3912020C4D01}" dt="2023-02-20T20:51:47.149" v="744" actId="14100"/>
        <pc:sldMkLst>
          <pc:docMk/>
          <pc:sldMk cId="739384040" sldId="5303"/>
        </pc:sldMkLst>
        <pc:spChg chg="del">
          <ac:chgData name="Tomáš Zuzčák" userId="S::tzuzcak@ohpen.com::e0ed375d-0f01-4f06-9166-4fdf76188cf7" providerId="AD" clId="Web-{47307FAD-FDB7-3699-AC97-3912020C4D01}" dt="2023-02-20T20:43:45.247" v="707"/>
          <ac:spMkLst>
            <pc:docMk/>
            <pc:sldMk cId="739384040" sldId="5303"/>
            <ac:spMk id="2" creationId="{B03DF229-B6E2-1F37-9DD1-9D65DC3A078A}"/>
          </ac:spMkLst>
        </pc:spChg>
        <pc:spChg chg="mod">
          <ac:chgData name="Tomáš Zuzčák" userId="S::tzuzcak@ohpen.com::e0ed375d-0f01-4f06-9166-4fdf76188cf7" providerId="AD" clId="Web-{47307FAD-FDB7-3699-AC97-3912020C4D01}" dt="2023-02-20T20:43:30.700" v="706" actId="20577"/>
          <ac:spMkLst>
            <pc:docMk/>
            <pc:sldMk cId="739384040" sldId="5303"/>
            <ac:spMk id="3" creationId="{042217D8-4A9B-E99D-0256-61E2F5BA28A2}"/>
          </ac:spMkLst>
        </pc:spChg>
        <pc:spChg chg="add mod">
          <ac:chgData name="Tomáš Zuzčák" userId="S::tzuzcak@ohpen.com::e0ed375d-0f01-4f06-9166-4fdf76188cf7" providerId="AD" clId="Web-{47307FAD-FDB7-3699-AC97-3912020C4D01}" dt="2023-02-20T20:51:33.102" v="741" actId="20577"/>
          <ac:spMkLst>
            <pc:docMk/>
            <pc:sldMk cId="739384040" sldId="5303"/>
            <ac:spMk id="4" creationId="{201C9059-B86A-EE5E-74CA-47C9217011C6}"/>
          </ac:spMkLst>
        </pc:spChg>
        <pc:picChg chg="add mod">
          <ac:chgData name="Tomáš Zuzčák" userId="S::tzuzcak@ohpen.com::e0ed375d-0f01-4f06-9166-4fdf76188cf7" providerId="AD" clId="Web-{47307FAD-FDB7-3699-AC97-3912020C4D01}" dt="2023-02-20T20:51:47.149" v="744" actId="14100"/>
          <ac:picMkLst>
            <pc:docMk/>
            <pc:sldMk cId="739384040" sldId="5303"/>
            <ac:picMk id="5" creationId="{377A501D-4513-DA91-8534-875E3B580800}"/>
          </ac:picMkLst>
        </pc:picChg>
      </pc:sldChg>
      <pc:sldChg chg="addSp delSp modSp new">
        <pc:chgData name="Tomáš Zuzčák" userId="S::tzuzcak@ohpen.com::e0ed375d-0f01-4f06-9166-4fdf76188cf7" providerId="AD" clId="Web-{47307FAD-FDB7-3699-AC97-3912020C4D01}" dt="2023-02-20T21:08:31.532" v="907" actId="20577"/>
        <pc:sldMkLst>
          <pc:docMk/>
          <pc:sldMk cId="1336065149" sldId="5304"/>
        </pc:sldMkLst>
        <pc:spChg chg="del">
          <ac:chgData name="Tomáš Zuzčák" userId="S::tzuzcak@ohpen.com::e0ed375d-0f01-4f06-9166-4fdf76188cf7" providerId="AD" clId="Web-{47307FAD-FDB7-3699-AC97-3912020C4D01}" dt="2023-02-20T20:52:20.947" v="746"/>
          <ac:spMkLst>
            <pc:docMk/>
            <pc:sldMk cId="1336065149" sldId="5304"/>
            <ac:spMk id="2" creationId="{AC32CDF7-3FAC-AFC3-575B-018F4AA70A28}"/>
          </ac:spMkLst>
        </pc:spChg>
        <pc:spChg chg="mod">
          <ac:chgData name="Tomáš Zuzčák" userId="S::tzuzcak@ohpen.com::e0ed375d-0f01-4f06-9166-4fdf76188cf7" providerId="AD" clId="Web-{47307FAD-FDB7-3699-AC97-3912020C4D01}" dt="2023-02-20T20:53:39.058" v="765" actId="20577"/>
          <ac:spMkLst>
            <pc:docMk/>
            <pc:sldMk cId="1336065149" sldId="5304"/>
            <ac:spMk id="3" creationId="{AD7C6A85-92F3-F048-B156-277FB94E60AE}"/>
          </ac:spMkLst>
        </pc:spChg>
        <pc:spChg chg="add mod">
          <ac:chgData name="Tomáš Zuzčák" userId="S::tzuzcak@ohpen.com::e0ed375d-0f01-4f06-9166-4fdf76188cf7" providerId="AD" clId="Web-{47307FAD-FDB7-3699-AC97-3912020C4D01}" dt="2023-02-20T21:08:31.532" v="907" actId="20577"/>
          <ac:spMkLst>
            <pc:docMk/>
            <pc:sldMk cId="1336065149" sldId="5304"/>
            <ac:spMk id="4" creationId="{26520648-E3BF-8092-025E-0080A35AEFC8}"/>
          </ac:spMkLst>
        </pc:spChg>
        <pc:picChg chg="add mod">
          <ac:chgData name="Tomáš Zuzčák" userId="S::tzuzcak@ohpen.com::e0ed375d-0f01-4f06-9166-4fdf76188cf7" providerId="AD" clId="Web-{47307FAD-FDB7-3699-AC97-3912020C4D01}" dt="2023-02-20T21:08:20.001" v="896" actId="1076"/>
          <ac:picMkLst>
            <pc:docMk/>
            <pc:sldMk cId="1336065149" sldId="5304"/>
            <ac:picMk id="5" creationId="{CA6E23FC-3BC0-1F44-14FC-AB633252FCDE}"/>
          </ac:picMkLst>
        </pc:picChg>
      </pc:sldChg>
    </pc:docChg>
  </pc:docChgLst>
  <pc:docChgLst>
    <pc:chgData name="Tomáš Zuzčák" userId="S::tzuzcak@ohpen.com::e0ed375d-0f01-4f06-9166-4fdf76188cf7" providerId="AD" clId="Web-{3AE06B72-885D-6FF6-BD0A-4C4E0126BEA9}"/>
    <pc:docChg chg="addSld delSld modSld">
      <pc:chgData name="Tomáš Zuzčák" userId="S::tzuzcak@ohpen.com::e0ed375d-0f01-4f06-9166-4fdf76188cf7" providerId="AD" clId="Web-{3AE06B72-885D-6FF6-BD0A-4C4E0126BEA9}" dt="2023-02-21T12:41:47.995" v="169" actId="1076"/>
      <pc:docMkLst>
        <pc:docMk/>
      </pc:docMkLst>
      <pc:sldChg chg="modSp">
        <pc:chgData name="Tomáš Zuzčák" userId="S::tzuzcak@ohpen.com::e0ed375d-0f01-4f06-9166-4fdf76188cf7" providerId="AD" clId="Web-{3AE06B72-885D-6FF6-BD0A-4C4E0126BEA9}" dt="2023-02-21T11:48:12.366" v="8" actId="20577"/>
        <pc:sldMkLst>
          <pc:docMk/>
          <pc:sldMk cId="2651457354" sldId="5308"/>
        </pc:sldMkLst>
        <pc:spChg chg="mod">
          <ac:chgData name="Tomáš Zuzčák" userId="S::tzuzcak@ohpen.com::e0ed375d-0f01-4f06-9166-4fdf76188cf7" providerId="AD" clId="Web-{3AE06B72-885D-6FF6-BD0A-4C4E0126BEA9}" dt="2023-02-21T11:48:12.366" v="8" actId="20577"/>
          <ac:spMkLst>
            <pc:docMk/>
            <pc:sldMk cId="2651457354" sldId="5308"/>
            <ac:spMk id="3" creationId="{551094EC-7B70-90B4-0AD4-9980123D3F77}"/>
          </ac:spMkLst>
        </pc:spChg>
      </pc:sldChg>
      <pc:sldChg chg="addSp modSp new">
        <pc:chgData name="Tomáš Zuzčák" userId="S::tzuzcak@ohpen.com::e0ed375d-0f01-4f06-9166-4fdf76188cf7" providerId="AD" clId="Web-{3AE06B72-885D-6FF6-BD0A-4C4E0126BEA9}" dt="2023-02-21T12:10:10.009" v="64" actId="20577"/>
        <pc:sldMkLst>
          <pc:docMk/>
          <pc:sldMk cId="3702957352" sldId="5309"/>
        </pc:sldMkLst>
        <pc:spChg chg="mod">
          <ac:chgData name="Tomáš Zuzčák" userId="S::tzuzcak@ohpen.com::e0ed375d-0f01-4f06-9166-4fdf76188cf7" providerId="AD" clId="Web-{3AE06B72-885D-6FF6-BD0A-4C4E0126BEA9}" dt="2023-02-21T11:47:49.662" v="6" actId="20577"/>
          <ac:spMkLst>
            <pc:docMk/>
            <pc:sldMk cId="3702957352" sldId="5309"/>
            <ac:spMk id="2" creationId="{10F16D39-3768-34B3-6531-878DB2E76BA8}"/>
          </ac:spMkLst>
        </pc:spChg>
        <pc:spChg chg="mod">
          <ac:chgData name="Tomáš Zuzčák" userId="S::tzuzcak@ohpen.com::e0ed375d-0f01-4f06-9166-4fdf76188cf7" providerId="AD" clId="Web-{3AE06B72-885D-6FF6-BD0A-4C4E0126BEA9}" dt="2023-02-21T11:48:46.570" v="11" actId="20577"/>
          <ac:spMkLst>
            <pc:docMk/>
            <pc:sldMk cId="3702957352" sldId="5309"/>
            <ac:spMk id="3" creationId="{32A6EA3F-7A01-9CAF-C76C-4D99B7BE179E}"/>
          </ac:spMkLst>
        </pc:spChg>
        <pc:spChg chg="add mod">
          <ac:chgData name="Tomáš Zuzčák" userId="S::tzuzcak@ohpen.com::e0ed375d-0f01-4f06-9166-4fdf76188cf7" providerId="AD" clId="Web-{3AE06B72-885D-6FF6-BD0A-4C4E0126BEA9}" dt="2023-02-21T12:10:10.009" v="64" actId="20577"/>
          <ac:spMkLst>
            <pc:docMk/>
            <pc:sldMk cId="3702957352" sldId="5309"/>
            <ac:spMk id="4" creationId="{ED25A846-F6A0-6987-CDE1-58697842D2F2}"/>
          </ac:spMkLst>
        </pc:spChg>
        <pc:picChg chg="add mod">
          <ac:chgData name="Tomáš Zuzčák" userId="S::tzuzcak@ohpen.com::e0ed375d-0f01-4f06-9166-4fdf76188cf7" providerId="AD" clId="Web-{3AE06B72-885D-6FF6-BD0A-4C4E0126BEA9}" dt="2023-02-21T11:52:53.998" v="27" actId="1076"/>
          <ac:picMkLst>
            <pc:docMk/>
            <pc:sldMk cId="3702957352" sldId="5309"/>
            <ac:picMk id="5" creationId="{889CCE72-92E8-C217-8094-F69C191BE7E5}"/>
          </ac:picMkLst>
        </pc:picChg>
      </pc:sldChg>
      <pc:sldChg chg="addSp delSp modSp new">
        <pc:chgData name="Tomáš Zuzčák" userId="S::tzuzcak@ohpen.com::e0ed375d-0f01-4f06-9166-4fdf76188cf7" providerId="AD" clId="Web-{3AE06B72-885D-6FF6-BD0A-4C4E0126BEA9}" dt="2023-02-21T12:27:01.644" v="128" actId="20577"/>
        <pc:sldMkLst>
          <pc:docMk/>
          <pc:sldMk cId="1350074512" sldId="5311"/>
        </pc:sldMkLst>
        <pc:spChg chg="mod">
          <ac:chgData name="Tomáš Zuzčák" userId="S::tzuzcak@ohpen.com::e0ed375d-0f01-4f06-9166-4fdf76188cf7" providerId="AD" clId="Web-{3AE06B72-885D-6FF6-BD0A-4C4E0126BEA9}" dt="2023-02-21T12:27:01.644" v="128" actId="20577"/>
          <ac:spMkLst>
            <pc:docMk/>
            <pc:sldMk cId="1350074512" sldId="5311"/>
            <ac:spMk id="2" creationId="{9CEC31A2-C083-9F9B-AB0C-8C52FB7AC1FE}"/>
          </ac:spMkLst>
        </pc:spChg>
        <pc:spChg chg="mod">
          <ac:chgData name="Tomáš Zuzčák" userId="S::tzuzcak@ohpen.com::e0ed375d-0f01-4f06-9166-4fdf76188cf7" providerId="AD" clId="Web-{3AE06B72-885D-6FF6-BD0A-4C4E0126BEA9}" dt="2023-02-21T12:14:19.969" v="102" actId="20577"/>
          <ac:spMkLst>
            <pc:docMk/>
            <pc:sldMk cId="1350074512" sldId="5311"/>
            <ac:spMk id="3" creationId="{CDB3452D-9499-0A31-3B52-180D3212780E}"/>
          </ac:spMkLst>
        </pc:spChg>
        <pc:spChg chg="add mod">
          <ac:chgData name="Tomáš Zuzčák" userId="S::tzuzcak@ohpen.com::e0ed375d-0f01-4f06-9166-4fdf76188cf7" providerId="AD" clId="Web-{3AE06B72-885D-6FF6-BD0A-4C4E0126BEA9}" dt="2023-02-21T12:14:07.078" v="100" actId="20577"/>
          <ac:spMkLst>
            <pc:docMk/>
            <pc:sldMk cId="1350074512" sldId="5311"/>
            <ac:spMk id="4" creationId="{555A92F2-4157-40EA-28F4-2D64E3732C29}"/>
          </ac:spMkLst>
        </pc:spChg>
        <pc:graphicFrameChg chg="add mod">
          <ac:chgData name="Tomáš Zuzčák" userId="S::tzuzcak@ohpen.com::e0ed375d-0f01-4f06-9166-4fdf76188cf7" providerId="AD" clId="Web-{3AE06B72-885D-6FF6-BD0A-4C4E0126BEA9}" dt="2023-02-21T12:13:52.062" v="87" actId="1076"/>
          <ac:graphicFrameMkLst>
            <pc:docMk/>
            <pc:sldMk cId="1350074512" sldId="5311"/>
            <ac:graphicFrameMk id="6" creationId="{8F25D93D-E474-1615-66F5-36AB9E817BD3}"/>
          </ac:graphicFrameMkLst>
        </pc:graphicFrameChg>
        <pc:picChg chg="add del mod">
          <ac:chgData name="Tomáš Zuzčák" userId="S::tzuzcak@ohpen.com::e0ed375d-0f01-4f06-9166-4fdf76188cf7" providerId="AD" clId="Web-{3AE06B72-885D-6FF6-BD0A-4C4E0126BEA9}" dt="2023-02-21T12:13:14.561" v="83"/>
          <ac:picMkLst>
            <pc:docMk/>
            <pc:sldMk cId="1350074512" sldId="5311"/>
            <ac:picMk id="5" creationId="{599662DE-F6D4-30D3-468A-AF6481E45907}"/>
          </ac:picMkLst>
        </pc:picChg>
      </pc:sldChg>
      <pc:sldChg chg="addSp modSp new">
        <pc:chgData name="Tomáš Zuzčák" userId="S::tzuzcak@ohpen.com::e0ed375d-0f01-4f06-9166-4fdf76188cf7" providerId="AD" clId="Web-{3AE06B72-885D-6FF6-BD0A-4C4E0126BEA9}" dt="2023-02-21T12:21:53.855" v="126" actId="1076"/>
        <pc:sldMkLst>
          <pc:docMk/>
          <pc:sldMk cId="2279748109" sldId="5312"/>
        </pc:sldMkLst>
        <pc:spChg chg="mod">
          <ac:chgData name="Tomáš Zuzčák" userId="S::tzuzcak@ohpen.com::e0ed375d-0f01-4f06-9166-4fdf76188cf7" providerId="AD" clId="Web-{3AE06B72-885D-6FF6-BD0A-4C4E0126BEA9}" dt="2023-02-21T12:15:50.893" v="114" actId="20577"/>
          <ac:spMkLst>
            <pc:docMk/>
            <pc:sldMk cId="2279748109" sldId="5312"/>
            <ac:spMk id="2" creationId="{5625F6B2-3127-785D-F0C9-845700C61A22}"/>
          </ac:spMkLst>
        </pc:spChg>
        <pc:spChg chg="mod">
          <ac:chgData name="Tomáš Zuzčák" userId="S::tzuzcak@ohpen.com::e0ed375d-0f01-4f06-9166-4fdf76188cf7" providerId="AD" clId="Web-{3AE06B72-885D-6FF6-BD0A-4C4E0126BEA9}" dt="2023-02-21T12:15:17.829" v="106" actId="20577"/>
          <ac:spMkLst>
            <pc:docMk/>
            <pc:sldMk cId="2279748109" sldId="5312"/>
            <ac:spMk id="3" creationId="{DD25E878-532F-1200-0B52-816603BBB8BD}"/>
          </ac:spMkLst>
        </pc:spChg>
        <pc:graphicFrameChg chg="add mod modGraphic">
          <ac:chgData name="Tomáš Zuzčák" userId="S::tzuzcak@ohpen.com::e0ed375d-0f01-4f06-9166-4fdf76188cf7" providerId="AD" clId="Web-{3AE06B72-885D-6FF6-BD0A-4C4E0126BEA9}" dt="2023-02-21T12:21:53.855" v="126" actId="1076"/>
          <ac:graphicFrameMkLst>
            <pc:docMk/>
            <pc:sldMk cId="2279748109" sldId="5312"/>
            <ac:graphicFrameMk id="5" creationId="{6F3A9A0B-EAF5-2ADC-2413-B325727F64D1}"/>
          </ac:graphicFrameMkLst>
        </pc:graphicFrameChg>
      </pc:sldChg>
      <pc:sldChg chg="new del">
        <pc:chgData name="Tomáš Zuzčák" userId="S::tzuzcak@ohpen.com::e0ed375d-0f01-4f06-9166-4fdf76188cf7" providerId="AD" clId="Web-{3AE06B72-885D-6FF6-BD0A-4C4E0126BEA9}" dt="2023-02-21T12:14:58.954" v="104"/>
        <pc:sldMkLst>
          <pc:docMk/>
          <pc:sldMk cId="4021483216" sldId="5312"/>
        </pc:sldMkLst>
      </pc:sldChg>
      <pc:sldChg chg="addSp modSp new">
        <pc:chgData name="Tomáš Zuzčák" userId="S::tzuzcak@ohpen.com::e0ed375d-0f01-4f06-9166-4fdf76188cf7" providerId="AD" clId="Web-{3AE06B72-885D-6FF6-BD0A-4C4E0126BEA9}" dt="2023-02-21T12:41:47.995" v="169" actId="1076"/>
        <pc:sldMkLst>
          <pc:docMk/>
          <pc:sldMk cId="1126904889" sldId="5313"/>
        </pc:sldMkLst>
        <pc:spChg chg="mod">
          <ac:chgData name="Tomáš Zuzčák" userId="S::tzuzcak@ohpen.com::e0ed375d-0f01-4f06-9166-4fdf76188cf7" providerId="AD" clId="Web-{3AE06B72-885D-6FF6-BD0A-4C4E0126BEA9}" dt="2023-02-21T12:38:56.850" v="132" actId="20577"/>
          <ac:spMkLst>
            <pc:docMk/>
            <pc:sldMk cId="1126904889" sldId="5313"/>
            <ac:spMk id="2" creationId="{3D4ABD6C-16D9-0346-4F36-8D859E25552C}"/>
          </ac:spMkLst>
        </pc:spChg>
        <pc:spChg chg="mod">
          <ac:chgData name="Tomáš Zuzčák" userId="S::tzuzcak@ohpen.com::e0ed375d-0f01-4f06-9166-4fdf76188cf7" providerId="AD" clId="Web-{3AE06B72-885D-6FF6-BD0A-4C4E0126BEA9}" dt="2023-02-21T12:39:04.131" v="134" actId="20577"/>
          <ac:spMkLst>
            <pc:docMk/>
            <pc:sldMk cId="1126904889" sldId="5313"/>
            <ac:spMk id="3" creationId="{2BB3F349-FB3C-1263-E937-B1CA94562D0B}"/>
          </ac:spMkLst>
        </pc:spChg>
        <pc:spChg chg="add mod">
          <ac:chgData name="Tomáš Zuzčák" userId="S::tzuzcak@ohpen.com::e0ed375d-0f01-4f06-9166-4fdf76188cf7" providerId="AD" clId="Web-{3AE06B72-885D-6FF6-BD0A-4C4E0126BEA9}" dt="2023-02-21T12:40:34.899" v="158" actId="20577"/>
          <ac:spMkLst>
            <pc:docMk/>
            <pc:sldMk cId="1126904889" sldId="5313"/>
            <ac:spMk id="4" creationId="{98CA5616-F6F2-150C-59B5-D84EC7CCB4C7}"/>
          </ac:spMkLst>
        </pc:spChg>
        <pc:spChg chg="add mod">
          <ac:chgData name="Tomáš Zuzčák" userId="S::tzuzcak@ohpen.com::e0ed375d-0f01-4f06-9166-4fdf76188cf7" providerId="AD" clId="Web-{3AE06B72-885D-6FF6-BD0A-4C4E0126BEA9}" dt="2023-02-21T12:40:29.461" v="141" actId="1076"/>
          <ac:spMkLst>
            <pc:docMk/>
            <pc:sldMk cId="1126904889" sldId="5313"/>
            <ac:spMk id="5" creationId="{417B87D8-83D0-AB42-B002-16F5CE667A83}"/>
          </ac:spMkLst>
        </pc:spChg>
        <pc:spChg chg="add mod">
          <ac:chgData name="Tomáš Zuzčák" userId="S::tzuzcak@ohpen.com::e0ed375d-0f01-4f06-9166-4fdf76188cf7" providerId="AD" clId="Web-{3AE06B72-885D-6FF6-BD0A-4C4E0126BEA9}" dt="2023-02-21T12:40:29.477" v="142" actId="1076"/>
          <ac:spMkLst>
            <pc:docMk/>
            <pc:sldMk cId="1126904889" sldId="5313"/>
            <ac:spMk id="6" creationId="{B57CCBEE-C9DB-DA51-1912-E7FE849C04E2}"/>
          </ac:spMkLst>
        </pc:spChg>
        <pc:spChg chg="add mod">
          <ac:chgData name="Tomáš Zuzčák" userId="S::tzuzcak@ohpen.com::e0ed375d-0f01-4f06-9166-4fdf76188cf7" providerId="AD" clId="Web-{3AE06B72-885D-6FF6-BD0A-4C4E0126BEA9}" dt="2023-02-21T12:40:29.493" v="143" actId="1076"/>
          <ac:spMkLst>
            <pc:docMk/>
            <pc:sldMk cId="1126904889" sldId="5313"/>
            <ac:spMk id="7" creationId="{9F96B2DF-EF45-FA30-49B0-2A1D90188A17}"/>
          </ac:spMkLst>
        </pc:spChg>
        <pc:spChg chg="add mod">
          <ac:chgData name="Tomáš Zuzčák" userId="S::tzuzcak@ohpen.com::e0ed375d-0f01-4f06-9166-4fdf76188cf7" providerId="AD" clId="Web-{3AE06B72-885D-6FF6-BD0A-4C4E0126BEA9}" dt="2023-02-21T12:40:29.508" v="144" actId="1076"/>
          <ac:spMkLst>
            <pc:docMk/>
            <pc:sldMk cId="1126904889" sldId="5313"/>
            <ac:spMk id="8" creationId="{E26292A1-5BD8-CE41-D1A3-39BF374F82F1}"/>
          </ac:spMkLst>
        </pc:spChg>
        <pc:spChg chg="add mod">
          <ac:chgData name="Tomáš Zuzčák" userId="S::tzuzcak@ohpen.com::e0ed375d-0f01-4f06-9166-4fdf76188cf7" providerId="AD" clId="Web-{3AE06B72-885D-6FF6-BD0A-4C4E0126BEA9}" dt="2023-02-21T12:40:29.555" v="149" actId="1076"/>
          <ac:spMkLst>
            <pc:docMk/>
            <pc:sldMk cId="1126904889" sldId="5313"/>
            <ac:spMk id="13" creationId="{B0183DBB-727E-B9D2-8C00-DBDB24AAA9FD}"/>
          </ac:spMkLst>
        </pc:spChg>
        <pc:spChg chg="add mod">
          <ac:chgData name="Tomáš Zuzčák" userId="S::tzuzcak@ohpen.com::e0ed375d-0f01-4f06-9166-4fdf76188cf7" providerId="AD" clId="Web-{3AE06B72-885D-6FF6-BD0A-4C4E0126BEA9}" dt="2023-02-21T12:40:29.586" v="151" actId="1076"/>
          <ac:spMkLst>
            <pc:docMk/>
            <pc:sldMk cId="1126904889" sldId="5313"/>
            <ac:spMk id="15" creationId="{3570015E-2D41-02C0-3932-6913D49E4F4C}"/>
          </ac:spMkLst>
        </pc:spChg>
        <pc:spChg chg="add mod">
          <ac:chgData name="Tomáš Zuzčák" userId="S::tzuzcak@ohpen.com::e0ed375d-0f01-4f06-9166-4fdf76188cf7" providerId="AD" clId="Web-{3AE06B72-885D-6FF6-BD0A-4C4E0126BEA9}" dt="2023-02-21T12:40:29.633" v="155" actId="1076"/>
          <ac:spMkLst>
            <pc:docMk/>
            <pc:sldMk cId="1126904889" sldId="5313"/>
            <ac:spMk id="19" creationId="{204B1949-B834-55B4-6D6B-0A95EBF83441}"/>
          </ac:spMkLst>
        </pc:spChg>
        <pc:spChg chg="add mod">
          <ac:chgData name="Tomáš Zuzčák" userId="S::tzuzcak@ohpen.com::e0ed375d-0f01-4f06-9166-4fdf76188cf7" providerId="AD" clId="Web-{3AE06B72-885D-6FF6-BD0A-4C4E0126BEA9}" dt="2023-02-21T12:40:29.633" v="156" actId="1076"/>
          <ac:spMkLst>
            <pc:docMk/>
            <pc:sldMk cId="1126904889" sldId="5313"/>
            <ac:spMk id="20" creationId="{15FBD9BF-3184-4B65-5116-AC8D9ED93182}"/>
          </ac:spMkLst>
        </pc:spChg>
        <pc:spChg chg="add mod">
          <ac:chgData name="Tomáš Zuzčák" userId="S::tzuzcak@ohpen.com::e0ed375d-0f01-4f06-9166-4fdf76188cf7" providerId="AD" clId="Web-{3AE06B72-885D-6FF6-BD0A-4C4E0126BEA9}" dt="2023-02-21T12:41:47.995" v="169" actId="1076"/>
          <ac:spMkLst>
            <pc:docMk/>
            <pc:sldMk cId="1126904889" sldId="5313"/>
            <ac:spMk id="21" creationId="{D5E6FC78-ADB2-31D3-D0BF-53C98E748A51}"/>
          </ac:spMkLst>
        </pc:spChg>
        <pc:picChg chg="add mod">
          <ac:chgData name="Tomáš Zuzčák" userId="S::tzuzcak@ohpen.com::e0ed375d-0f01-4f06-9166-4fdf76188cf7" providerId="AD" clId="Web-{3AE06B72-885D-6FF6-BD0A-4C4E0126BEA9}" dt="2023-02-21T12:40:29.508" v="145" actId="1076"/>
          <ac:picMkLst>
            <pc:docMk/>
            <pc:sldMk cId="1126904889" sldId="5313"/>
            <ac:picMk id="9" creationId="{A8247E51-4AAF-DEE0-7C32-D8E1C7AEFF6A}"/>
          </ac:picMkLst>
        </pc:picChg>
        <pc:picChg chg="add mod">
          <ac:chgData name="Tomáš Zuzčák" userId="S::tzuzcak@ohpen.com::e0ed375d-0f01-4f06-9166-4fdf76188cf7" providerId="AD" clId="Web-{3AE06B72-885D-6FF6-BD0A-4C4E0126BEA9}" dt="2023-02-21T12:40:29.524" v="146" actId="1076"/>
          <ac:picMkLst>
            <pc:docMk/>
            <pc:sldMk cId="1126904889" sldId="5313"/>
            <ac:picMk id="10" creationId="{B0BC95B5-E3EB-C75E-5827-D85BBB053826}"/>
          </ac:picMkLst>
        </pc:picChg>
        <pc:picChg chg="add mod">
          <ac:chgData name="Tomáš Zuzčák" userId="S::tzuzcak@ohpen.com::e0ed375d-0f01-4f06-9166-4fdf76188cf7" providerId="AD" clId="Web-{3AE06B72-885D-6FF6-BD0A-4C4E0126BEA9}" dt="2023-02-21T12:40:29.540" v="147" actId="1076"/>
          <ac:picMkLst>
            <pc:docMk/>
            <pc:sldMk cId="1126904889" sldId="5313"/>
            <ac:picMk id="11" creationId="{31CB14D1-3E49-EA15-C07B-A3C0CB674774}"/>
          </ac:picMkLst>
        </pc:picChg>
        <pc:picChg chg="add mod">
          <ac:chgData name="Tomáš Zuzčák" userId="S::tzuzcak@ohpen.com::e0ed375d-0f01-4f06-9166-4fdf76188cf7" providerId="AD" clId="Web-{3AE06B72-885D-6FF6-BD0A-4C4E0126BEA9}" dt="2023-02-21T12:40:29.555" v="148" actId="1076"/>
          <ac:picMkLst>
            <pc:docMk/>
            <pc:sldMk cId="1126904889" sldId="5313"/>
            <ac:picMk id="12" creationId="{CC837A50-2169-ED0B-380A-B32904FF36BD}"/>
          </ac:picMkLst>
        </pc:picChg>
        <pc:picChg chg="add mod">
          <ac:chgData name="Tomáš Zuzčák" userId="S::tzuzcak@ohpen.com::e0ed375d-0f01-4f06-9166-4fdf76188cf7" providerId="AD" clId="Web-{3AE06B72-885D-6FF6-BD0A-4C4E0126BEA9}" dt="2023-02-21T12:40:29.586" v="152" actId="1076"/>
          <ac:picMkLst>
            <pc:docMk/>
            <pc:sldMk cId="1126904889" sldId="5313"/>
            <ac:picMk id="16" creationId="{CD3B9D14-2082-C754-7C3E-3AC016B13438}"/>
          </ac:picMkLst>
        </pc:picChg>
        <pc:picChg chg="add mod">
          <ac:chgData name="Tomáš Zuzčák" userId="S::tzuzcak@ohpen.com::e0ed375d-0f01-4f06-9166-4fdf76188cf7" providerId="AD" clId="Web-{3AE06B72-885D-6FF6-BD0A-4C4E0126BEA9}" dt="2023-02-21T12:40:29.618" v="154" actId="1076"/>
          <ac:picMkLst>
            <pc:docMk/>
            <pc:sldMk cId="1126904889" sldId="5313"/>
            <ac:picMk id="18" creationId="{0D94E86E-2BD3-D67B-627B-0F0E6177C8A8}"/>
          </ac:picMkLst>
        </pc:picChg>
        <pc:cxnChg chg="add mod">
          <ac:chgData name="Tomáš Zuzčák" userId="S::tzuzcak@ohpen.com::e0ed375d-0f01-4f06-9166-4fdf76188cf7" providerId="AD" clId="Web-{3AE06B72-885D-6FF6-BD0A-4C4E0126BEA9}" dt="2023-02-21T12:40:29.571" v="150" actId="1076"/>
          <ac:cxnSpMkLst>
            <pc:docMk/>
            <pc:sldMk cId="1126904889" sldId="5313"/>
            <ac:cxnSpMk id="14" creationId="{9415DD5D-702E-D29E-9A0A-79379DF23C0A}"/>
          </ac:cxnSpMkLst>
        </pc:cxnChg>
        <pc:cxnChg chg="add mod">
          <ac:chgData name="Tomáš Zuzčák" userId="S::tzuzcak@ohpen.com::e0ed375d-0f01-4f06-9166-4fdf76188cf7" providerId="AD" clId="Web-{3AE06B72-885D-6FF6-BD0A-4C4E0126BEA9}" dt="2023-02-21T12:40:29.602" v="153" actId="1076"/>
          <ac:cxnSpMkLst>
            <pc:docMk/>
            <pc:sldMk cId="1126904889" sldId="5313"/>
            <ac:cxnSpMk id="17" creationId="{9011285F-801A-2CF7-DAB3-8A9C8739D0B8}"/>
          </ac:cxnSpMkLst>
        </pc:cxnChg>
      </pc:sldChg>
      <pc:sldChg chg="new del">
        <pc:chgData name="Tomáš Zuzčák" userId="S::tzuzcak@ohpen.com::e0ed375d-0f01-4f06-9166-4fdf76188cf7" providerId="AD" clId="Web-{3AE06B72-885D-6FF6-BD0A-4C4E0126BEA9}" dt="2023-02-21T12:38:39.646" v="130"/>
        <pc:sldMkLst>
          <pc:docMk/>
          <pc:sldMk cId="4139642785" sldId="5313"/>
        </pc:sldMkLst>
      </pc:sldChg>
    </pc:docChg>
  </pc:docChgLst>
  <pc:docChgLst>
    <pc:chgData name="Viliam Čillík" userId="S::vcillik@ohpen.com::30894447-e0ac-4615-915d-14a006ecb09b" providerId="AD" clId="Web-{0E3F555E-6296-A5FD-9F6B-18A579965742}"/>
    <pc:docChg chg="addSld delSld modSld sldOrd">
      <pc:chgData name="Viliam Čillík" userId="S::vcillik@ohpen.com::30894447-e0ac-4615-915d-14a006ecb09b" providerId="AD" clId="Web-{0E3F555E-6296-A5FD-9F6B-18A579965742}" dt="2023-02-22T10:55:40.079" v="397" actId="20577"/>
      <pc:docMkLst>
        <pc:docMk/>
      </pc:docMkLst>
      <pc:sldChg chg="modSp">
        <pc:chgData name="Viliam Čillík" userId="S::vcillik@ohpen.com::30894447-e0ac-4615-915d-14a006ecb09b" providerId="AD" clId="Web-{0E3F555E-6296-A5FD-9F6B-18A579965742}" dt="2023-02-22T07:46:37.553" v="8" actId="20577"/>
        <pc:sldMkLst>
          <pc:docMk/>
          <pc:sldMk cId="1643684987" sldId="5273"/>
        </pc:sldMkLst>
        <pc:spChg chg="mod">
          <ac:chgData name="Viliam Čillík" userId="S::vcillik@ohpen.com::30894447-e0ac-4615-915d-14a006ecb09b" providerId="AD" clId="Web-{0E3F555E-6296-A5FD-9F6B-18A579965742}" dt="2023-02-22T07:46:37.553" v="8" actId="20577"/>
          <ac:spMkLst>
            <pc:docMk/>
            <pc:sldMk cId="1643684987" sldId="5273"/>
            <ac:spMk id="12" creationId="{040F14EF-A05D-8C37-ED75-AD18463CF7CB}"/>
          </ac:spMkLst>
        </pc:spChg>
      </pc:sldChg>
      <pc:sldChg chg="modSp">
        <pc:chgData name="Viliam Čillík" userId="S::vcillik@ohpen.com::30894447-e0ac-4615-915d-14a006ecb09b" providerId="AD" clId="Web-{0E3F555E-6296-A5FD-9F6B-18A579965742}" dt="2023-02-22T07:46:21.677" v="3" actId="20577"/>
        <pc:sldMkLst>
          <pc:docMk/>
          <pc:sldMk cId="1726163092" sldId="5282"/>
        </pc:sldMkLst>
        <pc:spChg chg="mod">
          <ac:chgData name="Viliam Čillík" userId="S::vcillik@ohpen.com::30894447-e0ac-4615-915d-14a006ecb09b" providerId="AD" clId="Web-{0E3F555E-6296-A5FD-9F6B-18A579965742}" dt="2023-02-22T07:46:21.677" v="3" actId="20577"/>
          <ac:spMkLst>
            <pc:docMk/>
            <pc:sldMk cId="1726163092" sldId="5282"/>
            <ac:spMk id="2" creationId="{E62AAF5F-7D1A-5805-8E28-5F1859AD2E25}"/>
          </ac:spMkLst>
        </pc:spChg>
      </pc:sldChg>
      <pc:sldChg chg="modSp">
        <pc:chgData name="Viliam Čillík" userId="S::vcillik@ohpen.com::30894447-e0ac-4615-915d-14a006ecb09b" providerId="AD" clId="Web-{0E3F555E-6296-A5FD-9F6B-18A579965742}" dt="2023-02-22T07:57:40.714" v="93" actId="20577"/>
        <pc:sldMkLst>
          <pc:docMk/>
          <pc:sldMk cId="2629294049" sldId="5285"/>
        </pc:sldMkLst>
        <pc:spChg chg="mod">
          <ac:chgData name="Viliam Čillík" userId="S::vcillik@ohpen.com::30894447-e0ac-4615-915d-14a006ecb09b" providerId="AD" clId="Web-{0E3F555E-6296-A5FD-9F6B-18A579965742}" dt="2023-02-22T07:57:40.714" v="93" actId="20577"/>
          <ac:spMkLst>
            <pc:docMk/>
            <pc:sldMk cId="2629294049" sldId="5285"/>
            <ac:spMk id="5" creationId="{F87CBD02-5174-99EA-CA45-8525FF3C8BF6}"/>
          </ac:spMkLst>
        </pc:spChg>
      </pc:sldChg>
      <pc:sldChg chg="modSp">
        <pc:chgData name="Viliam Čillík" userId="S::vcillik@ohpen.com::30894447-e0ac-4615-915d-14a006ecb09b" providerId="AD" clId="Web-{0E3F555E-6296-A5FD-9F6B-18A579965742}" dt="2023-02-22T08:09:14.955" v="96" actId="1076"/>
        <pc:sldMkLst>
          <pc:docMk/>
          <pc:sldMk cId="1245010442" sldId="5289"/>
        </pc:sldMkLst>
        <pc:spChg chg="mod">
          <ac:chgData name="Viliam Čillík" userId="S::vcillik@ohpen.com::30894447-e0ac-4615-915d-14a006ecb09b" providerId="AD" clId="Web-{0E3F555E-6296-A5FD-9F6B-18A579965742}" dt="2023-02-22T08:09:05.267" v="94" actId="1076"/>
          <ac:spMkLst>
            <pc:docMk/>
            <pc:sldMk cId="1245010442" sldId="5289"/>
            <ac:spMk id="4" creationId="{91C7A838-FCF5-4556-807A-6D3A0B328F2A}"/>
          </ac:spMkLst>
        </pc:spChg>
        <pc:spChg chg="mod">
          <ac:chgData name="Viliam Čillík" userId="S::vcillik@ohpen.com::30894447-e0ac-4615-915d-14a006ecb09b" providerId="AD" clId="Web-{0E3F555E-6296-A5FD-9F6B-18A579965742}" dt="2023-02-22T08:09:09.689" v="95" actId="1076"/>
          <ac:spMkLst>
            <pc:docMk/>
            <pc:sldMk cId="1245010442" sldId="5289"/>
            <ac:spMk id="7" creationId="{B3E6C942-12FB-A389-E752-0834504E71AD}"/>
          </ac:spMkLst>
        </pc:spChg>
        <pc:spChg chg="mod">
          <ac:chgData name="Viliam Čillík" userId="S::vcillik@ohpen.com::30894447-e0ac-4615-915d-14a006ecb09b" providerId="AD" clId="Web-{0E3F555E-6296-A5FD-9F6B-18A579965742}" dt="2023-02-22T08:09:14.955" v="96" actId="1076"/>
          <ac:spMkLst>
            <pc:docMk/>
            <pc:sldMk cId="1245010442" sldId="5289"/>
            <ac:spMk id="12" creationId="{A44C1CC2-B71A-DDE2-C6F8-62553200A764}"/>
          </ac:spMkLst>
        </pc:spChg>
      </pc:sldChg>
      <pc:sldChg chg="modSp">
        <pc:chgData name="Viliam Čillík" userId="S::vcillik@ohpen.com::30894447-e0ac-4615-915d-14a006ecb09b" providerId="AD" clId="Web-{0E3F555E-6296-A5FD-9F6B-18A579965742}" dt="2023-02-22T10:50:30.999" v="390" actId="1076"/>
        <pc:sldMkLst>
          <pc:docMk/>
          <pc:sldMk cId="1976039498" sldId="5293"/>
        </pc:sldMkLst>
        <pc:spChg chg="mod">
          <ac:chgData name="Viliam Čillík" userId="S::vcillik@ohpen.com::30894447-e0ac-4615-915d-14a006ecb09b" providerId="AD" clId="Web-{0E3F555E-6296-A5FD-9F6B-18A579965742}" dt="2023-02-22T10:48:54.946" v="371" actId="20577"/>
          <ac:spMkLst>
            <pc:docMk/>
            <pc:sldMk cId="1976039498" sldId="5293"/>
            <ac:spMk id="8" creationId="{A9752836-A286-7422-C826-13C376AB102F}"/>
          </ac:spMkLst>
        </pc:spChg>
        <pc:picChg chg="mod">
          <ac:chgData name="Viliam Čillík" userId="S::vcillik@ohpen.com::30894447-e0ac-4615-915d-14a006ecb09b" providerId="AD" clId="Web-{0E3F555E-6296-A5FD-9F6B-18A579965742}" dt="2023-02-22T10:50:30.999" v="390" actId="1076"/>
          <ac:picMkLst>
            <pc:docMk/>
            <pc:sldMk cId="1976039498" sldId="5293"/>
            <ac:picMk id="3" creationId="{66214DBC-7F70-6628-3061-42673604C5D8}"/>
          </ac:picMkLst>
        </pc:picChg>
      </pc:sldChg>
      <pc:sldChg chg="addSp delSp modSp new">
        <pc:chgData name="Viliam Čillík" userId="S::vcillik@ohpen.com::30894447-e0ac-4615-915d-14a006ecb09b" providerId="AD" clId="Web-{0E3F555E-6296-A5FD-9F6B-18A579965742}" dt="2023-02-22T10:50:53.375" v="394" actId="14100"/>
        <pc:sldMkLst>
          <pc:docMk/>
          <pc:sldMk cId="1007612908" sldId="5318"/>
        </pc:sldMkLst>
        <pc:spChg chg="mod">
          <ac:chgData name="Viliam Čillík" userId="S::vcillik@ohpen.com::30894447-e0ac-4615-915d-14a006ecb09b" providerId="AD" clId="Web-{0E3F555E-6296-A5FD-9F6B-18A579965742}" dt="2023-02-22T09:50:17.531" v="292" actId="14100"/>
          <ac:spMkLst>
            <pc:docMk/>
            <pc:sldMk cId="1007612908" sldId="5318"/>
            <ac:spMk id="2" creationId="{FEA92E71-AF4E-D9FC-0C1A-A20338B2F3E4}"/>
          </ac:spMkLst>
        </pc:spChg>
        <pc:spChg chg="mod">
          <ac:chgData name="Viliam Čillík" userId="S::vcillik@ohpen.com::30894447-e0ac-4615-915d-14a006ecb09b" providerId="AD" clId="Web-{0E3F555E-6296-A5FD-9F6B-18A579965742}" dt="2023-02-22T10:50:21.607" v="388" actId="20577"/>
          <ac:spMkLst>
            <pc:docMk/>
            <pc:sldMk cId="1007612908" sldId="5318"/>
            <ac:spMk id="3" creationId="{F78EA84D-ABC5-8600-0023-0592BFE1503B}"/>
          </ac:spMkLst>
        </pc:spChg>
        <pc:spChg chg="add mod">
          <ac:chgData name="Viliam Čillík" userId="S::vcillik@ohpen.com::30894447-e0ac-4615-915d-14a006ecb09b" providerId="AD" clId="Web-{0E3F555E-6296-A5FD-9F6B-18A579965742}" dt="2023-02-22T10:50:45.593" v="392" actId="1076"/>
          <ac:spMkLst>
            <pc:docMk/>
            <pc:sldMk cId="1007612908" sldId="5318"/>
            <ac:spMk id="4" creationId="{370ADBE0-8232-6410-124A-B7E850CDF6D6}"/>
          </ac:spMkLst>
        </pc:spChg>
        <pc:spChg chg="add mod">
          <ac:chgData name="Viliam Čillík" userId="S::vcillik@ohpen.com::30894447-e0ac-4615-915d-14a006ecb09b" providerId="AD" clId="Web-{0E3F555E-6296-A5FD-9F6B-18A579965742}" dt="2023-02-22T10:48:45.805" v="366" actId="20577"/>
          <ac:spMkLst>
            <pc:docMk/>
            <pc:sldMk cId="1007612908" sldId="5318"/>
            <ac:spMk id="5" creationId="{E561399A-5FFB-1C2F-D726-036AF80E81DF}"/>
          </ac:spMkLst>
        </pc:spChg>
        <pc:picChg chg="add mod">
          <ac:chgData name="Viliam Čillík" userId="S::vcillik@ohpen.com::30894447-e0ac-4615-915d-14a006ecb09b" providerId="AD" clId="Web-{0E3F555E-6296-A5FD-9F6B-18A579965742}" dt="2023-02-22T10:50:45.609" v="393" actId="1076"/>
          <ac:picMkLst>
            <pc:docMk/>
            <pc:sldMk cId="1007612908" sldId="5318"/>
            <ac:picMk id="6" creationId="{1396F2F6-0253-7124-C7B8-DD3435BEA4D7}"/>
          </ac:picMkLst>
        </pc:picChg>
        <pc:picChg chg="add del mod">
          <ac:chgData name="Viliam Čillík" userId="S::vcillik@ohpen.com::30894447-e0ac-4615-915d-14a006ecb09b" providerId="AD" clId="Web-{0E3F555E-6296-A5FD-9F6B-18A579965742}" dt="2023-02-22T09:56:39.809" v="336"/>
          <ac:picMkLst>
            <pc:docMk/>
            <pc:sldMk cId="1007612908" sldId="5318"/>
            <ac:picMk id="6" creationId="{83B0F67B-C4DD-A8D7-DB35-E88C3658432D}"/>
          </ac:picMkLst>
        </pc:picChg>
        <pc:picChg chg="add mod">
          <ac:chgData name="Viliam Čillík" userId="S::vcillik@ohpen.com::30894447-e0ac-4615-915d-14a006ecb09b" providerId="AD" clId="Web-{0E3F555E-6296-A5FD-9F6B-18A579965742}" dt="2023-02-22T10:50:53.375" v="394" actId="14100"/>
          <ac:picMkLst>
            <pc:docMk/>
            <pc:sldMk cId="1007612908" sldId="5318"/>
            <ac:picMk id="7" creationId="{20775245-486E-A30D-E49D-36A17FB94C25}"/>
          </ac:picMkLst>
        </pc:picChg>
      </pc:sldChg>
      <pc:sldChg chg="addSp delSp modSp add replId">
        <pc:chgData name="Viliam Čillík" userId="S::vcillik@ohpen.com::30894447-e0ac-4615-915d-14a006ecb09b" providerId="AD" clId="Web-{0E3F555E-6296-A5FD-9F6B-18A579965742}" dt="2023-02-22T09:37:52.601" v="229"/>
        <pc:sldMkLst>
          <pc:docMk/>
          <pc:sldMk cId="1806361033" sldId="5319"/>
        </pc:sldMkLst>
        <pc:spChg chg="mod">
          <ac:chgData name="Viliam Čillík" userId="S::vcillik@ohpen.com::30894447-e0ac-4615-915d-14a006ecb09b" providerId="AD" clId="Web-{0E3F555E-6296-A5FD-9F6B-18A579965742}" dt="2023-02-22T08:35:37.813" v="115" actId="20577"/>
          <ac:spMkLst>
            <pc:docMk/>
            <pc:sldMk cId="1806361033" sldId="5319"/>
            <ac:spMk id="2" creationId="{FFAD8DCA-C6B2-BFA0-F2EC-5830262156C8}"/>
          </ac:spMkLst>
        </pc:spChg>
        <pc:spChg chg="del">
          <ac:chgData name="Viliam Čillík" userId="S::vcillik@ohpen.com::30894447-e0ac-4615-915d-14a006ecb09b" providerId="AD" clId="Web-{0E3F555E-6296-A5FD-9F6B-18A579965742}" dt="2023-02-22T08:35:44.392" v="120"/>
          <ac:spMkLst>
            <pc:docMk/>
            <pc:sldMk cId="1806361033" sldId="5319"/>
            <ac:spMk id="4" creationId="{EC0A806D-AF09-CD46-6F22-5E6C897AB271}"/>
          </ac:spMkLst>
        </pc:spChg>
        <pc:spChg chg="add del mod">
          <ac:chgData name="Viliam Čillík" userId="S::vcillik@ohpen.com::30894447-e0ac-4615-915d-14a006ecb09b" providerId="AD" clId="Web-{0E3F555E-6296-A5FD-9F6B-18A579965742}" dt="2023-02-22T08:37:15.961" v="131"/>
          <ac:spMkLst>
            <pc:docMk/>
            <pc:sldMk cId="1806361033" sldId="5319"/>
            <ac:spMk id="5" creationId="{B2F2437B-3225-3D6A-E7B7-DFA8552F4A79}"/>
          </ac:spMkLst>
        </pc:spChg>
        <pc:spChg chg="del">
          <ac:chgData name="Viliam Čillík" userId="S::vcillik@ohpen.com::30894447-e0ac-4615-915d-14a006ecb09b" providerId="AD" clId="Web-{0E3F555E-6296-A5FD-9F6B-18A579965742}" dt="2023-02-22T08:35:40.360" v="116"/>
          <ac:spMkLst>
            <pc:docMk/>
            <pc:sldMk cId="1806361033" sldId="5319"/>
            <ac:spMk id="6" creationId="{F48A7429-5EC5-03BD-1874-17D6D14DF028}"/>
          </ac:spMkLst>
        </pc:spChg>
        <pc:spChg chg="del">
          <ac:chgData name="Viliam Čillík" userId="S::vcillik@ohpen.com::30894447-e0ac-4615-915d-14a006ecb09b" providerId="AD" clId="Web-{0E3F555E-6296-A5FD-9F6B-18A579965742}" dt="2023-02-22T08:35:48.001" v="123"/>
          <ac:spMkLst>
            <pc:docMk/>
            <pc:sldMk cId="1806361033" sldId="5319"/>
            <ac:spMk id="7" creationId="{B3E6C942-12FB-A389-E752-0834504E71AD}"/>
          </ac:spMkLst>
        </pc:spChg>
        <pc:spChg chg="del mod">
          <ac:chgData name="Viliam Čillík" userId="S::vcillik@ohpen.com::30894447-e0ac-4615-915d-14a006ecb09b" providerId="AD" clId="Web-{0E3F555E-6296-A5FD-9F6B-18A579965742}" dt="2023-02-22T08:35:43.017" v="119"/>
          <ac:spMkLst>
            <pc:docMk/>
            <pc:sldMk cId="1806361033" sldId="5319"/>
            <ac:spMk id="8" creationId="{A9752836-A286-7422-C826-13C376AB102F}"/>
          </ac:spMkLst>
        </pc:spChg>
        <pc:spChg chg="del">
          <ac:chgData name="Viliam Čillík" userId="S::vcillik@ohpen.com::30894447-e0ac-4615-915d-14a006ecb09b" providerId="AD" clId="Web-{0E3F555E-6296-A5FD-9F6B-18A579965742}" dt="2023-02-22T08:35:49.845" v="124"/>
          <ac:spMkLst>
            <pc:docMk/>
            <pc:sldMk cId="1806361033" sldId="5319"/>
            <ac:spMk id="9" creationId="{5825EEE5-2A15-EFBF-C173-99F10A871289}"/>
          </ac:spMkLst>
        </pc:spChg>
        <pc:spChg chg="mod">
          <ac:chgData name="Viliam Čillík" userId="S::vcillik@ohpen.com::30894447-e0ac-4615-915d-14a006ecb09b" providerId="AD" clId="Web-{0E3F555E-6296-A5FD-9F6B-18A579965742}" dt="2023-02-22T08:35:30.141" v="109" actId="20577"/>
          <ac:spMkLst>
            <pc:docMk/>
            <pc:sldMk cId="1806361033" sldId="5319"/>
            <ac:spMk id="10" creationId="{4D4ADC41-4688-DEE2-282B-BFE4BE6921A5}"/>
          </ac:spMkLst>
        </pc:spChg>
        <pc:spChg chg="del">
          <ac:chgData name="Viliam Čillík" userId="S::vcillik@ohpen.com::30894447-e0ac-4615-915d-14a006ecb09b" providerId="AD" clId="Web-{0E3F555E-6296-A5FD-9F6B-18A579965742}" dt="2023-02-22T08:35:44.892" v="121"/>
          <ac:spMkLst>
            <pc:docMk/>
            <pc:sldMk cId="1806361033" sldId="5319"/>
            <ac:spMk id="12" creationId="{E8C7807C-23A3-C46F-045C-4A4E10B46BE2}"/>
          </ac:spMkLst>
        </pc:spChg>
        <pc:spChg chg="add del mod">
          <ac:chgData name="Viliam Čillík" userId="S::vcillik@ohpen.com::30894447-e0ac-4615-915d-14a006ecb09b" providerId="AD" clId="Web-{0E3F555E-6296-A5FD-9F6B-18A579965742}" dt="2023-02-22T08:35:46.689" v="122"/>
          <ac:spMkLst>
            <pc:docMk/>
            <pc:sldMk cId="1806361033" sldId="5319"/>
            <ac:spMk id="14" creationId="{5265D271-C935-FE39-5567-38B0688D6310}"/>
          </ac:spMkLst>
        </pc:spChg>
        <pc:spChg chg="add del mod">
          <ac:chgData name="Viliam Čillík" userId="S::vcillik@ohpen.com::30894447-e0ac-4615-915d-14a006ecb09b" providerId="AD" clId="Web-{0E3F555E-6296-A5FD-9F6B-18A579965742}" dt="2023-02-22T08:37:17.258" v="132"/>
          <ac:spMkLst>
            <pc:docMk/>
            <pc:sldMk cId="1806361033" sldId="5319"/>
            <ac:spMk id="16" creationId="{7B58E4CF-48CC-128C-6837-0019A3856279}"/>
          </ac:spMkLst>
        </pc:spChg>
        <pc:spChg chg="add del mod">
          <ac:chgData name="Viliam Čillík" userId="S::vcillik@ohpen.com::30894447-e0ac-4615-915d-14a006ecb09b" providerId="AD" clId="Web-{0E3F555E-6296-A5FD-9F6B-18A579965742}" dt="2023-02-22T08:37:18.462" v="133"/>
          <ac:spMkLst>
            <pc:docMk/>
            <pc:sldMk cId="1806361033" sldId="5319"/>
            <ac:spMk id="18" creationId="{CC19A6FB-A91D-B729-3D79-2A4D844FC628}"/>
          </ac:spMkLst>
        </pc:spChg>
        <pc:graphicFrameChg chg="add mod">
          <ac:chgData name="Viliam Čillík" userId="S::vcillik@ohpen.com::30894447-e0ac-4615-915d-14a006ecb09b" providerId="AD" clId="Web-{0E3F555E-6296-A5FD-9F6B-18A579965742}" dt="2023-02-22T08:36:31.989" v="130" actId="1076"/>
          <ac:graphicFrameMkLst>
            <pc:docMk/>
            <pc:sldMk cId="1806361033" sldId="5319"/>
            <ac:graphicFrameMk id="19" creationId="{0BB5FFC6-5BDC-F83C-4C53-13354770297D}"/>
          </ac:graphicFrameMkLst>
        </pc:graphicFrameChg>
        <pc:picChg chg="add del mod">
          <ac:chgData name="Viliam Čillík" userId="S::vcillik@ohpen.com::30894447-e0ac-4615-915d-14a006ecb09b" providerId="AD" clId="Web-{0E3F555E-6296-A5FD-9F6B-18A579965742}" dt="2023-02-22T09:36:45.614" v="222"/>
          <ac:picMkLst>
            <pc:docMk/>
            <pc:sldMk cId="1806361033" sldId="5319"/>
            <ac:picMk id="13" creationId="{979355ED-90E6-1545-5489-AEE88E10ADA2}"/>
          </ac:picMkLst>
        </pc:picChg>
        <pc:picChg chg="add del mod">
          <ac:chgData name="Viliam Čillík" userId="S::vcillik@ohpen.com::30894447-e0ac-4615-915d-14a006ecb09b" providerId="AD" clId="Web-{0E3F555E-6296-A5FD-9F6B-18A579965742}" dt="2023-02-22T09:37:52.601" v="229"/>
          <ac:picMkLst>
            <pc:docMk/>
            <pc:sldMk cId="1806361033" sldId="5319"/>
            <ac:picMk id="31" creationId="{BC589DF8-232B-CD7B-DDA1-16C4C5BA3826}"/>
          </ac:picMkLst>
        </pc:picChg>
      </pc:sldChg>
      <pc:sldChg chg="addSp delSp modSp new mod modClrScheme chgLayout">
        <pc:chgData name="Viliam Čillík" userId="S::vcillik@ohpen.com::30894447-e0ac-4615-915d-14a006ecb09b" providerId="AD" clId="Web-{0E3F555E-6296-A5FD-9F6B-18A579965742}" dt="2023-02-22T10:49:57.309" v="387" actId="1076"/>
        <pc:sldMkLst>
          <pc:docMk/>
          <pc:sldMk cId="3451820405" sldId="5320"/>
        </pc:sldMkLst>
        <pc:spChg chg="mod ord">
          <ac:chgData name="Viliam Čillík" userId="S::vcillik@ohpen.com::30894447-e0ac-4615-915d-14a006ecb09b" providerId="AD" clId="Web-{0E3F555E-6296-A5FD-9F6B-18A579965742}" dt="2023-02-22T09:28:43.317" v="141" actId="20577"/>
          <ac:spMkLst>
            <pc:docMk/>
            <pc:sldMk cId="3451820405" sldId="5320"/>
            <ac:spMk id="2" creationId="{54BBD877-CDE8-2BDB-DC4B-B217C9C93EC9}"/>
          </ac:spMkLst>
        </pc:spChg>
        <pc:spChg chg="add mod">
          <ac:chgData name="Viliam Čillík" userId="S::vcillik@ohpen.com::30894447-e0ac-4615-915d-14a006ecb09b" providerId="AD" clId="Web-{0E3F555E-6296-A5FD-9F6B-18A579965742}" dt="2023-02-22T10:49:57.309" v="387" actId="1076"/>
          <ac:spMkLst>
            <pc:docMk/>
            <pc:sldMk cId="3451820405" sldId="5320"/>
            <ac:spMk id="3" creationId="{678D3FC2-B1FB-6662-CE4D-7A1F088D2597}"/>
          </ac:spMkLst>
        </pc:spChg>
        <pc:spChg chg="del">
          <ac:chgData name="Viliam Čillík" userId="S::vcillik@ohpen.com::30894447-e0ac-4615-915d-14a006ecb09b" providerId="AD" clId="Web-{0E3F555E-6296-A5FD-9F6B-18A579965742}" dt="2023-02-22T09:28:26.645" v="139"/>
          <ac:spMkLst>
            <pc:docMk/>
            <pc:sldMk cId="3451820405" sldId="5320"/>
            <ac:spMk id="3" creationId="{D82B75EE-5573-9EF4-E8E7-72D194F2F021}"/>
          </ac:spMkLst>
        </pc:spChg>
        <pc:spChg chg="del">
          <ac:chgData name="Viliam Čillík" userId="S::vcillik@ohpen.com::30894447-e0ac-4615-915d-14a006ecb09b" providerId="AD" clId="Web-{0E3F555E-6296-A5FD-9F6B-18A579965742}" dt="2023-02-22T09:28:26.645" v="139"/>
          <ac:spMkLst>
            <pc:docMk/>
            <pc:sldMk cId="3451820405" sldId="5320"/>
            <ac:spMk id="4" creationId="{551D5183-4870-94C8-FD4C-35203A0ED98F}"/>
          </ac:spMkLst>
        </pc:spChg>
        <pc:spChg chg="del">
          <ac:chgData name="Viliam Čillík" userId="S::vcillik@ohpen.com::30894447-e0ac-4615-915d-14a006ecb09b" providerId="AD" clId="Web-{0E3F555E-6296-A5FD-9F6B-18A579965742}" dt="2023-02-22T09:28:26.645" v="139"/>
          <ac:spMkLst>
            <pc:docMk/>
            <pc:sldMk cId="3451820405" sldId="5320"/>
            <ac:spMk id="5" creationId="{C7FDD2BB-EF42-E6B7-5BF2-33330FD918F8}"/>
          </ac:spMkLst>
        </pc:spChg>
        <pc:spChg chg="del">
          <ac:chgData name="Viliam Čillík" userId="S::vcillik@ohpen.com::30894447-e0ac-4615-915d-14a006ecb09b" providerId="AD" clId="Web-{0E3F555E-6296-A5FD-9F6B-18A579965742}" dt="2023-02-22T09:28:26.645" v="139"/>
          <ac:spMkLst>
            <pc:docMk/>
            <pc:sldMk cId="3451820405" sldId="5320"/>
            <ac:spMk id="6" creationId="{4CD8245D-C3E9-B595-0056-60B5F2ECD914}"/>
          </ac:spMkLst>
        </pc:spChg>
        <pc:spChg chg="del">
          <ac:chgData name="Viliam Čillík" userId="S::vcillik@ohpen.com::30894447-e0ac-4615-915d-14a006ecb09b" providerId="AD" clId="Web-{0E3F555E-6296-A5FD-9F6B-18A579965742}" dt="2023-02-22T09:28:26.645" v="139"/>
          <ac:spMkLst>
            <pc:docMk/>
            <pc:sldMk cId="3451820405" sldId="5320"/>
            <ac:spMk id="7" creationId="{7201196F-BA4C-24AE-13CC-6F8172E207DB}"/>
          </ac:spMkLst>
        </pc:spChg>
        <pc:spChg chg="del">
          <ac:chgData name="Viliam Čillík" userId="S::vcillik@ohpen.com::30894447-e0ac-4615-915d-14a006ecb09b" providerId="AD" clId="Web-{0E3F555E-6296-A5FD-9F6B-18A579965742}" dt="2023-02-22T09:28:26.645" v="139"/>
          <ac:spMkLst>
            <pc:docMk/>
            <pc:sldMk cId="3451820405" sldId="5320"/>
            <ac:spMk id="8" creationId="{A41EDE02-D57D-8F25-18C2-EEF6C852E839}"/>
          </ac:spMkLst>
        </pc:spChg>
        <pc:spChg chg="del">
          <ac:chgData name="Viliam Čillík" userId="S::vcillik@ohpen.com::30894447-e0ac-4615-915d-14a006ecb09b" providerId="AD" clId="Web-{0E3F555E-6296-A5FD-9F6B-18A579965742}" dt="2023-02-22T09:28:26.645" v="139"/>
          <ac:spMkLst>
            <pc:docMk/>
            <pc:sldMk cId="3451820405" sldId="5320"/>
            <ac:spMk id="9" creationId="{C71B1789-8842-9DEB-C69A-8AE68F8FE9F0}"/>
          </ac:spMkLst>
        </pc:spChg>
        <pc:spChg chg="del mod ord">
          <ac:chgData name="Viliam Čillík" userId="S::vcillik@ohpen.com::30894447-e0ac-4615-915d-14a006ecb09b" providerId="AD" clId="Web-{0E3F555E-6296-A5FD-9F6B-18A579965742}" dt="2023-02-22T09:28:36.614" v="140"/>
          <ac:spMkLst>
            <pc:docMk/>
            <pc:sldMk cId="3451820405" sldId="5320"/>
            <ac:spMk id="10" creationId="{DFE74F85-D419-E843-1934-9860AAAFC69C}"/>
          </ac:spMkLst>
        </pc:spChg>
        <pc:spChg chg="del">
          <ac:chgData name="Viliam Čillík" userId="S::vcillik@ohpen.com::30894447-e0ac-4615-915d-14a006ecb09b" providerId="AD" clId="Web-{0E3F555E-6296-A5FD-9F6B-18A579965742}" dt="2023-02-22T09:28:26.645" v="139"/>
          <ac:spMkLst>
            <pc:docMk/>
            <pc:sldMk cId="3451820405" sldId="5320"/>
            <ac:spMk id="11" creationId="{CF23568C-FDE0-26FA-734E-2D778B049A03}"/>
          </ac:spMkLst>
        </pc:spChg>
        <pc:spChg chg="add mod">
          <ac:chgData name="Viliam Čillík" userId="S::vcillik@ohpen.com::30894447-e0ac-4615-915d-14a006ecb09b" providerId="AD" clId="Web-{0E3F555E-6296-A5FD-9F6B-18A579965742}" dt="2023-02-22T09:30:01.226" v="185" actId="1076"/>
          <ac:spMkLst>
            <pc:docMk/>
            <pc:sldMk cId="3451820405" sldId="5320"/>
            <ac:spMk id="12" creationId="{085DF256-510F-5393-4BA0-3F9F4675A26B}"/>
          </ac:spMkLst>
        </pc:spChg>
        <pc:spChg chg="add mod">
          <ac:chgData name="Viliam Čillík" userId="S::vcillik@ohpen.com::30894447-e0ac-4615-915d-14a006ecb09b" providerId="AD" clId="Web-{0E3F555E-6296-A5FD-9F6B-18A579965742}" dt="2023-02-22T09:30:01.242" v="186" actId="1076"/>
          <ac:spMkLst>
            <pc:docMk/>
            <pc:sldMk cId="3451820405" sldId="5320"/>
            <ac:spMk id="13" creationId="{5D516A7D-0BF2-7B38-C581-92DBDF941C60}"/>
          </ac:spMkLst>
        </pc:spChg>
        <pc:spChg chg="add mod">
          <ac:chgData name="Viliam Čillík" userId="S::vcillik@ohpen.com::30894447-e0ac-4615-915d-14a006ecb09b" providerId="AD" clId="Web-{0E3F555E-6296-A5FD-9F6B-18A579965742}" dt="2023-02-22T09:30:01.258" v="187" actId="1076"/>
          <ac:spMkLst>
            <pc:docMk/>
            <pc:sldMk cId="3451820405" sldId="5320"/>
            <ac:spMk id="14" creationId="{F7A17081-4E14-B1CE-08A6-377F8B1EB367}"/>
          </ac:spMkLst>
        </pc:spChg>
        <pc:spChg chg="add mod">
          <ac:chgData name="Viliam Čillík" userId="S::vcillik@ohpen.com::30894447-e0ac-4615-915d-14a006ecb09b" providerId="AD" clId="Web-{0E3F555E-6296-A5FD-9F6B-18A579965742}" dt="2023-02-22T09:30:01.289" v="188" actId="1076"/>
          <ac:spMkLst>
            <pc:docMk/>
            <pc:sldMk cId="3451820405" sldId="5320"/>
            <ac:spMk id="15" creationId="{1F8E604B-7B42-E587-F2DC-AAA04AE46032}"/>
          </ac:spMkLst>
        </pc:spChg>
        <pc:spChg chg="add mod">
          <ac:chgData name="Viliam Čillík" userId="S::vcillik@ohpen.com::30894447-e0ac-4615-915d-14a006ecb09b" providerId="AD" clId="Web-{0E3F555E-6296-A5FD-9F6B-18A579965742}" dt="2023-02-22T09:30:01.304" v="189" actId="1076"/>
          <ac:spMkLst>
            <pc:docMk/>
            <pc:sldMk cId="3451820405" sldId="5320"/>
            <ac:spMk id="16" creationId="{1558AAD0-F538-7B41-14A3-5C6C70C00546}"/>
          </ac:spMkLst>
        </pc:spChg>
        <pc:spChg chg="add mod">
          <ac:chgData name="Viliam Čillík" userId="S::vcillik@ohpen.com::30894447-e0ac-4615-915d-14a006ecb09b" providerId="AD" clId="Web-{0E3F555E-6296-A5FD-9F6B-18A579965742}" dt="2023-02-22T09:30:01.336" v="190" actId="1076"/>
          <ac:spMkLst>
            <pc:docMk/>
            <pc:sldMk cId="3451820405" sldId="5320"/>
            <ac:spMk id="17" creationId="{5CCE28F8-DACF-2F61-17E8-3CBCC0B1850E}"/>
          </ac:spMkLst>
        </pc:spChg>
        <pc:spChg chg="add mod">
          <ac:chgData name="Viliam Čillík" userId="S::vcillik@ohpen.com::30894447-e0ac-4615-915d-14a006ecb09b" providerId="AD" clId="Web-{0E3F555E-6296-A5FD-9F6B-18A579965742}" dt="2023-02-22T09:30:01.367" v="192" actId="1076"/>
          <ac:spMkLst>
            <pc:docMk/>
            <pc:sldMk cId="3451820405" sldId="5320"/>
            <ac:spMk id="19" creationId="{5BEDB33D-533C-6383-44A1-0E18F86B781A}"/>
          </ac:spMkLst>
        </pc:spChg>
        <pc:spChg chg="add mod">
          <ac:chgData name="Viliam Čillík" userId="S::vcillik@ohpen.com::30894447-e0ac-4615-915d-14a006ecb09b" providerId="AD" clId="Web-{0E3F555E-6296-A5FD-9F6B-18A579965742}" dt="2023-02-22T09:30:01.398" v="193" actId="1076"/>
          <ac:spMkLst>
            <pc:docMk/>
            <pc:sldMk cId="3451820405" sldId="5320"/>
            <ac:spMk id="20" creationId="{2DBF0FE6-7FF5-5ADD-67D8-B516397FD315}"/>
          </ac:spMkLst>
        </pc:spChg>
        <pc:spChg chg="add mod">
          <ac:chgData name="Viliam Čillík" userId="S::vcillik@ohpen.com::30894447-e0ac-4615-915d-14a006ecb09b" providerId="AD" clId="Web-{0E3F555E-6296-A5FD-9F6B-18A579965742}" dt="2023-02-22T09:29:04.053" v="156" actId="1076"/>
          <ac:spMkLst>
            <pc:docMk/>
            <pc:sldMk cId="3451820405" sldId="5320"/>
            <ac:spMk id="23" creationId="{97EB07F8-F02F-5B37-7CC1-AEC835550021}"/>
          </ac:spMkLst>
        </pc:spChg>
        <pc:spChg chg="add mod">
          <ac:chgData name="Viliam Čillík" userId="S::vcillik@ohpen.com::30894447-e0ac-4615-915d-14a006ecb09b" providerId="AD" clId="Web-{0E3F555E-6296-A5FD-9F6B-18A579965742}" dt="2023-02-22T09:30:01.476" v="197" actId="1076"/>
          <ac:spMkLst>
            <pc:docMk/>
            <pc:sldMk cId="3451820405" sldId="5320"/>
            <ac:spMk id="25" creationId="{D20E398E-6A16-6D9F-25E7-BE8180C14A90}"/>
          </ac:spMkLst>
        </pc:spChg>
        <pc:spChg chg="add mod">
          <ac:chgData name="Viliam Čillík" userId="S::vcillik@ohpen.com::30894447-e0ac-4615-915d-14a006ecb09b" providerId="AD" clId="Web-{0E3F555E-6296-A5FD-9F6B-18A579965742}" dt="2023-02-22T09:30:01.570" v="202" actId="1076"/>
          <ac:spMkLst>
            <pc:docMk/>
            <pc:sldMk cId="3451820405" sldId="5320"/>
            <ac:spMk id="30" creationId="{CA20EE80-1449-776A-3FE5-6E3372E54AEA}"/>
          </ac:spMkLst>
        </pc:spChg>
        <pc:spChg chg="add del mod">
          <ac:chgData name="Viliam Čillík" userId="S::vcillik@ohpen.com::30894447-e0ac-4615-915d-14a006ecb09b" providerId="AD" clId="Web-{0E3F555E-6296-A5FD-9F6B-18A579965742}" dt="2023-02-22T09:39:11.338" v="234"/>
          <ac:spMkLst>
            <pc:docMk/>
            <pc:sldMk cId="3451820405" sldId="5320"/>
            <ac:spMk id="32" creationId="{A347329D-06CA-524D-6055-14EC9DFFBFA1}"/>
          </ac:spMkLst>
        </pc:spChg>
        <pc:spChg chg="add mod">
          <ac:chgData name="Viliam Čillík" userId="S::vcillik@ohpen.com::30894447-e0ac-4615-915d-14a006ecb09b" providerId="AD" clId="Web-{0E3F555E-6296-A5FD-9F6B-18A579965742}" dt="2023-02-22T10:49:50.043" v="385" actId="1076"/>
          <ac:spMkLst>
            <pc:docMk/>
            <pc:sldMk cId="3451820405" sldId="5320"/>
            <ac:spMk id="34" creationId="{A53FED39-D202-2818-DC0E-D6E5152209E5}"/>
          </ac:spMkLst>
        </pc:spChg>
        <pc:spChg chg="add del mod">
          <ac:chgData name="Viliam Čillík" userId="S::vcillik@ohpen.com::30894447-e0ac-4615-915d-14a006ecb09b" providerId="AD" clId="Web-{0E3F555E-6296-A5FD-9F6B-18A579965742}" dt="2023-02-22T09:28:54.208" v="144"/>
          <ac:spMkLst>
            <pc:docMk/>
            <pc:sldMk cId="3451820405" sldId="5320"/>
            <ac:spMk id="41" creationId="{33F350F3-365C-0948-819E-D9F691DD52F7}"/>
          </ac:spMkLst>
        </pc:spChg>
        <pc:spChg chg="add mod">
          <ac:chgData name="Viliam Čillík" userId="S::vcillik@ohpen.com::30894447-e0ac-4615-915d-14a006ecb09b" providerId="AD" clId="Web-{0E3F555E-6296-A5FD-9F6B-18A579965742}" dt="2023-02-22T09:39:54.027" v="242" actId="1076"/>
          <ac:spMkLst>
            <pc:docMk/>
            <pc:sldMk cId="3451820405" sldId="5320"/>
            <ac:spMk id="42" creationId="{801882A6-A750-C9B7-CC49-CE0F05678C03}"/>
          </ac:spMkLst>
        </pc:spChg>
        <pc:spChg chg="add mod">
          <ac:chgData name="Viliam Čillík" userId="S::vcillik@ohpen.com::30894447-e0ac-4615-915d-14a006ecb09b" providerId="AD" clId="Web-{0E3F555E-6296-A5FD-9F6B-18A579965742}" dt="2023-02-22T09:40:06.433" v="245" actId="1076"/>
          <ac:spMkLst>
            <pc:docMk/>
            <pc:sldMk cId="3451820405" sldId="5320"/>
            <ac:spMk id="43" creationId="{16A92CC0-51B9-4A9B-8FEC-583FBEC7D019}"/>
          </ac:spMkLst>
        </pc:spChg>
        <pc:spChg chg="add mod">
          <ac:chgData name="Viliam Čillík" userId="S::vcillik@ohpen.com::30894447-e0ac-4615-915d-14a006ecb09b" providerId="AD" clId="Web-{0E3F555E-6296-A5FD-9F6B-18A579965742}" dt="2023-02-22T09:39:51.558" v="241" actId="1076"/>
          <ac:spMkLst>
            <pc:docMk/>
            <pc:sldMk cId="3451820405" sldId="5320"/>
            <ac:spMk id="47" creationId="{08CC9734-85C9-AFA0-64E2-F59C3DCF8635}"/>
          </ac:spMkLst>
        </pc:spChg>
        <pc:spChg chg="add">
          <ac:chgData name="Viliam Čillík" userId="S::vcillik@ohpen.com::30894447-e0ac-4615-915d-14a006ecb09b" providerId="AD" clId="Web-{0E3F555E-6296-A5FD-9F6B-18A579965742}" dt="2023-02-22T09:38:58.337" v="230"/>
          <ac:spMkLst>
            <pc:docMk/>
            <pc:sldMk cId="3451820405" sldId="5320"/>
            <ac:spMk id="48" creationId="{891ABCEE-ADFC-6582-0C33-A39D210EA509}"/>
          </ac:spMkLst>
        </pc:spChg>
        <pc:spChg chg="add">
          <ac:chgData name="Viliam Čillík" userId="S::vcillik@ohpen.com::30894447-e0ac-4615-915d-14a006ecb09b" providerId="AD" clId="Web-{0E3F555E-6296-A5FD-9F6B-18A579965742}" dt="2023-02-22T09:39:02.931" v="231"/>
          <ac:spMkLst>
            <pc:docMk/>
            <pc:sldMk cId="3451820405" sldId="5320"/>
            <ac:spMk id="49" creationId="{8432AF50-1EC3-3838-F34C-835851A945E4}"/>
          </ac:spMkLst>
        </pc:spChg>
        <pc:picChg chg="add mod">
          <ac:chgData name="Viliam Čillík" userId="S::vcillik@ohpen.com::30894447-e0ac-4615-915d-14a006ecb09b" providerId="AD" clId="Web-{0E3F555E-6296-A5FD-9F6B-18A579965742}" dt="2023-02-22T09:30:01.414" v="194" actId="1076"/>
          <ac:picMkLst>
            <pc:docMk/>
            <pc:sldMk cId="3451820405" sldId="5320"/>
            <ac:picMk id="21" creationId="{EEA789A5-19F0-0E93-0E26-36F433873CDD}"/>
          </ac:picMkLst>
        </pc:picChg>
        <pc:picChg chg="add mod">
          <ac:chgData name="Viliam Čillík" userId="S::vcillik@ohpen.com::30894447-e0ac-4615-915d-14a006ecb09b" providerId="AD" clId="Web-{0E3F555E-6296-A5FD-9F6B-18A579965742}" dt="2023-02-22T09:30:01.429" v="195" actId="1076"/>
          <ac:picMkLst>
            <pc:docMk/>
            <pc:sldMk cId="3451820405" sldId="5320"/>
            <ac:picMk id="22" creationId="{032E113C-2F1C-4C74-0394-7332262792C4}"/>
          </ac:picMkLst>
        </pc:picChg>
        <pc:picChg chg="add mod">
          <ac:chgData name="Viliam Čillík" userId="S::vcillik@ohpen.com::30894447-e0ac-4615-915d-14a006ecb09b" providerId="AD" clId="Web-{0E3F555E-6296-A5FD-9F6B-18A579965742}" dt="2023-02-22T09:30:01.445" v="196" actId="1076"/>
          <ac:picMkLst>
            <pc:docMk/>
            <pc:sldMk cId="3451820405" sldId="5320"/>
            <ac:picMk id="24" creationId="{11918E98-C063-1A2F-6624-C7F9F05C9E61}"/>
          </ac:picMkLst>
        </pc:picChg>
        <pc:picChg chg="add mod">
          <ac:chgData name="Viliam Čillík" userId="S::vcillik@ohpen.com::30894447-e0ac-4615-915d-14a006ecb09b" providerId="AD" clId="Web-{0E3F555E-6296-A5FD-9F6B-18A579965742}" dt="2023-02-22T09:30:01.492" v="198" actId="1076"/>
          <ac:picMkLst>
            <pc:docMk/>
            <pc:sldMk cId="3451820405" sldId="5320"/>
            <ac:picMk id="26" creationId="{EF04C86A-49C8-1568-62CD-67FBAD3B1169}"/>
          </ac:picMkLst>
        </pc:picChg>
        <pc:picChg chg="add mod">
          <ac:chgData name="Viliam Čillík" userId="S::vcillik@ohpen.com::30894447-e0ac-4615-915d-14a006ecb09b" providerId="AD" clId="Web-{0E3F555E-6296-A5FD-9F6B-18A579965742}" dt="2023-02-22T09:30:01.508" v="199" actId="1076"/>
          <ac:picMkLst>
            <pc:docMk/>
            <pc:sldMk cId="3451820405" sldId="5320"/>
            <ac:picMk id="27" creationId="{C326E03A-CEAA-8AC4-B874-91F4687AB9D7}"/>
          </ac:picMkLst>
        </pc:picChg>
        <pc:picChg chg="add mod">
          <ac:chgData name="Viliam Čillík" userId="S::vcillik@ohpen.com::30894447-e0ac-4615-915d-14a006ecb09b" providerId="AD" clId="Web-{0E3F555E-6296-A5FD-9F6B-18A579965742}" dt="2023-02-22T09:30:01.523" v="200" actId="1076"/>
          <ac:picMkLst>
            <pc:docMk/>
            <pc:sldMk cId="3451820405" sldId="5320"/>
            <ac:picMk id="28" creationId="{2CFB5C30-8638-2683-39E5-01EB19FBAF47}"/>
          </ac:picMkLst>
        </pc:picChg>
        <pc:picChg chg="add mod">
          <ac:chgData name="Viliam Čillík" userId="S::vcillik@ohpen.com::30894447-e0ac-4615-915d-14a006ecb09b" providerId="AD" clId="Web-{0E3F555E-6296-A5FD-9F6B-18A579965742}" dt="2023-02-22T09:30:01.539" v="201" actId="1076"/>
          <ac:picMkLst>
            <pc:docMk/>
            <pc:sldMk cId="3451820405" sldId="5320"/>
            <ac:picMk id="29" creationId="{95B3CA76-7503-E009-DB05-F0D44B8AA600}"/>
          </ac:picMkLst>
        </pc:picChg>
        <pc:picChg chg="add del mod">
          <ac:chgData name="Viliam Čillík" userId="S::vcillik@ohpen.com::30894447-e0ac-4615-915d-14a006ecb09b" providerId="AD" clId="Web-{0E3F555E-6296-A5FD-9F6B-18A579965742}" dt="2023-02-22T09:39:11.197" v="233"/>
          <ac:picMkLst>
            <pc:docMk/>
            <pc:sldMk cId="3451820405" sldId="5320"/>
            <ac:picMk id="31" creationId="{02B3DEEC-3B6C-C8AE-DE1D-3FD1B25B35BE}"/>
          </ac:picMkLst>
        </pc:picChg>
        <pc:picChg chg="add mod">
          <ac:chgData name="Viliam Čillík" userId="S::vcillik@ohpen.com::30894447-e0ac-4615-915d-14a006ecb09b" providerId="AD" clId="Web-{0E3F555E-6296-A5FD-9F6B-18A579965742}" dt="2023-02-22T10:49:47.340" v="384" actId="1076"/>
          <ac:picMkLst>
            <pc:docMk/>
            <pc:sldMk cId="3451820405" sldId="5320"/>
            <ac:picMk id="33" creationId="{0315F9DD-6F1C-69B8-1891-C6F8BFED9CB5}"/>
          </ac:picMkLst>
        </pc:picChg>
        <pc:picChg chg="add mod">
          <ac:chgData name="Viliam Čillík" userId="S::vcillik@ohpen.com::30894447-e0ac-4615-915d-14a006ecb09b" providerId="AD" clId="Web-{0E3F555E-6296-A5FD-9F6B-18A579965742}" dt="2023-02-22T09:39:46.589" v="239" actId="1076"/>
          <ac:picMkLst>
            <pc:docMk/>
            <pc:sldMk cId="3451820405" sldId="5320"/>
            <ac:picMk id="44" creationId="{3E78F39D-2C1D-87CF-643D-5E641015F11C}"/>
          </ac:picMkLst>
        </pc:picChg>
        <pc:picChg chg="add mod">
          <ac:chgData name="Viliam Čillík" userId="S::vcillik@ohpen.com::30894447-e0ac-4615-915d-14a006ecb09b" providerId="AD" clId="Web-{0E3F555E-6296-A5FD-9F6B-18A579965742}" dt="2023-02-22T09:40:13.793" v="246" actId="1076"/>
          <ac:picMkLst>
            <pc:docMk/>
            <pc:sldMk cId="3451820405" sldId="5320"/>
            <ac:picMk id="45" creationId="{5F6FCB58-6E5F-BB15-401E-CCE1161367F1}"/>
          </ac:picMkLst>
        </pc:picChg>
        <pc:picChg chg="add mod">
          <ac:chgData name="Viliam Čillík" userId="S::vcillik@ohpen.com::30894447-e0ac-4615-915d-14a006ecb09b" providerId="AD" clId="Web-{0E3F555E-6296-A5FD-9F6B-18A579965742}" dt="2023-02-22T09:40:01.855" v="244" actId="1076"/>
          <ac:picMkLst>
            <pc:docMk/>
            <pc:sldMk cId="3451820405" sldId="5320"/>
            <ac:picMk id="46" creationId="{B67B4D23-1990-17CD-35E4-2D4BE1723398}"/>
          </ac:picMkLst>
        </pc:picChg>
        <pc:cxnChg chg="add mod">
          <ac:chgData name="Viliam Čillík" userId="S::vcillik@ohpen.com::30894447-e0ac-4615-915d-14a006ecb09b" providerId="AD" clId="Web-{0E3F555E-6296-A5FD-9F6B-18A579965742}" dt="2023-02-22T09:30:01.351" v="191" actId="1076"/>
          <ac:cxnSpMkLst>
            <pc:docMk/>
            <pc:sldMk cId="3451820405" sldId="5320"/>
            <ac:cxnSpMk id="18" creationId="{CDE45451-1182-D102-93FC-0C73FA0FA0C5}"/>
          </ac:cxnSpMkLst>
        </pc:cxnChg>
        <pc:cxnChg chg="add mod">
          <ac:chgData name="Viliam Čillík" userId="S::vcillik@ohpen.com::30894447-e0ac-4615-915d-14a006ecb09b" providerId="AD" clId="Web-{0E3F555E-6296-A5FD-9F6B-18A579965742}" dt="2023-02-22T10:49:46.183" v="383" actId="14100"/>
          <ac:cxnSpMkLst>
            <pc:docMk/>
            <pc:sldMk cId="3451820405" sldId="5320"/>
            <ac:cxnSpMk id="35" creationId="{3B9E5A27-C900-5C5C-8840-23509289403A}"/>
          </ac:cxnSpMkLst>
        </pc:cxnChg>
        <pc:cxnChg chg="add del mod">
          <ac:chgData name="Viliam Čillík" userId="S::vcillik@ohpen.com::30894447-e0ac-4615-915d-14a006ecb09b" providerId="AD" clId="Web-{0E3F555E-6296-A5FD-9F6B-18A579965742}" dt="2023-02-22T09:39:09.166" v="232"/>
          <ac:cxnSpMkLst>
            <pc:docMk/>
            <pc:sldMk cId="3451820405" sldId="5320"/>
            <ac:cxnSpMk id="36" creationId="{7FFD063B-7702-90FA-E6AA-0619BE324C90}"/>
          </ac:cxnSpMkLst>
        </pc:cxnChg>
        <pc:cxnChg chg="add mod">
          <ac:chgData name="Viliam Čillík" userId="S::vcillik@ohpen.com::30894447-e0ac-4615-915d-14a006ecb09b" providerId="AD" clId="Web-{0E3F555E-6296-A5FD-9F6B-18A579965742}" dt="2023-02-22T09:30:01.711" v="209" actId="1076"/>
          <ac:cxnSpMkLst>
            <pc:docMk/>
            <pc:sldMk cId="3451820405" sldId="5320"/>
            <ac:cxnSpMk id="37" creationId="{BE5CE30D-F734-24A3-0311-6F7BAFC16E4E}"/>
          </ac:cxnSpMkLst>
        </pc:cxnChg>
        <pc:cxnChg chg="add mod">
          <ac:chgData name="Viliam Čillík" userId="S::vcillik@ohpen.com::30894447-e0ac-4615-915d-14a006ecb09b" providerId="AD" clId="Web-{0E3F555E-6296-A5FD-9F6B-18A579965742}" dt="2023-02-22T09:30:01.726" v="210" actId="1076"/>
          <ac:cxnSpMkLst>
            <pc:docMk/>
            <pc:sldMk cId="3451820405" sldId="5320"/>
            <ac:cxnSpMk id="38" creationId="{6EE5D7C5-6215-000B-3F54-24634A8B0634}"/>
          </ac:cxnSpMkLst>
        </pc:cxnChg>
        <pc:cxnChg chg="add mod">
          <ac:chgData name="Viliam Čillík" userId="S::vcillik@ohpen.com::30894447-e0ac-4615-915d-14a006ecb09b" providerId="AD" clId="Web-{0E3F555E-6296-A5FD-9F6B-18A579965742}" dt="2023-02-22T09:30:01.742" v="211" actId="1076"/>
          <ac:cxnSpMkLst>
            <pc:docMk/>
            <pc:sldMk cId="3451820405" sldId="5320"/>
            <ac:cxnSpMk id="39" creationId="{22DEDB6E-B2B3-03A1-31E8-1264AD9108A1}"/>
          </ac:cxnSpMkLst>
        </pc:cxnChg>
        <pc:cxnChg chg="add mod">
          <ac:chgData name="Viliam Čillík" userId="S::vcillik@ohpen.com::30894447-e0ac-4615-915d-14a006ecb09b" providerId="AD" clId="Web-{0E3F555E-6296-A5FD-9F6B-18A579965742}" dt="2023-02-22T09:30:01.758" v="212" actId="1076"/>
          <ac:cxnSpMkLst>
            <pc:docMk/>
            <pc:sldMk cId="3451820405" sldId="5320"/>
            <ac:cxnSpMk id="40" creationId="{821B14CD-783A-C11E-89B6-619B36408838}"/>
          </ac:cxnSpMkLst>
        </pc:cxnChg>
      </pc:sldChg>
      <pc:sldChg chg="addSp delSp modSp new">
        <pc:chgData name="Viliam Čillík" userId="S::vcillik@ohpen.com::30894447-e0ac-4615-915d-14a006ecb09b" providerId="AD" clId="Web-{0E3F555E-6296-A5FD-9F6B-18A579965742}" dt="2023-02-22T10:55:40.079" v="397" actId="20577"/>
        <pc:sldMkLst>
          <pc:docMk/>
          <pc:sldMk cId="1245446548" sldId="5321"/>
        </pc:sldMkLst>
        <pc:spChg chg="mod">
          <ac:chgData name="Viliam Čillík" userId="S::vcillik@ohpen.com::30894447-e0ac-4615-915d-14a006ecb09b" providerId="AD" clId="Web-{0E3F555E-6296-A5FD-9F6B-18A579965742}" dt="2023-02-22T09:41:18.795" v="261" actId="1076"/>
          <ac:spMkLst>
            <pc:docMk/>
            <pc:sldMk cId="1245446548" sldId="5321"/>
            <ac:spMk id="2" creationId="{BFBD87C2-ACD8-D8FD-0DBA-F7860817094E}"/>
          </ac:spMkLst>
        </pc:spChg>
        <pc:spChg chg="mod">
          <ac:chgData name="Viliam Čillík" userId="S::vcillik@ohpen.com::30894447-e0ac-4615-915d-14a006ecb09b" providerId="AD" clId="Web-{0E3F555E-6296-A5FD-9F6B-18A579965742}" dt="2023-02-22T09:40:43.747" v="248" actId="20577"/>
          <ac:spMkLst>
            <pc:docMk/>
            <pc:sldMk cId="1245446548" sldId="5321"/>
            <ac:spMk id="3" creationId="{0A99E418-115F-56F6-36CC-ADFDA0842DE5}"/>
          </ac:spMkLst>
        </pc:spChg>
        <pc:spChg chg="add mod">
          <ac:chgData name="Viliam Čillík" userId="S::vcillik@ohpen.com::30894447-e0ac-4615-915d-14a006ecb09b" providerId="AD" clId="Web-{0E3F555E-6296-A5FD-9F6B-18A579965742}" dt="2023-02-22T09:41:25.202" v="262" actId="1076"/>
          <ac:spMkLst>
            <pc:docMk/>
            <pc:sldMk cId="1245446548" sldId="5321"/>
            <ac:spMk id="4" creationId="{E3815C71-C1A1-D74E-4E2E-C4BB5F7C240D}"/>
          </ac:spMkLst>
        </pc:spChg>
        <pc:spChg chg="add mod">
          <ac:chgData name="Viliam Čillík" userId="S::vcillik@ohpen.com::30894447-e0ac-4615-915d-14a006ecb09b" providerId="AD" clId="Web-{0E3F555E-6296-A5FD-9F6B-18A579965742}" dt="2023-02-22T10:55:40.079" v="397" actId="20577"/>
          <ac:spMkLst>
            <pc:docMk/>
            <pc:sldMk cId="1245446548" sldId="5321"/>
            <ac:spMk id="6" creationId="{B56D1513-277E-2126-2BAE-EC8B9E8E35E8}"/>
          </ac:spMkLst>
        </pc:spChg>
        <pc:spChg chg="add">
          <ac:chgData name="Viliam Čillík" userId="S::vcillik@ohpen.com::30894447-e0ac-4615-915d-14a006ecb09b" providerId="AD" clId="Web-{0E3F555E-6296-A5FD-9F6B-18A579965742}" dt="2023-02-22T09:41:08.576" v="260"/>
          <ac:spMkLst>
            <pc:docMk/>
            <pc:sldMk cId="1245446548" sldId="5321"/>
            <ac:spMk id="7" creationId="{CB3FB852-6CB9-A50A-FB14-0A09FEE5A2E9}"/>
          </ac:spMkLst>
        </pc:spChg>
        <pc:spChg chg="add mod">
          <ac:chgData name="Viliam Čillík" userId="S::vcillik@ohpen.com::30894447-e0ac-4615-915d-14a006ecb09b" providerId="AD" clId="Web-{0E3F555E-6296-A5FD-9F6B-18A579965742}" dt="2023-02-22T09:44:43.349" v="276" actId="1076"/>
          <ac:spMkLst>
            <pc:docMk/>
            <pc:sldMk cId="1245446548" sldId="5321"/>
            <ac:spMk id="8" creationId="{7EA834A3-B02F-3EFF-E562-7B71603EAED8}"/>
          </ac:spMkLst>
        </pc:spChg>
        <pc:spChg chg="add del mod">
          <ac:chgData name="Viliam Čillík" userId="S::vcillik@ohpen.com::30894447-e0ac-4615-915d-14a006ecb09b" providerId="AD" clId="Web-{0E3F555E-6296-A5FD-9F6B-18A579965742}" dt="2023-02-22T09:43:31.206" v="271"/>
          <ac:spMkLst>
            <pc:docMk/>
            <pc:sldMk cId="1245446548" sldId="5321"/>
            <ac:spMk id="9" creationId="{D538DF18-A864-C406-E729-20C6E24B1CF3}"/>
          </ac:spMkLst>
        </pc:spChg>
        <pc:spChg chg="add mod">
          <ac:chgData name="Viliam Čillík" userId="S::vcillik@ohpen.com::30894447-e0ac-4615-915d-14a006ecb09b" providerId="AD" clId="Web-{0E3F555E-6296-A5FD-9F6B-18A579965742}" dt="2023-02-22T09:43:37.550" v="272" actId="1076"/>
          <ac:spMkLst>
            <pc:docMk/>
            <pc:sldMk cId="1245446548" sldId="5321"/>
            <ac:spMk id="10" creationId="{FE462D21-C21B-0554-8DEA-7810ED7D7F59}"/>
          </ac:spMkLst>
        </pc:spChg>
        <pc:spChg chg="add mod">
          <ac:chgData name="Viliam Čillík" userId="S::vcillik@ohpen.com::30894447-e0ac-4615-915d-14a006ecb09b" providerId="AD" clId="Web-{0E3F555E-6296-A5FD-9F6B-18A579965742}" dt="2023-02-22T09:43:37.565" v="273" actId="1076"/>
          <ac:spMkLst>
            <pc:docMk/>
            <pc:sldMk cId="1245446548" sldId="5321"/>
            <ac:spMk id="11" creationId="{9FF780A4-B941-415E-21FB-D80D88355F2B}"/>
          </ac:spMkLst>
        </pc:spChg>
        <pc:spChg chg="add mod">
          <ac:chgData name="Viliam Čillík" userId="S::vcillik@ohpen.com::30894447-e0ac-4615-915d-14a006ecb09b" providerId="AD" clId="Web-{0E3F555E-6296-A5FD-9F6B-18A579965742}" dt="2023-02-22T09:43:42.206" v="275" actId="1076"/>
          <ac:spMkLst>
            <pc:docMk/>
            <pc:sldMk cId="1245446548" sldId="5321"/>
            <ac:spMk id="12" creationId="{26292103-7741-8157-D393-3A454AFB834C}"/>
          </ac:spMkLst>
        </pc:spChg>
        <pc:spChg chg="add mod">
          <ac:chgData name="Viliam Čillík" userId="S::vcillik@ohpen.com::30894447-e0ac-4615-915d-14a006ecb09b" providerId="AD" clId="Web-{0E3F555E-6296-A5FD-9F6B-18A579965742}" dt="2023-02-22T09:43:37.597" v="274" actId="1076"/>
          <ac:spMkLst>
            <pc:docMk/>
            <pc:sldMk cId="1245446548" sldId="5321"/>
            <ac:spMk id="13" creationId="{C6F3605C-0A87-3921-2D91-80C2E26D2D9F}"/>
          </ac:spMkLst>
        </pc:spChg>
        <pc:picChg chg="add">
          <ac:chgData name="Viliam Čillík" userId="S::vcillik@ohpen.com::30894447-e0ac-4615-915d-14a006ecb09b" providerId="AD" clId="Web-{0E3F555E-6296-A5FD-9F6B-18A579965742}" dt="2023-02-22T09:40:58.607" v="258"/>
          <ac:picMkLst>
            <pc:docMk/>
            <pc:sldMk cId="1245446548" sldId="5321"/>
            <ac:picMk id="5" creationId="{B64314A8-F752-9A39-78EA-DE72AF0847A6}"/>
          </ac:picMkLst>
        </pc:picChg>
      </pc:sldChg>
      <pc:sldChg chg="addSp delSp modSp new del mod ord modClrScheme chgLayout">
        <pc:chgData name="Viliam Čillík" userId="S::vcillik@ohpen.com::30894447-e0ac-4615-915d-14a006ecb09b" providerId="AD" clId="Web-{0E3F555E-6296-A5FD-9F6B-18A579965742}" dt="2023-02-22T09:36:48.318" v="223"/>
        <pc:sldMkLst>
          <pc:docMk/>
          <pc:sldMk cId="1287220175" sldId="5321"/>
        </pc:sldMkLst>
        <pc:spChg chg="mod ord">
          <ac:chgData name="Viliam Čillík" userId="S::vcillik@ohpen.com::30894447-e0ac-4615-915d-14a006ecb09b" providerId="AD" clId="Web-{0E3F555E-6296-A5FD-9F6B-18A579965742}" dt="2023-02-22T09:36:21.614" v="215"/>
          <ac:spMkLst>
            <pc:docMk/>
            <pc:sldMk cId="1287220175" sldId="5321"/>
            <ac:spMk id="2" creationId="{4E6AF52B-D26C-430E-3D28-103136DEFC05}"/>
          </ac:spMkLst>
        </pc:spChg>
        <pc:spChg chg="del">
          <ac:chgData name="Viliam Čillík" userId="S::vcillik@ohpen.com::30894447-e0ac-4615-915d-14a006ecb09b" providerId="AD" clId="Web-{0E3F555E-6296-A5FD-9F6B-18A579965742}" dt="2023-02-22T09:36:21.614" v="215"/>
          <ac:spMkLst>
            <pc:docMk/>
            <pc:sldMk cId="1287220175" sldId="5321"/>
            <ac:spMk id="3" creationId="{1939FDCC-4DD1-6F5B-5204-8804E72F1B81}"/>
          </ac:spMkLst>
        </pc:spChg>
        <pc:spChg chg="del">
          <ac:chgData name="Viliam Čillík" userId="S::vcillik@ohpen.com::30894447-e0ac-4615-915d-14a006ecb09b" providerId="AD" clId="Web-{0E3F555E-6296-A5FD-9F6B-18A579965742}" dt="2023-02-22T09:36:21.614" v="215"/>
          <ac:spMkLst>
            <pc:docMk/>
            <pc:sldMk cId="1287220175" sldId="5321"/>
            <ac:spMk id="4" creationId="{04F9ECDA-6514-2EC3-4F21-C12D8BE980FF}"/>
          </ac:spMkLst>
        </pc:spChg>
        <pc:spChg chg="del">
          <ac:chgData name="Viliam Čillík" userId="S::vcillik@ohpen.com::30894447-e0ac-4615-915d-14a006ecb09b" providerId="AD" clId="Web-{0E3F555E-6296-A5FD-9F6B-18A579965742}" dt="2023-02-22T09:36:21.614" v="215"/>
          <ac:spMkLst>
            <pc:docMk/>
            <pc:sldMk cId="1287220175" sldId="5321"/>
            <ac:spMk id="5" creationId="{CEF11099-91C8-8AF9-F141-FF0137BE4714}"/>
          </ac:spMkLst>
        </pc:spChg>
        <pc:spChg chg="del">
          <ac:chgData name="Viliam Čillík" userId="S::vcillik@ohpen.com::30894447-e0ac-4615-915d-14a006ecb09b" providerId="AD" clId="Web-{0E3F555E-6296-A5FD-9F6B-18A579965742}" dt="2023-02-22T09:36:21.614" v="215"/>
          <ac:spMkLst>
            <pc:docMk/>
            <pc:sldMk cId="1287220175" sldId="5321"/>
            <ac:spMk id="6" creationId="{29E9CE33-F96E-7B33-2845-F7EC5895B3ED}"/>
          </ac:spMkLst>
        </pc:spChg>
        <pc:spChg chg="del">
          <ac:chgData name="Viliam Čillík" userId="S::vcillik@ohpen.com::30894447-e0ac-4615-915d-14a006ecb09b" providerId="AD" clId="Web-{0E3F555E-6296-A5FD-9F6B-18A579965742}" dt="2023-02-22T09:36:21.614" v="215"/>
          <ac:spMkLst>
            <pc:docMk/>
            <pc:sldMk cId="1287220175" sldId="5321"/>
            <ac:spMk id="7" creationId="{8D896CC2-C258-1A3E-487E-38C9D365A926}"/>
          </ac:spMkLst>
        </pc:spChg>
        <pc:spChg chg="del">
          <ac:chgData name="Viliam Čillík" userId="S::vcillik@ohpen.com::30894447-e0ac-4615-915d-14a006ecb09b" providerId="AD" clId="Web-{0E3F555E-6296-A5FD-9F6B-18A579965742}" dt="2023-02-22T09:36:21.614" v="215"/>
          <ac:spMkLst>
            <pc:docMk/>
            <pc:sldMk cId="1287220175" sldId="5321"/>
            <ac:spMk id="8" creationId="{8CF9EED2-5DDC-8291-7469-2262DE5BDDCB}"/>
          </ac:spMkLst>
        </pc:spChg>
        <pc:spChg chg="del">
          <ac:chgData name="Viliam Čillík" userId="S::vcillik@ohpen.com::30894447-e0ac-4615-915d-14a006ecb09b" providerId="AD" clId="Web-{0E3F555E-6296-A5FD-9F6B-18A579965742}" dt="2023-02-22T09:36:21.614" v="215"/>
          <ac:spMkLst>
            <pc:docMk/>
            <pc:sldMk cId="1287220175" sldId="5321"/>
            <ac:spMk id="9" creationId="{84A9B80C-B403-23C8-D873-F216C35DCF40}"/>
          </ac:spMkLst>
        </pc:spChg>
        <pc:spChg chg="mod ord">
          <ac:chgData name="Viliam Čillík" userId="S::vcillik@ohpen.com::30894447-e0ac-4615-915d-14a006ecb09b" providerId="AD" clId="Web-{0E3F555E-6296-A5FD-9F6B-18A579965742}" dt="2023-02-22T09:36:21.614" v="215"/>
          <ac:spMkLst>
            <pc:docMk/>
            <pc:sldMk cId="1287220175" sldId="5321"/>
            <ac:spMk id="10" creationId="{B15B9139-691B-861F-CB8B-1B620413C03F}"/>
          </ac:spMkLst>
        </pc:spChg>
        <pc:spChg chg="del">
          <ac:chgData name="Viliam Čillík" userId="S::vcillik@ohpen.com::30894447-e0ac-4615-915d-14a006ecb09b" providerId="AD" clId="Web-{0E3F555E-6296-A5FD-9F6B-18A579965742}" dt="2023-02-22T09:36:21.614" v="215"/>
          <ac:spMkLst>
            <pc:docMk/>
            <pc:sldMk cId="1287220175" sldId="5321"/>
            <ac:spMk id="11" creationId="{DF875F9D-66BD-DE25-2C79-B380602D3483}"/>
          </ac:spMkLst>
        </pc:spChg>
        <pc:picChg chg="add mod">
          <ac:chgData name="Viliam Čillík" userId="S::vcillik@ohpen.com::30894447-e0ac-4615-915d-14a006ecb09b" providerId="AD" clId="Web-{0E3F555E-6296-A5FD-9F6B-18A579965742}" dt="2023-02-22T09:36:30.723" v="218" actId="1076"/>
          <ac:picMkLst>
            <pc:docMk/>
            <pc:sldMk cId="1287220175" sldId="5321"/>
            <ac:picMk id="12" creationId="{60C7B0D4-E3EF-9632-5758-0E38788B9D8C}"/>
          </ac:picMkLst>
        </pc:picChg>
      </pc:sldChg>
    </pc:docChg>
  </pc:docChgLst>
  <pc:docChgLst>
    <pc:chgData name="Tomáš Zuzčák" userId="S::tzuzcak@ohpen.com::e0ed375d-0f01-4f06-9166-4fdf76188cf7" providerId="AD" clId="Web-{15AF0943-9FC0-46E7-6558-CE4D1FDD0909}"/>
    <pc:docChg chg="addSld delSld modSld">
      <pc:chgData name="Tomáš Zuzčák" userId="S::tzuzcak@ohpen.com::e0ed375d-0f01-4f06-9166-4fdf76188cf7" providerId="AD" clId="Web-{15AF0943-9FC0-46E7-6558-CE4D1FDD0909}" dt="2023-02-21T13:17:19.246" v="276" actId="20577"/>
      <pc:docMkLst>
        <pc:docMk/>
      </pc:docMkLst>
      <pc:sldChg chg="del">
        <pc:chgData name="Tomáš Zuzčák" userId="S::tzuzcak@ohpen.com::e0ed375d-0f01-4f06-9166-4fdf76188cf7" providerId="AD" clId="Web-{15AF0943-9FC0-46E7-6558-CE4D1FDD0909}" dt="2023-02-21T12:54:44.472" v="134"/>
        <pc:sldMkLst>
          <pc:docMk/>
          <pc:sldMk cId="499051848" sldId="5283"/>
        </pc:sldMkLst>
      </pc:sldChg>
      <pc:sldChg chg="addSp modSp">
        <pc:chgData name="Tomáš Zuzčák" userId="S::tzuzcak@ohpen.com::e0ed375d-0f01-4f06-9166-4fdf76188cf7" providerId="AD" clId="Web-{15AF0943-9FC0-46E7-6558-CE4D1FDD0909}" dt="2023-02-21T13:12:12.424" v="224" actId="1076"/>
        <pc:sldMkLst>
          <pc:docMk/>
          <pc:sldMk cId="90292855" sldId="5301"/>
        </pc:sldMkLst>
        <pc:spChg chg="add mod">
          <ac:chgData name="Tomáš Zuzčák" userId="S::tzuzcak@ohpen.com::e0ed375d-0f01-4f06-9166-4fdf76188cf7" providerId="AD" clId="Web-{15AF0943-9FC0-46E7-6558-CE4D1FDD0909}" dt="2023-02-21T13:12:12.424" v="224" actId="1076"/>
          <ac:spMkLst>
            <pc:docMk/>
            <pc:sldMk cId="90292855" sldId="5301"/>
            <ac:spMk id="6" creationId="{02281994-0826-6165-82E9-FEEF7F51FECD}"/>
          </ac:spMkLst>
        </pc:spChg>
      </pc:sldChg>
      <pc:sldChg chg="addSp modSp">
        <pc:chgData name="Tomáš Zuzčák" userId="S::tzuzcak@ohpen.com::e0ed375d-0f01-4f06-9166-4fdf76188cf7" providerId="AD" clId="Web-{15AF0943-9FC0-46E7-6558-CE4D1FDD0909}" dt="2023-02-21T13:12:43.956" v="231" actId="1076"/>
        <pc:sldMkLst>
          <pc:docMk/>
          <pc:sldMk cId="1324938473" sldId="5302"/>
        </pc:sldMkLst>
        <pc:spChg chg="add mod">
          <ac:chgData name="Tomáš Zuzčák" userId="S::tzuzcak@ohpen.com::e0ed375d-0f01-4f06-9166-4fdf76188cf7" providerId="AD" clId="Web-{15AF0943-9FC0-46E7-6558-CE4D1FDD0909}" dt="2023-02-21T13:12:43.956" v="231" actId="1076"/>
          <ac:spMkLst>
            <pc:docMk/>
            <pc:sldMk cId="1324938473" sldId="5302"/>
            <ac:spMk id="2" creationId="{9C02E252-E876-6B3B-7698-1121CF2E1757}"/>
          </ac:spMkLst>
        </pc:spChg>
      </pc:sldChg>
      <pc:sldChg chg="addSp modSp">
        <pc:chgData name="Tomáš Zuzčák" userId="S::tzuzcak@ohpen.com::e0ed375d-0f01-4f06-9166-4fdf76188cf7" providerId="AD" clId="Web-{15AF0943-9FC0-46E7-6558-CE4D1FDD0909}" dt="2023-02-21T13:13:16.239" v="238" actId="1076"/>
        <pc:sldMkLst>
          <pc:docMk/>
          <pc:sldMk cId="739384040" sldId="5303"/>
        </pc:sldMkLst>
        <pc:spChg chg="add mod">
          <ac:chgData name="Tomáš Zuzčák" userId="S::tzuzcak@ohpen.com::e0ed375d-0f01-4f06-9166-4fdf76188cf7" providerId="AD" clId="Web-{15AF0943-9FC0-46E7-6558-CE4D1FDD0909}" dt="2023-02-21T13:13:16.239" v="238" actId="1076"/>
          <ac:spMkLst>
            <pc:docMk/>
            <pc:sldMk cId="739384040" sldId="5303"/>
            <ac:spMk id="2" creationId="{A2A97767-6C04-10E9-BF95-10136519E1C8}"/>
          </ac:spMkLst>
        </pc:spChg>
      </pc:sldChg>
      <pc:sldChg chg="addSp modSp">
        <pc:chgData name="Tomáš Zuzčák" userId="S::tzuzcak@ohpen.com::e0ed375d-0f01-4f06-9166-4fdf76188cf7" providerId="AD" clId="Web-{15AF0943-9FC0-46E7-6558-CE4D1FDD0909}" dt="2023-02-21T13:14:22.381" v="245" actId="1076"/>
        <pc:sldMkLst>
          <pc:docMk/>
          <pc:sldMk cId="1336065149" sldId="5304"/>
        </pc:sldMkLst>
        <pc:spChg chg="add mod">
          <ac:chgData name="Tomáš Zuzčák" userId="S::tzuzcak@ohpen.com::e0ed375d-0f01-4f06-9166-4fdf76188cf7" providerId="AD" clId="Web-{15AF0943-9FC0-46E7-6558-CE4D1FDD0909}" dt="2023-02-21T13:14:22.381" v="245" actId="1076"/>
          <ac:spMkLst>
            <pc:docMk/>
            <pc:sldMk cId="1336065149" sldId="5304"/>
            <ac:spMk id="2" creationId="{A701AE2B-9CEA-EAF2-87D6-AEA77DD1ABD0}"/>
          </ac:spMkLst>
        </pc:spChg>
      </pc:sldChg>
      <pc:sldChg chg="addSp modSp">
        <pc:chgData name="Tomáš Zuzčák" userId="S::tzuzcak@ohpen.com::e0ed375d-0f01-4f06-9166-4fdf76188cf7" providerId="AD" clId="Web-{15AF0943-9FC0-46E7-6558-CE4D1FDD0909}" dt="2023-02-21T13:15:26.836" v="262" actId="1076"/>
        <pc:sldMkLst>
          <pc:docMk/>
          <pc:sldMk cId="3638759017" sldId="5307"/>
        </pc:sldMkLst>
        <pc:spChg chg="add mod">
          <ac:chgData name="Tomáš Zuzčák" userId="S::tzuzcak@ohpen.com::e0ed375d-0f01-4f06-9166-4fdf76188cf7" providerId="AD" clId="Web-{15AF0943-9FC0-46E7-6558-CE4D1FDD0909}" dt="2023-02-21T13:15:26.836" v="262" actId="1076"/>
          <ac:spMkLst>
            <pc:docMk/>
            <pc:sldMk cId="3638759017" sldId="5307"/>
            <ac:spMk id="4" creationId="{9428EF76-3390-F944-96FC-F3349494228E}"/>
          </ac:spMkLst>
        </pc:spChg>
      </pc:sldChg>
      <pc:sldChg chg="modSp">
        <pc:chgData name="Tomáš Zuzčák" userId="S::tzuzcak@ohpen.com::e0ed375d-0f01-4f06-9166-4fdf76188cf7" providerId="AD" clId="Web-{15AF0943-9FC0-46E7-6558-CE4D1FDD0909}" dt="2023-02-21T13:16:12.463" v="270" actId="20577"/>
        <pc:sldMkLst>
          <pc:docMk/>
          <pc:sldMk cId="3702957352" sldId="5309"/>
        </pc:sldMkLst>
        <pc:spChg chg="mod">
          <ac:chgData name="Tomáš Zuzčák" userId="S::tzuzcak@ohpen.com::e0ed375d-0f01-4f06-9166-4fdf76188cf7" providerId="AD" clId="Web-{15AF0943-9FC0-46E7-6558-CE4D1FDD0909}" dt="2023-02-21T13:16:03.025" v="266" actId="20577"/>
          <ac:spMkLst>
            <pc:docMk/>
            <pc:sldMk cId="3702957352" sldId="5309"/>
            <ac:spMk id="2" creationId="{10F16D39-3768-34B3-6531-878DB2E76BA8}"/>
          </ac:spMkLst>
        </pc:spChg>
        <pc:spChg chg="mod">
          <ac:chgData name="Tomáš Zuzčák" userId="S::tzuzcak@ohpen.com::e0ed375d-0f01-4f06-9166-4fdf76188cf7" providerId="AD" clId="Web-{15AF0943-9FC0-46E7-6558-CE4D1FDD0909}" dt="2023-02-21T13:16:12.463" v="270" actId="20577"/>
          <ac:spMkLst>
            <pc:docMk/>
            <pc:sldMk cId="3702957352" sldId="5309"/>
            <ac:spMk id="4" creationId="{ED25A846-F6A0-6987-CDE1-58697842D2F2}"/>
          </ac:spMkLst>
        </pc:spChg>
      </pc:sldChg>
      <pc:sldChg chg="modSp">
        <pc:chgData name="Tomáš Zuzčák" userId="S::tzuzcak@ohpen.com::e0ed375d-0f01-4f06-9166-4fdf76188cf7" providerId="AD" clId="Web-{15AF0943-9FC0-46E7-6558-CE4D1FDD0909}" dt="2023-02-21T13:16:23.213" v="274" actId="20577"/>
        <pc:sldMkLst>
          <pc:docMk/>
          <pc:sldMk cId="2279748109" sldId="5312"/>
        </pc:sldMkLst>
        <pc:spChg chg="mod">
          <ac:chgData name="Tomáš Zuzčák" userId="S::tzuzcak@ohpen.com::e0ed375d-0f01-4f06-9166-4fdf76188cf7" providerId="AD" clId="Web-{15AF0943-9FC0-46E7-6558-CE4D1FDD0909}" dt="2023-02-21T13:16:23.213" v="274" actId="20577"/>
          <ac:spMkLst>
            <pc:docMk/>
            <pc:sldMk cId="2279748109" sldId="5312"/>
            <ac:spMk id="2" creationId="{5625F6B2-3127-785D-F0C9-845700C61A22}"/>
          </ac:spMkLst>
        </pc:spChg>
      </pc:sldChg>
      <pc:sldChg chg="addSp delSp modSp new">
        <pc:chgData name="Tomáš Zuzčák" userId="S::tzuzcak@ohpen.com::e0ed375d-0f01-4f06-9166-4fdf76188cf7" providerId="AD" clId="Web-{15AF0943-9FC0-46E7-6558-CE4D1FDD0909}" dt="2023-02-21T12:51:04.872" v="123" actId="20577"/>
        <pc:sldMkLst>
          <pc:docMk/>
          <pc:sldMk cId="3816667818" sldId="5314"/>
        </pc:sldMkLst>
        <pc:spChg chg="del">
          <ac:chgData name="Tomáš Zuzčák" userId="S::tzuzcak@ohpen.com::e0ed375d-0f01-4f06-9166-4fdf76188cf7" providerId="AD" clId="Web-{15AF0943-9FC0-46E7-6558-CE4D1FDD0909}" dt="2023-02-21T12:48:24.383" v="43"/>
          <ac:spMkLst>
            <pc:docMk/>
            <pc:sldMk cId="3816667818" sldId="5314"/>
            <ac:spMk id="2" creationId="{45EF4122-D57D-35F3-DCE1-BBB45CA42B37}"/>
          </ac:spMkLst>
        </pc:spChg>
        <pc:spChg chg="del">
          <ac:chgData name="Tomáš Zuzčák" userId="S::tzuzcak@ohpen.com::e0ed375d-0f01-4f06-9166-4fdf76188cf7" providerId="AD" clId="Web-{15AF0943-9FC0-46E7-6558-CE4D1FDD0909}" dt="2023-02-21T12:48:27.648" v="44"/>
          <ac:spMkLst>
            <pc:docMk/>
            <pc:sldMk cId="3816667818" sldId="5314"/>
            <ac:spMk id="3" creationId="{3B001774-8A97-D8FF-FDF0-0807A7B4EA6B}"/>
          </ac:spMkLst>
        </pc:spChg>
        <pc:spChg chg="add del">
          <ac:chgData name="Tomáš Zuzčák" userId="S::tzuzcak@ohpen.com::e0ed375d-0f01-4f06-9166-4fdf76188cf7" providerId="AD" clId="Web-{15AF0943-9FC0-46E7-6558-CE4D1FDD0909}" dt="2023-02-21T12:48:20.726" v="42"/>
          <ac:spMkLst>
            <pc:docMk/>
            <pc:sldMk cId="3816667818" sldId="5314"/>
            <ac:spMk id="5" creationId="{64C956DE-86B4-E2F2-6F03-B98237E8E025}"/>
          </ac:spMkLst>
        </pc:spChg>
        <pc:spChg chg="add del">
          <ac:chgData name="Tomáš Zuzčák" userId="S::tzuzcak@ohpen.com::e0ed375d-0f01-4f06-9166-4fdf76188cf7" providerId="AD" clId="Web-{15AF0943-9FC0-46E7-6558-CE4D1FDD0909}" dt="2023-02-21T12:48:20.726" v="41"/>
          <ac:spMkLst>
            <pc:docMk/>
            <pc:sldMk cId="3816667818" sldId="5314"/>
            <ac:spMk id="7" creationId="{DA4D5C85-7703-91D1-22DF-59BB3C9F9460}"/>
          </ac:spMkLst>
        </pc:spChg>
        <pc:spChg chg="add del">
          <ac:chgData name="Tomáš Zuzčák" userId="S::tzuzcak@ohpen.com::e0ed375d-0f01-4f06-9166-4fdf76188cf7" providerId="AD" clId="Web-{15AF0943-9FC0-46E7-6558-CE4D1FDD0909}" dt="2023-02-21T12:48:20.726" v="40"/>
          <ac:spMkLst>
            <pc:docMk/>
            <pc:sldMk cId="3816667818" sldId="5314"/>
            <ac:spMk id="9" creationId="{2A6E5CF6-DE6C-A35E-85EB-00864E9C159C}"/>
          </ac:spMkLst>
        </pc:spChg>
        <pc:spChg chg="add del">
          <ac:chgData name="Tomáš Zuzčák" userId="S::tzuzcak@ohpen.com::e0ed375d-0f01-4f06-9166-4fdf76188cf7" providerId="AD" clId="Web-{15AF0943-9FC0-46E7-6558-CE4D1FDD0909}" dt="2023-02-21T12:48:20.726" v="39"/>
          <ac:spMkLst>
            <pc:docMk/>
            <pc:sldMk cId="3816667818" sldId="5314"/>
            <ac:spMk id="11" creationId="{8B60C6E5-7B5F-55EF-685C-841D0A21FBB2}"/>
          </ac:spMkLst>
        </pc:spChg>
        <pc:spChg chg="add del">
          <ac:chgData name="Tomáš Zuzčák" userId="S::tzuzcak@ohpen.com::e0ed375d-0f01-4f06-9166-4fdf76188cf7" providerId="AD" clId="Web-{15AF0943-9FC0-46E7-6558-CE4D1FDD0909}" dt="2023-02-21T12:48:20.726" v="38"/>
          <ac:spMkLst>
            <pc:docMk/>
            <pc:sldMk cId="3816667818" sldId="5314"/>
            <ac:spMk id="13" creationId="{A19F9744-8259-05BF-6527-F897D5CF82D4}"/>
          </ac:spMkLst>
        </pc:spChg>
        <pc:spChg chg="add del">
          <ac:chgData name="Tomáš Zuzčák" userId="S::tzuzcak@ohpen.com::e0ed375d-0f01-4f06-9166-4fdf76188cf7" providerId="AD" clId="Web-{15AF0943-9FC0-46E7-6558-CE4D1FDD0909}" dt="2023-02-21T12:48:20.726" v="37"/>
          <ac:spMkLst>
            <pc:docMk/>
            <pc:sldMk cId="3816667818" sldId="5314"/>
            <ac:spMk id="15" creationId="{B8B828B4-50EB-1D7F-FA30-3E5CC7951952}"/>
          </ac:spMkLst>
        </pc:spChg>
        <pc:spChg chg="add del">
          <ac:chgData name="Tomáš Zuzčák" userId="S::tzuzcak@ohpen.com::e0ed375d-0f01-4f06-9166-4fdf76188cf7" providerId="AD" clId="Web-{15AF0943-9FC0-46E7-6558-CE4D1FDD0909}" dt="2023-02-21T12:48:20.726" v="36"/>
          <ac:spMkLst>
            <pc:docMk/>
            <pc:sldMk cId="3816667818" sldId="5314"/>
            <ac:spMk id="17" creationId="{108DC7B7-6B59-C84D-ECA9-B5CD3DD5AAC9}"/>
          </ac:spMkLst>
        </pc:spChg>
        <pc:spChg chg="add del">
          <ac:chgData name="Tomáš Zuzčák" userId="S::tzuzcak@ohpen.com::e0ed375d-0f01-4f06-9166-4fdf76188cf7" providerId="AD" clId="Web-{15AF0943-9FC0-46E7-6558-CE4D1FDD0909}" dt="2023-02-21T12:48:20.726" v="31"/>
          <ac:spMkLst>
            <pc:docMk/>
            <pc:sldMk cId="3816667818" sldId="5314"/>
            <ac:spMk id="27" creationId="{E22C3B07-1B0C-C5E0-6741-AABD72078860}"/>
          </ac:spMkLst>
        </pc:spChg>
        <pc:spChg chg="add del">
          <ac:chgData name="Tomáš Zuzčák" userId="S::tzuzcak@ohpen.com::e0ed375d-0f01-4f06-9166-4fdf76188cf7" providerId="AD" clId="Web-{15AF0943-9FC0-46E7-6558-CE4D1FDD0909}" dt="2023-02-21T12:48:20.726" v="29"/>
          <ac:spMkLst>
            <pc:docMk/>
            <pc:sldMk cId="3816667818" sldId="5314"/>
            <ac:spMk id="31" creationId="{BD8790F1-172B-BE94-B56B-BFC2D2537583}"/>
          </ac:spMkLst>
        </pc:spChg>
        <pc:spChg chg="add del">
          <ac:chgData name="Tomáš Zuzčák" userId="S::tzuzcak@ohpen.com::e0ed375d-0f01-4f06-9166-4fdf76188cf7" providerId="AD" clId="Web-{15AF0943-9FC0-46E7-6558-CE4D1FDD0909}" dt="2023-02-21T12:48:20.726" v="25"/>
          <ac:spMkLst>
            <pc:docMk/>
            <pc:sldMk cId="3816667818" sldId="5314"/>
            <ac:spMk id="39" creationId="{1DA2336D-7DB7-9690-3910-3430B21A1668}"/>
          </ac:spMkLst>
        </pc:spChg>
        <pc:spChg chg="add del">
          <ac:chgData name="Tomáš Zuzčák" userId="S::tzuzcak@ohpen.com::e0ed375d-0f01-4f06-9166-4fdf76188cf7" providerId="AD" clId="Web-{15AF0943-9FC0-46E7-6558-CE4D1FDD0909}" dt="2023-02-21T12:48:20.726" v="24"/>
          <ac:spMkLst>
            <pc:docMk/>
            <pc:sldMk cId="3816667818" sldId="5314"/>
            <ac:spMk id="41" creationId="{5C6C5AC7-DB82-FDBA-C654-7B9C7769BE7B}"/>
          </ac:spMkLst>
        </pc:spChg>
        <pc:spChg chg="add del">
          <ac:chgData name="Tomáš Zuzčák" userId="S::tzuzcak@ohpen.com::e0ed375d-0f01-4f06-9166-4fdf76188cf7" providerId="AD" clId="Web-{15AF0943-9FC0-46E7-6558-CE4D1FDD0909}" dt="2023-02-21T12:48:20.726" v="23"/>
          <ac:spMkLst>
            <pc:docMk/>
            <pc:sldMk cId="3816667818" sldId="5314"/>
            <ac:spMk id="43" creationId="{61499183-064D-55BD-B3C0-52CE4F780331}"/>
          </ac:spMkLst>
        </pc:spChg>
        <pc:spChg chg="add mod">
          <ac:chgData name="Tomáš Zuzčák" userId="S::tzuzcak@ohpen.com::e0ed375d-0f01-4f06-9166-4fdf76188cf7" providerId="AD" clId="Web-{15AF0943-9FC0-46E7-6558-CE4D1FDD0909}" dt="2023-02-21T12:48:28.976" v="45"/>
          <ac:spMkLst>
            <pc:docMk/>
            <pc:sldMk cId="3816667818" sldId="5314"/>
            <ac:spMk id="45" creationId="{14B67729-9BE3-5099-00E8-018AD004160A}"/>
          </ac:spMkLst>
        </pc:spChg>
        <pc:spChg chg="add mod">
          <ac:chgData name="Tomáš Zuzčák" userId="S::tzuzcak@ohpen.com::e0ed375d-0f01-4f06-9166-4fdf76188cf7" providerId="AD" clId="Web-{15AF0943-9FC0-46E7-6558-CE4D1FDD0909}" dt="2023-02-21T12:48:29.101" v="46"/>
          <ac:spMkLst>
            <pc:docMk/>
            <pc:sldMk cId="3816667818" sldId="5314"/>
            <ac:spMk id="47" creationId="{9E946B5D-A87D-B7F8-3685-AEB79A7FD7CE}"/>
          </ac:spMkLst>
        </pc:spChg>
        <pc:spChg chg="add">
          <ac:chgData name="Tomáš Zuzčák" userId="S::tzuzcak@ohpen.com::e0ed375d-0f01-4f06-9166-4fdf76188cf7" providerId="AD" clId="Web-{15AF0943-9FC0-46E7-6558-CE4D1FDD0909}" dt="2023-02-21T12:48:29.226" v="47"/>
          <ac:spMkLst>
            <pc:docMk/>
            <pc:sldMk cId="3816667818" sldId="5314"/>
            <ac:spMk id="49" creationId="{E5055F35-E024-56F9-A63F-C2100E88D8DE}"/>
          </ac:spMkLst>
        </pc:spChg>
        <pc:spChg chg="add">
          <ac:chgData name="Tomáš Zuzčák" userId="S::tzuzcak@ohpen.com::e0ed375d-0f01-4f06-9166-4fdf76188cf7" providerId="AD" clId="Web-{15AF0943-9FC0-46E7-6558-CE4D1FDD0909}" dt="2023-02-21T12:48:29.351" v="48"/>
          <ac:spMkLst>
            <pc:docMk/>
            <pc:sldMk cId="3816667818" sldId="5314"/>
            <ac:spMk id="51" creationId="{BB3EBA40-B6D3-1E9B-013E-7A809D212A38}"/>
          </ac:spMkLst>
        </pc:spChg>
        <pc:spChg chg="add">
          <ac:chgData name="Tomáš Zuzčák" userId="S::tzuzcak@ohpen.com::e0ed375d-0f01-4f06-9166-4fdf76188cf7" providerId="AD" clId="Web-{15AF0943-9FC0-46E7-6558-CE4D1FDD0909}" dt="2023-02-21T12:48:29.476" v="49"/>
          <ac:spMkLst>
            <pc:docMk/>
            <pc:sldMk cId="3816667818" sldId="5314"/>
            <ac:spMk id="53" creationId="{E88473BF-5B82-A36D-6DB5-ED6BF502B3FB}"/>
          </ac:spMkLst>
        </pc:spChg>
        <pc:spChg chg="add">
          <ac:chgData name="Tomáš Zuzčák" userId="S::tzuzcak@ohpen.com::e0ed375d-0f01-4f06-9166-4fdf76188cf7" providerId="AD" clId="Web-{15AF0943-9FC0-46E7-6558-CE4D1FDD0909}" dt="2023-02-21T12:48:29.601" v="50"/>
          <ac:spMkLst>
            <pc:docMk/>
            <pc:sldMk cId="3816667818" sldId="5314"/>
            <ac:spMk id="55" creationId="{723F45DF-179F-3FCA-405D-54BDB82D380B}"/>
          </ac:spMkLst>
        </pc:spChg>
        <pc:spChg chg="add">
          <ac:chgData name="Tomáš Zuzčák" userId="S::tzuzcak@ohpen.com::e0ed375d-0f01-4f06-9166-4fdf76188cf7" providerId="AD" clId="Web-{15AF0943-9FC0-46E7-6558-CE4D1FDD0909}" dt="2023-02-21T12:48:29.726" v="51"/>
          <ac:spMkLst>
            <pc:docMk/>
            <pc:sldMk cId="3816667818" sldId="5314"/>
            <ac:spMk id="57" creationId="{7ED44150-5500-FF00-CD00-DC51BDFEEB48}"/>
          </ac:spMkLst>
        </pc:spChg>
        <pc:spChg chg="add">
          <ac:chgData name="Tomáš Zuzčák" userId="S::tzuzcak@ohpen.com::e0ed375d-0f01-4f06-9166-4fdf76188cf7" providerId="AD" clId="Web-{15AF0943-9FC0-46E7-6558-CE4D1FDD0909}" dt="2023-02-21T12:48:30.336" v="56"/>
          <ac:spMkLst>
            <pc:docMk/>
            <pc:sldMk cId="3816667818" sldId="5314"/>
            <ac:spMk id="67" creationId="{612390C1-7053-7692-7D29-077C98AD8E22}"/>
          </ac:spMkLst>
        </pc:spChg>
        <pc:spChg chg="add">
          <ac:chgData name="Tomáš Zuzčák" userId="S::tzuzcak@ohpen.com::e0ed375d-0f01-4f06-9166-4fdf76188cf7" providerId="AD" clId="Web-{15AF0943-9FC0-46E7-6558-CE4D1FDD0909}" dt="2023-02-21T12:48:30.586" v="58"/>
          <ac:spMkLst>
            <pc:docMk/>
            <pc:sldMk cId="3816667818" sldId="5314"/>
            <ac:spMk id="71" creationId="{2C4C4C2E-03F2-C405-C4C1-2D7D3F6F05E2}"/>
          </ac:spMkLst>
        </pc:spChg>
        <pc:spChg chg="add">
          <ac:chgData name="Tomáš Zuzčák" userId="S::tzuzcak@ohpen.com::e0ed375d-0f01-4f06-9166-4fdf76188cf7" providerId="AD" clId="Web-{15AF0943-9FC0-46E7-6558-CE4D1FDD0909}" dt="2023-02-21T12:48:31.086" v="62"/>
          <ac:spMkLst>
            <pc:docMk/>
            <pc:sldMk cId="3816667818" sldId="5314"/>
            <ac:spMk id="79" creationId="{741183FF-5F8C-DBE6-9973-3C956280CE3F}"/>
          </ac:spMkLst>
        </pc:spChg>
        <pc:spChg chg="add">
          <ac:chgData name="Tomáš Zuzčák" userId="S::tzuzcak@ohpen.com::e0ed375d-0f01-4f06-9166-4fdf76188cf7" providerId="AD" clId="Web-{15AF0943-9FC0-46E7-6558-CE4D1FDD0909}" dt="2023-02-21T12:48:31.211" v="63"/>
          <ac:spMkLst>
            <pc:docMk/>
            <pc:sldMk cId="3816667818" sldId="5314"/>
            <ac:spMk id="81" creationId="{46D98320-AD31-00BE-910C-53F14EC02A1F}"/>
          </ac:spMkLst>
        </pc:spChg>
        <pc:spChg chg="add mod">
          <ac:chgData name="Tomáš Zuzčák" userId="S::tzuzcak@ohpen.com::e0ed375d-0f01-4f06-9166-4fdf76188cf7" providerId="AD" clId="Web-{15AF0943-9FC0-46E7-6558-CE4D1FDD0909}" dt="2023-02-21T12:51:04.872" v="123" actId="20577"/>
          <ac:spMkLst>
            <pc:docMk/>
            <pc:sldMk cId="3816667818" sldId="5314"/>
            <ac:spMk id="83" creationId="{F4EF4349-57F0-DCDA-64D9-ED287C79B474}"/>
          </ac:spMkLst>
        </pc:spChg>
        <pc:picChg chg="add del">
          <ac:chgData name="Tomáš Zuzčák" userId="S::tzuzcak@ohpen.com::e0ed375d-0f01-4f06-9166-4fdf76188cf7" providerId="AD" clId="Web-{15AF0943-9FC0-46E7-6558-CE4D1FDD0909}" dt="2023-02-21T12:48:20.726" v="35"/>
          <ac:picMkLst>
            <pc:docMk/>
            <pc:sldMk cId="3816667818" sldId="5314"/>
            <ac:picMk id="19" creationId="{224EF937-BD94-98D0-E6C6-F9CF751221FF}"/>
          </ac:picMkLst>
        </pc:picChg>
        <pc:picChg chg="add del">
          <ac:chgData name="Tomáš Zuzčák" userId="S::tzuzcak@ohpen.com::e0ed375d-0f01-4f06-9166-4fdf76188cf7" providerId="AD" clId="Web-{15AF0943-9FC0-46E7-6558-CE4D1FDD0909}" dt="2023-02-21T12:48:20.726" v="34"/>
          <ac:picMkLst>
            <pc:docMk/>
            <pc:sldMk cId="3816667818" sldId="5314"/>
            <ac:picMk id="21" creationId="{266C0F75-A140-E6EB-9DCD-8BA23CCF271A}"/>
          </ac:picMkLst>
        </pc:picChg>
        <pc:picChg chg="add del">
          <ac:chgData name="Tomáš Zuzčák" userId="S::tzuzcak@ohpen.com::e0ed375d-0f01-4f06-9166-4fdf76188cf7" providerId="AD" clId="Web-{15AF0943-9FC0-46E7-6558-CE4D1FDD0909}" dt="2023-02-21T12:48:20.726" v="33"/>
          <ac:picMkLst>
            <pc:docMk/>
            <pc:sldMk cId="3816667818" sldId="5314"/>
            <ac:picMk id="23" creationId="{A9C4C686-F6E0-CB18-4221-81EA39AB9A1B}"/>
          </ac:picMkLst>
        </pc:picChg>
        <pc:picChg chg="add del">
          <ac:chgData name="Tomáš Zuzčák" userId="S::tzuzcak@ohpen.com::e0ed375d-0f01-4f06-9166-4fdf76188cf7" providerId="AD" clId="Web-{15AF0943-9FC0-46E7-6558-CE4D1FDD0909}" dt="2023-02-21T12:48:20.726" v="32"/>
          <ac:picMkLst>
            <pc:docMk/>
            <pc:sldMk cId="3816667818" sldId="5314"/>
            <ac:picMk id="25" creationId="{FE2548D2-535B-AE8D-122B-B514BA969DF4}"/>
          </ac:picMkLst>
        </pc:picChg>
        <pc:picChg chg="add del">
          <ac:chgData name="Tomáš Zuzčák" userId="S::tzuzcak@ohpen.com::e0ed375d-0f01-4f06-9166-4fdf76188cf7" providerId="AD" clId="Web-{15AF0943-9FC0-46E7-6558-CE4D1FDD0909}" dt="2023-02-21T12:48:20.726" v="28"/>
          <ac:picMkLst>
            <pc:docMk/>
            <pc:sldMk cId="3816667818" sldId="5314"/>
            <ac:picMk id="33" creationId="{00964927-2F30-994A-2224-19D63807108D}"/>
          </ac:picMkLst>
        </pc:picChg>
        <pc:picChg chg="add del">
          <ac:chgData name="Tomáš Zuzčák" userId="S::tzuzcak@ohpen.com::e0ed375d-0f01-4f06-9166-4fdf76188cf7" providerId="AD" clId="Web-{15AF0943-9FC0-46E7-6558-CE4D1FDD0909}" dt="2023-02-21T12:48:20.726" v="26"/>
          <ac:picMkLst>
            <pc:docMk/>
            <pc:sldMk cId="3816667818" sldId="5314"/>
            <ac:picMk id="37" creationId="{623B5981-2CB3-2315-1071-F6A247A2B7AA}"/>
          </ac:picMkLst>
        </pc:picChg>
        <pc:picChg chg="add">
          <ac:chgData name="Tomáš Zuzčák" userId="S::tzuzcak@ohpen.com::e0ed375d-0f01-4f06-9166-4fdf76188cf7" providerId="AD" clId="Web-{15AF0943-9FC0-46E7-6558-CE4D1FDD0909}" dt="2023-02-21T12:48:29.851" v="52"/>
          <ac:picMkLst>
            <pc:docMk/>
            <pc:sldMk cId="3816667818" sldId="5314"/>
            <ac:picMk id="59" creationId="{8BB053BF-A370-E47E-781B-13C81888BEAB}"/>
          </ac:picMkLst>
        </pc:picChg>
        <pc:picChg chg="add">
          <ac:chgData name="Tomáš Zuzčák" userId="S::tzuzcak@ohpen.com::e0ed375d-0f01-4f06-9166-4fdf76188cf7" providerId="AD" clId="Web-{15AF0943-9FC0-46E7-6558-CE4D1FDD0909}" dt="2023-02-21T12:48:29.976" v="53"/>
          <ac:picMkLst>
            <pc:docMk/>
            <pc:sldMk cId="3816667818" sldId="5314"/>
            <ac:picMk id="61" creationId="{C616C4A0-3796-FD9D-80F8-C82C7B68794F}"/>
          </ac:picMkLst>
        </pc:picChg>
        <pc:picChg chg="add">
          <ac:chgData name="Tomáš Zuzčák" userId="S::tzuzcak@ohpen.com::e0ed375d-0f01-4f06-9166-4fdf76188cf7" providerId="AD" clId="Web-{15AF0943-9FC0-46E7-6558-CE4D1FDD0909}" dt="2023-02-21T12:48:30.101" v="54"/>
          <ac:picMkLst>
            <pc:docMk/>
            <pc:sldMk cId="3816667818" sldId="5314"/>
            <ac:picMk id="63" creationId="{24481574-B940-5652-ECE8-CF2A71F6F7A3}"/>
          </ac:picMkLst>
        </pc:picChg>
        <pc:picChg chg="add">
          <ac:chgData name="Tomáš Zuzčák" userId="S::tzuzcak@ohpen.com::e0ed375d-0f01-4f06-9166-4fdf76188cf7" providerId="AD" clId="Web-{15AF0943-9FC0-46E7-6558-CE4D1FDD0909}" dt="2023-02-21T12:48:30.227" v="55"/>
          <ac:picMkLst>
            <pc:docMk/>
            <pc:sldMk cId="3816667818" sldId="5314"/>
            <ac:picMk id="65" creationId="{89EC6CC9-A11C-D93F-4304-21F40FA10D02}"/>
          </ac:picMkLst>
        </pc:picChg>
        <pc:picChg chg="add">
          <ac:chgData name="Tomáš Zuzčák" userId="S::tzuzcak@ohpen.com::e0ed375d-0f01-4f06-9166-4fdf76188cf7" providerId="AD" clId="Web-{15AF0943-9FC0-46E7-6558-CE4D1FDD0909}" dt="2023-02-21T12:48:30.711" v="59"/>
          <ac:picMkLst>
            <pc:docMk/>
            <pc:sldMk cId="3816667818" sldId="5314"/>
            <ac:picMk id="73" creationId="{15538F67-38A1-CF07-A086-2FFACBDEFB7A}"/>
          </ac:picMkLst>
        </pc:picChg>
        <pc:picChg chg="add">
          <ac:chgData name="Tomáš Zuzčák" userId="S::tzuzcak@ohpen.com::e0ed375d-0f01-4f06-9166-4fdf76188cf7" providerId="AD" clId="Web-{15AF0943-9FC0-46E7-6558-CE4D1FDD0909}" dt="2023-02-21T12:48:30.961" v="61"/>
          <ac:picMkLst>
            <pc:docMk/>
            <pc:sldMk cId="3816667818" sldId="5314"/>
            <ac:picMk id="77" creationId="{E6391FC6-C2FA-517F-F9C9-DC660D609848}"/>
          </ac:picMkLst>
        </pc:picChg>
        <pc:cxnChg chg="add del">
          <ac:chgData name="Tomáš Zuzčák" userId="S::tzuzcak@ohpen.com::e0ed375d-0f01-4f06-9166-4fdf76188cf7" providerId="AD" clId="Web-{15AF0943-9FC0-46E7-6558-CE4D1FDD0909}" dt="2023-02-21T12:48:20.726" v="30"/>
          <ac:cxnSpMkLst>
            <pc:docMk/>
            <pc:sldMk cId="3816667818" sldId="5314"/>
            <ac:cxnSpMk id="29" creationId="{388EAEDE-02BC-4D77-1FF8-F630CB97E41E}"/>
          </ac:cxnSpMkLst>
        </pc:cxnChg>
        <pc:cxnChg chg="add del">
          <ac:chgData name="Tomáš Zuzčák" userId="S::tzuzcak@ohpen.com::e0ed375d-0f01-4f06-9166-4fdf76188cf7" providerId="AD" clId="Web-{15AF0943-9FC0-46E7-6558-CE4D1FDD0909}" dt="2023-02-21T12:48:20.726" v="27"/>
          <ac:cxnSpMkLst>
            <pc:docMk/>
            <pc:sldMk cId="3816667818" sldId="5314"/>
            <ac:cxnSpMk id="35" creationId="{051CB7EE-CD8C-B9AA-5B5F-1B3460D20B86}"/>
          </ac:cxnSpMkLst>
        </pc:cxnChg>
        <pc:cxnChg chg="add">
          <ac:chgData name="Tomáš Zuzčák" userId="S::tzuzcak@ohpen.com::e0ed375d-0f01-4f06-9166-4fdf76188cf7" providerId="AD" clId="Web-{15AF0943-9FC0-46E7-6558-CE4D1FDD0909}" dt="2023-02-21T12:48:30.461" v="57"/>
          <ac:cxnSpMkLst>
            <pc:docMk/>
            <pc:sldMk cId="3816667818" sldId="5314"/>
            <ac:cxnSpMk id="69" creationId="{A7FAA624-022F-B172-A687-F177238EA0D1}"/>
          </ac:cxnSpMkLst>
        </pc:cxnChg>
        <pc:cxnChg chg="add">
          <ac:chgData name="Tomáš Zuzčák" userId="S::tzuzcak@ohpen.com::e0ed375d-0f01-4f06-9166-4fdf76188cf7" providerId="AD" clId="Web-{15AF0943-9FC0-46E7-6558-CE4D1FDD0909}" dt="2023-02-21T12:48:30.836" v="60"/>
          <ac:cxnSpMkLst>
            <pc:docMk/>
            <pc:sldMk cId="3816667818" sldId="5314"/>
            <ac:cxnSpMk id="75" creationId="{B8ABC33A-F480-7295-8B0D-CC618690494C}"/>
          </ac:cxnSpMkLst>
        </pc:cxnChg>
      </pc:sldChg>
      <pc:sldChg chg="addSp modSp new mod modClrScheme chgLayout">
        <pc:chgData name="Tomáš Zuzčák" userId="S::tzuzcak@ohpen.com::e0ed375d-0f01-4f06-9166-4fdf76188cf7" providerId="AD" clId="Web-{15AF0943-9FC0-46E7-6558-CE4D1FDD0909}" dt="2023-02-21T13:17:19.246" v="276" actId="20577"/>
        <pc:sldMkLst>
          <pc:docMk/>
          <pc:sldMk cId="4127150207" sldId="5315"/>
        </pc:sldMkLst>
        <pc:spChg chg="mod ord">
          <ac:chgData name="Tomáš Zuzčák" userId="S::tzuzcak@ohpen.com::e0ed375d-0f01-4f06-9166-4fdf76188cf7" providerId="AD" clId="Web-{15AF0943-9FC0-46E7-6558-CE4D1FDD0909}" dt="2023-02-21T13:17:19.246" v="276" actId="20577"/>
          <ac:spMkLst>
            <pc:docMk/>
            <pc:sldMk cId="4127150207" sldId="5315"/>
            <ac:spMk id="2" creationId="{E0310174-1C80-D6DE-6CDF-5228C92791A4}"/>
          </ac:spMkLst>
        </pc:spChg>
        <pc:spChg chg="mod ord">
          <ac:chgData name="Tomáš Zuzčák" userId="S::tzuzcak@ohpen.com::e0ed375d-0f01-4f06-9166-4fdf76188cf7" providerId="AD" clId="Web-{15AF0943-9FC0-46E7-6558-CE4D1FDD0909}" dt="2023-02-21T12:54:11.205" v="133" actId="20577"/>
          <ac:spMkLst>
            <pc:docMk/>
            <pc:sldMk cId="4127150207" sldId="5315"/>
            <ac:spMk id="3" creationId="{F2D98CA9-C56E-FDFF-D990-24D0A99AEBA0}"/>
          </ac:spMkLst>
        </pc:spChg>
        <pc:graphicFrameChg chg="add mod">
          <ac:chgData name="Tomáš Zuzčák" userId="S::tzuzcak@ohpen.com::e0ed375d-0f01-4f06-9166-4fdf76188cf7" providerId="AD" clId="Web-{15AF0943-9FC0-46E7-6558-CE4D1FDD0909}" dt="2023-02-21T12:53:24.813" v="128" actId="1076"/>
          <ac:graphicFrameMkLst>
            <pc:docMk/>
            <pc:sldMk cId="4127150207" sldId="5315"/>
            <ac:graphicFrameMk id="4" creationId="{4D9B7382-B934-9AF0-6F09-C58D18BF8157}"/>
          </ac:graphicFrameMkLst>
        </pc:graphicFrameChg>
      </pc:sldChg>
      <pc:sldChg chg="addSp delSp modSp new mod modClrScheme chgLayout">
        <pc:chgData name="Tomáš Zuzčák" userId="S::tzuzcak@ohpen.com::e0ed375d-0f01-4f06-9166-4fdf76188cf7" providerId="AD" clId="Web-{15AF0943-9FC0-46E7-6558-CE4D1FDD0909}" dt="2023-02-21T13:06:59.228" v="217" actId="14100"/>
        <pc:sldMkLst>
          <pc:docMk/>
          <pc:sldMk cId="863498291" sldId="5316"/>
        </pc:sldMkLst>
        <pc:spChg chg="del mod ord">
          <ac:chgData name="Tomáš Zuzčák" userId="S::tzuzcak@ohpen.com::e0ed375d-0f01-4f06-9166-4fdf76188cf7" providerId="AD" clId="Web-{15AF0943-9FC0-46E7-6558-CE4D1FDD0909}" dt="2023-02-21T12:59:21.214" v="139"/>
          <ac:spMkLst>
            <pc:docMk/>
            <pc:sldMk cId="863498291" sldId="5316"/>
            <ac:spMk id="2" creationId="{EEAC9B26-96A6-EC1E-0E81-5ED28EC6D1D4}"/>
          </ac:spMkLst>
        </pc:spChg>
        <pc:spChg chg="mod ord">
          <ac:chgData name="Tomáš Zuzčák" userId="S::tzuzcak@ohpen.com::e0ed375d-0f01-4f06-9166-4fdf76188cf7" providerId="AD" clId="Web-{15AF0943-9FC0-46E7-6558-CE4D1FDD0909}" dt="2023-02-21T12:59:32.621" v="140" actId="20577"/>
          <ac:spMkLst>
            <pc:docMk/>
            <pc:sldMk cId="863498291" sldId="5316"/>
            <ac:spMk id="3" creationId="{D3FC04E9-B660-B465-70F5-83B91BFD25E0}"/>
          </ac:spMkLst>
        </pc:spChg>
        <pc:spChg chg="add">
          <ac:chgData name="Tomáš Zuzčák" userId="S::tzuzcak@ohpen.com::e0ed375d-0f01-4f06-9166-4fdf76188cf7" providerId="AD" clId="Web-{15AF0943-9FC0-46E7-6558-CE4D1FDD0909}" dt="2023-02-21T13:00:02.215" v="141"/>
          <ac:spMkLst>
            <pc:docMk/>
            <pc:sldMk cId="863498291" sldId="5316"/>
            <ac:spMk id="4" creationId="{3B6C5C41-D3B3-E42E-6B3E-8628A80CE6A0}"/>
          </ac:spMkLst>
        </pc:spChg>
        <pc:spChg chg="add">
          <ac:chgData name="Tomáš Zuzčák" userId="S::tzuzcak@ohpen.com::e0ed375d-0f01-4f06-9166-4fdf76188cf7" providerId="AD" clId="Web-{15AF0943-9FC0-46E7-6558-CE4D1FDD0909}" dt="2023-02-21T13:00:02.215" v="141"/>
          <ac:spMkLst>
            <pc:docMk/>
            <pc:sldMk cId="863498291" sldId="5316"/>
            <ac:spMk id="5" creationId="{2C718744-D2E0-FFC3-3998-7053602A4120}"/>
          </ac:spMkLst>
        </pc:spChg>
        <pc:spChg chg="add">
          <ac:chgData name="Tomáš Zuzčák" userId="S::tzuzcak@ohpen.com::e0ed375d-0f01-4f06-9166-4fdf76188cf7" providerId="AD" clId="Web-{15AF0943-9FC0-46E7-6558-CE4D1FDD0909}" dt="2023-02-21T13:00:02.215" v="141"/>
          <ac:spMkLst>
            <pc:docMk/>
            <pc:sldMk cId="863498291" sldId="5316"/>
            <ac:spMk id="6" creationId="{22AB0303-9E8C-1F95-861E-B786605D5533}"/>
          </ac:spMkLst>
        </pc:spChg>
        <pc:spChg chg="add">
          <ac:chgData name="Tomáš Zuzčák" userId="S::tzuzcak@ohpen.com::e0ed375d-0f01-4f06-9166-4fdf76188cf7" providerId="AD" clId="Web-{15AF0943-9FC0-46E7-6558-CE4D1FDD0909}" dt="2023-02-21T13:00:02.215" v="141"/>
          <ac:spMkLst>
            <pc:docMk/>
            <pc:sldMk cId="863498291" sldId="5316"/>
            <ac:spMk id="7" creationId="{D3022E99-E856-DDE8-23BE-84FE9B49EA8F}"/>
          </ac:spMkLst>
        </pc:spChg>
        <pc:spChg chg="add">
          <ac:chgData name="Tomáš Zuzčák" userId="S::tzuzcak@ohpen.com::e0ed375d-0f01-4f06-9166-4fdf76188cf7" providerId="AD" clId="Web-{15AF0943-9FC0-46E7-6558-CE4D1FDD0909}" dt="2023-02-21T13:00:02.215" v="141"/>
          <ac:spMkLst>
            <pc:docMk/>
            <pc:sldMk cId="863498291" sldId="5316"/>
            <ac:spMk id="8" creationId="{37A8EF63-7634-A68E-44F1-C6DF52988E9E}"/>
          </ac:spMkLst>
        </pc:spChg>
        <pc:spChg chg="add">
          <ac:chgData name="Tomáš Zuzčák" userId="S::tzuzcak@ohpen.com::e0ed375d-0f01-4f06-9166-4fdf76188cf7" providerId="AD" clId="Web-{15AF0943-9FC0-46E7-6558-CE4D1FDD0909}" dt="2023-02-21T13:00:02.215" v="141"/>
          <ac:spMkLst>
            <pc:docMk/>
            <pc:sldMk cId="863498291" sldId="5316"/>
            <ac:spMk id="9" creationId="{43B3FD7F-550E-045D-588D-4DD1C2B8B0D0}"/>
          </ac:spMkLst>
        </pc:spChg>
        <pc:spChg chg="add">
          <ac:chgData name="Tomáš Zuzčák" userId="S::tzuzcak@ohpen.com::e0ed375d-0f01-4f06-9166-4fdf76188cf7" providerId="AD" clId="Web-{15AF0943-9FC0-46E7-6558-CE4D1FDD0909}" dt="2023-02-21T13:00:02.215" v="141"/>
          <ac:spMkLst>
            <pc:docMk/>
            <pc:sldMk cId="863498291" sldId="5316"/>
            <ac:spMk id="10" creationId="{4897A63B-26B9-DE8B-5C61-6BF4A4754FD6}"/>
          </ac:spMkLst>
        </pc:spChg>
        <pc:spChg chg="add">
          <ac:chgData name="Tomáš Zuzčák" userId="S::tzuzcak@ohpen.com::e0ed375d-0f01-4f06-9166-4fdf76188cf7" providerId="AD" clId="Web-{15AF0943-9FC0-46E7-6558-CE4D1FDD0909}" dt="2023-02-21T13:00:02.215" v="141"/>
          <ac:spMkLst>
            <pc:docMk/>
            <pc:sldMk cId="863498291" sldId="5316"/>
            <ac:spMk id="11" creationId="{B899452D-6A95-D425-1325-418BC108F1FD}"/>
          </ac:spMkLst>
        </pc:spChg>
        <pc:spChg chg="add">
          <ac:chgData name="Tomáš Zuzčák" userId="S::tzuzcak@ohpen.com::e0ed375d-0f01-4f06-9166-4fdf76188cf7" providerId="AD" clId="Web-{15AF0943-9FC0-46E7-6558-CE4D1FDD0909}" dt="2023-02-21T13:00:02.215" v="141"/>
          <ac:spMkLst>
            <pc:docMk/>
            <pc:sldMk cId="863498291" sldId="5316"/>
            <ac:spMk id="12" creationId="{BD5F8951-CBB5-E492-8D4A-EE7F5E639F90}"/>
          </ac:spMkLst>
        </pc:spChg>
        <pc:spChg chg="add">
          <ac:chgData name="Tomáš Zuzčák" userId="S::tzuzcak@ohpen.com::e0ed375d-0f01-4f06-9166-4fdf76188cf7" providerId="AD" clId="Web-{15AF0943-9FC0-46E7-6558-CE4D1FDD0909}" dt="2023-02-21T13:00:02.215" v="141"/>
          <ac:spMkLst>
            <pc:docMk/>
            <pc:sldMk cId="863498291" sldId="5316"/>
            <ac:spMk id="13" creationId="{569D61E4-F2E6-1146-7C76-E287A17D4EC1}"/>
          </ac:spMkLst>
        </pc:spChg>
        <pc:spChg chg="add">
          <ac:chgData name="Tomáš Zuzčák" userId="S::tzuzcak@ohpen.com::e0ed375d-0f01-4f06-9166-4fdf76188cf7" providerId="AD" clId="Web-{15AF0943-9FC0-46E7-6558-CE4D1FDD0909}" dt="2023-02-21T13:00:02.215" v="141"/>
          <ac:spMkLst>
            <pc:docMk/>
            <pc:sldMk cId="863498291" sldId="5316"/>
            <ac:spMk id="14" creationId="{7DDD5C15-2B04-D07A-CCAA-F8A839340913}"/>
          </ac:spMkLst>
        </pc:spChg>
        <pc:spChg chg="add">
          <ac:chgData name="Tomáš Zuzčák" userId="S::tzuzcak@ohpen.com::e0ed375d-0f01-4f06-9166-4fdf76188cf7" providerId="AD" clId="Web-{15AF0943-9FC0-46E7-6558-CE4D1FDD0909}" dt="2023-02-21T13:00:02.215" v="141"/>
          <ac:spMkLst>
            <pc:docMk/>
            <pc:sldMk cId="863498291" sldId="5316"/>
            <ac:spMk id="16" creationId="{4687B8C9-145A-29E5-97EE-817611BD7D4C}"/>
          </ac:spMkLst>
        </pc:spChg>
        <pc:spChg chg="add">
          <ac:chgData name="Tomáš Zuzčák" userId="S::tzuzcak@ohpen.com::e0ed375d-0f01-4f06-9166-4fdf76188cf7" providerId="AD" clId="Web-{15AF0943-9FC0-46E7-6558-CE4D1FDD0909}" dt="2023-02-21T13:00:02.215" v="141"/>
          <ac:spMkLst>
            <pc:docMk/>
            <pc:sldMk cId="863498291" sldId="5316"/>
            <ac:spMk id="18" creationId="{7B368E54-1BFB-E990-7FE8-3B64499A1E26}"/>
          </ac:spMkLst>
        </pc:spChg>
        <pc:spChg chg="add">
          <ac:chgData name="Tomáš Zuzčák" userId="S::tzuzcak@ohpen.com::e0ed375d-0f01-4f06-9166-4fdf76188cf7" providerId="AD" clId="Web-{15AF0943-9FC0-46E7-6558-CE4D1FDD0909}" dt="2023-02-21T13:00:02.215" v="141"/>
          <ac:spMkLst>
            <pc:docMk/>
            <pc:sldMk cId="863498291" sldId="5316"/>
            <ac:spMk id="20" creationId="{59614770-9762-52B0-F991-6729D7CAA95D}"/>
          </ac:spMkLst>
        </pc:spChg>
        <pc:spChg chg="add">
          <ac:chgData name="Tomáš Zuzčák" userId="S::tzuzcak@ohpen.com::e0ed375d-0f01-4f06-9166-4fdf76188cf7" providerId="AD" clId="Web-{15AF0943-9FC0-46E7-6558-CE4D1FDD0909}" dt="2023-02-21T13:00:02.215" v="141"/>
          <ac:spMkLst>
            <pc:docMk/>
            <pc:sldMk cId="863498291" sldId="5316"/>
            <ac:spMk id="21" creationId="{721F5EFD-9C9E-148A-006F-CC9C032AEC4D}"/>
          </ac:spMkLst>
        </pc:spChg>
        <pc:spChg chg="add">
          <ac:chgData name="Tomáš Zuzčák" userId="S::tzuzcak@ohpen.com::e0ed375d-0f01-4f06-9166-4fdf76188cf7" providerId="AD" clId="Web-{15AF0943-9FC0-46E7-6558-CE4D1FDD0909}" dt="2023-02-21T13:00:02.215" v="141"/>
          <ac:spMkLst>
            <pc:docMk/>
            <pc:sldMk cId="863498291" sldId="5316"/>
            <ac:spMk id="25" creationId="{6E9C3344-92E4-01AC-20C8-DE4C5CAEC152}"/>
          </ac:spMkLst>
        </pc:spChg>
        <pc:spChg chg="add">
          <ac:chgData name="Tomáš Zuzčák" userId="S::tzuzcak@ohpen.com::e0ed375d-0f01-4f06-9166-4fdf76188cf7" providerId="AD" clId="Web-{15AF0943-9FC0-46E7-6558-CE4D1FDD0909}" dt="2023-02-21T13:00:02.215" v="141"/>
          <ac:spMkLst>
            <pc:docMk/>
            <pc:sldMk cId="863498291" sldId="5316"/>
            <ac:spMk id="26" creationId="{CB91DEA2-8E6C-9CCA-0DED-67D142BC83DC}"/>
          </ac:spMkLst>
        </pc:spChg>
        <pc:spChg chg="add">
          <ac:chgData name="Tomáš Zuzčák" userId="S::tzuzcak@ohpen.com::e0ed375d-0f01-4f06-9166-4fdf76188cf7" providerId="AD" clId="Web-{15AF0943-9FC0-46E7-6558-CE4D1FDD0909}" dt="2023-02-21T13:00:02.215" v="141"/>
          <ac:spMkLst>
            <pc:docMk/>
            <pc:sldMk cId="863498291" sldId="5316"/>
            <ac:spMk id="28" creationId="{33FDCA7B-7E1F-064A-C598-94CA759432A2}"/>
          </ac:spMkLst>
        </pc:spChg>
        <pc:spChg chg="add">
          <ac:chgData name="Tomáš Zuzčák" userId="S::tzuzcak@ohpen.com::e0ed375d-0f01-4f06-9166-4fdf76188cf7" providerId="AD" clId="Web-{15AF0943-9FC0-46E7-6558-CE4D1FDD0909}" dt="2023-02-21T13:00:02.215" v="141"/>
          <ac:spMkLst>
            <pc:docMk/>
            <pc:sldMk cId="863498291" sldId="5316"/>
            <ac:spMk id="30" creationId="{F09E2377-23A3-37DD-233C-D841BB907DA0}"/>
          </ac:spMkLst>
        </pc:spChg>
        <pc:spChg chg="add del">
          <ac:chgData name="Tomáš Zuzčák" userId="S::tzuzcak@ohpen.com::e0ed375d-0f01-4f06-9166-4fdf76188cf7" providerId="AD" clId="Web-{15AF0943-9FC0-46E7-6558-CE4D1FDD0909}" dt="2023-02-21T13:01:20.374" v="143"/>
          <ac:spMkLst>
            <pc:docMk/>
            <pc:sldMk cId="863498291" sldId="5316"/>
            <ac:spMk id="47" creationId="{3B6C5C41-D3B3-E42E-6B3E-8628A80CE6A0}"/>
          </ac:spMkLst>
        </pc:spChg>
        <pc:spChg chg="add del">
          <ac:chgData name="Tomáš Zuzčák" userId="S::tzuzcak@ohpen.com::e0ed375d-0f01-4f06-9166-4fdf76188cf7" providerId="AD" clId="Web-{15AF0943-9FC0-46E7-6558-CE4D1FDD0909}" dt="2023-02-21T13:01:20.374" v="143"/>
          <ac:spMkLst>
            <pc:docMk/>
            <pc:sldMk cId="863498291" sldId="5316"/>
            <ac:spMk id="48" creationId="{2C718744-D2E0-FFC3-3998-7053602A4120}"/>
          </ac:spMkLst>
        </pc:spChg>
        <pc:spChg chg="add del">
          <ac:chgData name="Tomáš Zuzčák" userId="S::tzuzcak@ohpen.com::e0ed375d-0f01-4f06-9166-4fdf76188cf7" providerId="AD" clId="Web-{15AF0943-9FC0-46E7-6558-CE4D1FDD0909}" dt="2023-02-21T13:01:20.374" v="143"/>
          <ac:spMkLst>
            <pc:docMk/>
            <pc:sldMk cId="863498291" sldId="5316"/>
            <ac:spMk id="49" creationId="{22AB0303-9E8C-1F95-861E-B786605D5533}"/>
          </ac:spMkLst>
        </pc:spChg>
        <pc:spChg chg="add del">
          <ac:chgData name="Tomáš Zuzčák" userId="S::tzuzcak@ohpen.com::e0ed375d-0f01-4f06-9166-4fdf76188cf7" providerId="AD" clId="Web-{15AF0943-9FC0-46E7-6558-CE4D1FDD0909}" dt="2023-02-21T13:01:20.374" v="143"/>
          <ac:spMkLst>
            <pc:docMk/>
            <pc:sldMk cId="863498291" sldId="5316"/>
            <ac:spMk id="50" creationId="{D3022E99-E856-DDE8-23BE-84FE9B49EA8F}"/>
          </ac:spMkLst>
        </pc:spChg>
        <pc:spChg chg="add del">
          <ac:chgData name="Tomáš Zuzčák" userId="S::tzuzcak@ohpen.com::e0ed375d-0f01-4f06-9166-4fdf76188cf7" providerId="AD" clId="Web-{15AF0943-9FC0-46E7-6558-CE4D1FDD0909}" dt="2023-02-21T13:01:20.374" v="143"/>
          <ac:spMkLst>
            <pc:docMk/>
            <pc:sldMk cId="863498291" sldId="5316"/>
            <ac:spMk id="51" creationId="{37A8EF63-7634-A68E-44F1-C6DF52988E9E}"/>
          </ac:spMkLst>
        </pc:spChg>
        <pc:spChg chg="add del">
          <ac:chgData name="Tomáš Zuzčák" userId="S::tzuzcak@ohpen.com::e0ed375d-0f01-4f06-9166-4fdf76188cf7" providerId="AD" clId="Web-{15AF0943-9FC0-46E7-6558-CE4D1FDD0909}" dt="2023-02-21T13:01:20.374" v="143"/>
          <ac:spMkLst>
            <pc:docMk/>
            <pc:sldMk cId="863498291" sldId="5316"/>
            <ac:spMk id="52" creationId="{43B3FD7F-550E-045D-588D-4DD1C2B8B0D0}"/>
          </ac:spMkLst>
        </pc:spChg>
        <pc:spChg chg="add del">
          <ac:chgData name="Tomáš Zuzčák" userId="S::tzuzcak@ohpen.com::e0ed375d-0f01-4f06-9166-4fdf76188cf7" providerId="AD" clId="Web-{15AF0943-9FC0-46E7-6558-CE4D1FDD0909}" dt="2023-02-21T13:01:20.374" v="143"/>
          <ac:spMkLst>
            <pc:docMk/>
            <pc:sldMk cId="863498291" sldId="5316"/>
            <ac:spMk id="53" creationId="{4897A63B-26B9-DE8B-5C61-6BF4A4754FD6}"/>
          </ac:spMkLst>
        </pc:spChg>
        <pc:spChg chg="add del">
          <ac:chgData name="Tomáš Zuzčák" userId="S::tzuzcak@ohpen.com::e0ed375d-0f01-4f06-9166-4fdf76188cf7" providerId="AD" clId="Web-{15AF0943-9FC0-46E7-6558-CE4D1FDD0909}" dt="2023-02-21T13:01:20.374" v="143"/>
          <ac:spMkLst>
            <pc:docMk/>
            <pc:sldMk cId="863498291" sldId="5316"/>
            <ac:spMk id="54" creationId="{B899452D-6A95-D425-1325-418BC108F1FD}"/>
          </ac:spMkLst>
        </pc:spChg>
        <pc:spChg chg="add del">
          <ac:chgData name="Tomáš Zuzčák" userId="S::tzuzcak@ohpen.com::e0ed375d-0f01-4f06-9166-4fdf76188cf7" providerId="AD" clId="Web-{15AF0943-9FC0-46E7-6558-CE4D1FDD0909}" dt="2023-02-21T13:01:20.374" v="143"/>
          <ac:spMkLst>
            <pc:docMk/>
            <pc:sldMk cId="863498291" sldId="5316"/>
            <ac:spMk id="55" creationId="{BD5F8951-CBB5-E492-8D4A-EE7F5E639F90}"/>
          </ac:spMkLst>
        </pc:spChg>
        <pc:spChg chg="add del">
          <ac:chgData name="Tomáš Zuzčák" userId="S::tzuzcak@ohpen.com::e0ed375d-0f01-4f06-9166-4fdf76188cf7" providerId="AD" clId="Web-{15AF0943-9FC0-46E7-6558-CE4D1FDD0909}" dt="2023-02-21T13:01:20.374" v="143"/>
          <ac:spMkLst>
            <pc:docMk/>
            <pc:sldMk cId="863498291" sldId="5316"/>
            <ac:spMk id="56" creationId="{569D61E4-F2E6-1146-7C76-E287A17D4EC1}"/>
          </ac:spMkLst>
        </pc:spChg>
        <pc:spChg chg="add del">
          <ac:chgData name="Tomáš Zuzčák" userId="S::tzuzcak@ohpen.com::e0ed375d-0f01-4f06-9166-4fdf76188cf7" providerId="AD" clId="Web-{15AF0943-9FC0-46E7-6558-CE4D1FDD0909}" dt="2023-02-21T13:01:20.374" v="143"/>
          <ac:spMkLst>
            <pc:docMk/>
            <pc:sldMk cId="863498291" sldId="5316"/>
            <ac:spMk id="57" creationId="{7DDD5C15-2B04-D07A-CCAA-F8A839340913}"/>
          </ac:spMkLst>
        </pc:spChg>
        <pc:spChg chg="add del">
          <ac:chgData name="Tomáš Zuzčák" userId="S::tzuzcak@ohpen.com::e0ed375d-0f01-4f06-9166-4fdf76188cf7" providerId="AD" clId="Web-{15AF0943-9FC0-46E7-6558-CE4D1FDD0909}" dt="2023-02-21T13:01:20.374" v="143"/>
          <ac:spMkLst>
            <pc:docMk/>
            <pc:sldMk cId="863498291" sldId="5316"/>
            <ac:spMk id="59" creationId="{4687B8C9-145A-29E5-97EE-817611BD7D4C}"/>
          </ac:spMkLst>
        </pc:spChg>
        <pc:spChg chg="add del">
          <ac:chgData name="Tomáš Zuzčák" userId="S::tzuzcak@ohpen.com::e0ed375d-0f01-4f06-9166-4fdf76188cf7" providerId="AD" clId="Web-{15AF0943-9FC0-46E7-6558-CE4D1FDD0909}" dt="2023-02-21T13:01:20.374" v="143"/>
          <ac:spMkLst>
            <pc:docMk/>
            <pc:sldMk cId="863498291" sldId="5316"/>
            <ac:spMk id="61" creationId="{7B368E54-1BFB-E990-7FE8-3B64499A1E26}"/>
          </ac:spMkLst>
        </pc:spChg>
        <pc:spChg chg="add del">
          <ac:chgData name="Tomáš Zuzčák" userId="S::tzuzcak@ohpen.com::e0ed375d-0f01-4f06-9166-4fdf76188cf7" providerId="AD" clId="Web-{15AF0943-9FC0-46E7-6558-CE4D1FDD0909}" dt="2023-02-21T13:01:20.374" v="143"/>
          <ac:spMkLst>
            <pc:docMk/>
            <pc:sldMk cId="863498291" sldId="5316"/>
            <ac:spMk id="63" creationId="{59614770-9762-52B0-F991-6729D7CAA95D}"/>
          </ac:spMkLst>
        </pc:spChg>
        <pc:spChg chg="add del">
          <ac:chgData name="Tomáš Zuzčák" userId="S::tzuzcak@ohpen.com::e0ed375d-0f01-4f06-9166-4fdf76188cf7" providerId="AD" clId="Web-{15AF0943-9FC0-46E7-6558-CE4D1FDD0909}" dt="2023-02-21T13:01:20.374" v="143"/>
          <ac:spMkLst>
            <pc:docMk/>
            <pc:sldMk cId="863498291" sldId="5316"/>
            <ac:spMk id="64" creationId="{721F5EFD-9C9E-148A-006F-CC9C032AEC4D}"/>
          </ac:spMkLst>
        </pc:spChg>
        <pc:spChg chg="add del">
          <ac:chgData name="Tomáš Zuzčák" userId="S::tzuzcak@ohpen.com::e0ed375d-0f01-4f06-9166-4fdf76188cf7" providerId="AD" clId="Web-{15AF0943-9FC0-46E7-6558-CE4D1FDD0909}" dt="2023-02-21T13:01:20.374" v="143"/>
          <ac:spMkLst>
            <pc:docMk/>
            <pc:sldMk cId="863498291" sldId="5316"/>
            <ac:spMk id="68" creationId="{6E9C3344-92E4-01AC-20C8-DE4C5CAEC152}"/>
          </ac:spMkLst>
        </pc:spChg>
        <pc:spChg chg="add del">
          <ac:chgData name="Tomáš Zuzčák" userId="S::tzuzcak@ohpen.com::e0ed375d-0f01-4f06-9166-4fdf76188cf7" providerId="AD" clId="Web-{15AF0943-9FC0-46E7-6558-CE4D1FDD0909}" dt="2023-02-21T13:01:20.374" v="143"/>
          <ac:spMkLst>
            <pc:docMk/>
            <pc:sldMk cId="863498291" sldId="5316"/>
            <ac:spMk id="69" creationId="{CB91DEA2-8E6C-9CCA-0DED-67D142BC83DC}"/>
          </ac:spMkLst>
        </pc:spChg>
        <pc:spChg chg="add del">
          <ac:chgData name="Tomáš Zuzčák" userId="S::tzuzcak@ohpen.com::e0ed375d-0f01-4f06-9166-4fdf76188cf7" providerId="AD" clId="Web-{15AF0943-9FC0-46E7-6558-CE4D1FDD0909}" dt="2023-02-21T13:01:20.374" v="143"/>
          <ac:spMkLst>
            <pc:docMk/>
            <pc:sldMk cId="863498291" sldId="5316"/>
            <ac:spMk id="71" creationId="{33FDCA7B-7E1F-064A-C598-94CA759432A2}"/>
          </ac:spMkLst>
        </pc:spChg>
        <pc:spChg chg="add del">
          <ac:chgData name="Tomáš Zuzčák" userId="S::tzuzcak@ohpen.com::e0ed375d-0f01-4f06-9166-4fdf76188cf7" providerId="AD" clId="Web-{15AF0943-9FC0-46E7-6558-CE4D1FDD0909}" dt="2023-02-21T13:01:20.374" v="143"/>
          <ac:spMkLst>
            <pc:docMk/>
            <pc:sldMk cId="863498291" sldId="5316"/>
            <ac:spMk id="73" creationId="{F09E2377-23A3-37DD-233C-D841BB907DA0}"/>
          </ac:spMkLst>
        </pc:spChg>
        <pc:spChg chg="add del">
          <ac:chgData name="Tomáš Zuzčák" userId="S::tzuzcak@ohpen.com::e0ed375d-0f01-4f06-9166-4fdf76188cf7" providerId="AD" clId="Web-{15AF0943-9FC0-46E7-6558-CE4D1FDD0909}" dt="2023-02-21T13:01:37.593" v="145"/>
          <ac:spMkLst>
            <pc:docMk/>
            <pc:sldMk cId="863498291" sldId="5316"/>
            <ac:spMk id="90" creationId="{3B6C5C41-D3B3-E42E-6B3E-8628A80CE6A0}"/>
          </ac:spMkLst>
        </pc:spChg>
        <pc:spChg chg="add del">
          <ac:chgData name="Tomáš Zuzčák" userId="S::tzuzcak@ohpen.com::e0ed375d-0f01-4f06-9166-4fdf76188cf7" providerId="AD" clId="Web-{15AF0943-9FC0-46E7-6558-CE4D1FDD0909}" dt="2023-02-21T13:01:37.593" v="145"/>
          <ac:spMkLst>
            <pc:docMk/>
            <pc:sldMk cId="863498291" sldId="5316"/>
            <ac:spMk id="91" creationId="{2C718744-D2E0-FFC3-3998-7053602A4120}"/>
          </ac:spMkLst>
        </pc:spChg>
        <pc:spChg chg="add del">
          <ac:chgData name="Tomáš Zuzčák" userId="S::tzuzcak@ohpen.com::e0ed375d-0f01-4f06-9166-4fdf76188cf7" providerId="AD" clId="Web-{15AF0943-9FC0-46E7-6558-CE4D1FDD0909}" dt="2023-02-21T13:01:37.593" v="145"/>
          <ac:spMkLst>
            <pc:docMk/>
            <pc:sldMk cId="863498291" sldId="5316"/>
            <ac:spMk id="92" creationId="{22AB0303-9E8C-1F95-861E-B786605D5533}"/>
          </ac:spMkLst>
        </pc:spChg>
        <pc:spChg chg="add del">
          <ac:chgData name="Tomáš Zuzčák" userId="S::tzuzcak@ohpen.com::e0ed375d-0f01-4f06-9166-4fdf76188cf7" providerId="AD" clId="Web-{15AF0943-9FC0-46E7-6558-CE4D1FDD0909}" dt="2023-02-21T13:01:37.593" v="145"/>
          <ac:spMkLst>
            <pc:docMk/>
            <pc:sldMk cId="863498291" sldId="5316"/>
            <ac:spMk id="93" creationId="{D3022E99-E856-DDE8-23BE-84FE9B49EA8F}"/>
          </ac:spMkLst>
        </pc:spChg>
        <pc:spChg chg="add del">
          <ac:chgData name="Tomáš Zuzčák" userId="S::tzuzcak@ohpen.com::e0ed375d-0f01-4f06-9166-4fdf76188cf7" providerId="AD" clId="Web-{15AF0943-9FC0-46E7-6558-CE4D1FDD0909}" dt="2023-02-21T13:01:37.593" v="145"/>
          <ac:spMkLst>
            <pc:docMk/>
            <pc:sldMk cId="863498291" sldId="5316"/>
            <ac:spMk id="94" creationId="{37A8EF63-7634-A68E-44F1-C6DF52988E9E}"/>
          </ac:spMkLst>
        </pc:spChg>
        <pc:spChg chg="add del">
          <ac:chgData name="Tomáš Zuzčák" userId="S::tzuzcak@ohpen.com::e0ed375d-0f01-4f06-9166-4fdf76188cf7" providerId="AD" clId="Web-{15AF0943-9FC0-46E7-6558-CE4D1FDD0909}" dt="2023-02-21T13:01:37.593" v="145"/>
          <ac:spMkLst>
            <pc:docMk/>
            <pc:sldMk cId="863498291" sldId="5316"/>
            <ac:spMk id="95" creationId="{43B3FD7F-550E-045D-588D-4DD1C2B8B0D0}"/>
          </ac:spMkLst>
        </pc:spChg>
        <pc:spChg chg="add del">
          <ac:chgData name="Tomáš Zuzčák" userId="S::tzuzcak@ohpen.com::e0ed375d-0f01-4f06-9166-4fdf76188cf7" providerId="AD" clId="Web-{15AF0943-9FC0-46E7-6558-CE4D1FDD0909}" dt="2023-02-21T13:01:37.593" v="145"/>
          <ac:spMkLst>
            <pc:docMk/>
            <pc:sldMk cId="863498291" sldId="5316"/>
            <ac:spMk id="96" creationId="{4897A63B-26B9-DE8B-5C61-6BF4A4754FD6}"/>
          </ac:spMkLst>
        </pc:spChg>
        <pc:spChg chg="add del">
          <ac:chgData name="Tomáš Zuzčák" userId="S::tzuzcak@ohpen.com::e0ed375d-0f01-4f06-9166-4fdf76188cf7" providerId="AD" clId="Web-{15AF0943-9FC0-46E7-6558-CE4D1FDD0909}" dt="2023-02-21T13:01:37.593" v="145"/>
          <ac:spMkLst>
            <pc:docMk/>
            <pc:sldMk cId="863498291" sldId="5316"/>
            <ac:spMk id="97" creationId="{B899452D-6A95-D425-1325-418BC108F1FD}"/>
          </ac:spMkLst>
        </pc:spChg>
        <pc:spChg chg="add del">
          <ac:chgData name="Tomáš Zuzčák" userId="S::tzuzcak@ohpen.com::e0ed375d-0f01-4f06-9166-4fdf76188cf7" providerId="AD" clId="Web-{15AF0943-9FC0-46E7-6558-CE4D1FDD0909}" dt="2023-02-21T13:01:37.593" v="145"/>
          <ac:spMkLst>
            <pc:docMk/>
            <pc:sldMk cId="863498291" sldId="5316"/>
            <ac:spMk id="98" creationId="{BD5F8951-CBB5-E492-8D4A-EE7F5E639F90}"/>
          </ac:spMkLst>
        </pc:spChg>
        <pc:spChg chg="add del">
          <ac:chgData name="Tomáš Zuzčák" userId="S::tzuzcak@ohpen.com::e0ed375d-0f01-4f06-9166-4fdf76188cf7" providerId="AD" clId="Web-{15AF0943-9FC0-46E7-6558-CE4D1FDD0909}" dt="2023-02-21T13:01:37.593" v="145"/>
          <ac:spMkLst>
            <pc:docMk/>
            <pc:sldMk cId="863498291" sldId="5316"/>
            <ac:spMk id="99" creationId="{569D61E4-F2E6-1146-7C76-E287A17D4EC1}"/>
          </ac:spMkLst>
        </pc:spChg>
        <pc:spChg chg="add del">
          <ac:chgData name="Tomáš Zuzčák" userId="S::tzuzcak@ohpen.com::e0ed375d-0f01-4f06-9166-4fdf76188cf7" providerId="AD" clId="Web-{15AF0943-9FC0-46E7-6558-CE4D1FDD0909}" dt="2023-02-21T13:01:37.593" v="145"/>
          <ac:spMkLst>
            <pc:docMk/>
            <pc:sldMk cId="863498291" sldId="5316"/>
            <ac:spMk id="100" creationId="{7DDD5C15-2B04-D07A-CCAA-F8A839340913}"/>
          </ac:spMkLst>
        </pc:spChg>
        <pc:spChg chg="add del">
          <ac:chgData name="Tomáš Zuzčák" userId="S::tzuzcak@ohpen.com::e0ed375d-0f01-4f06-9166-4fdf76188cf7" providerId="AD" clId="Web-{15AF0943-9FC0-46E7-6558-CE4D1FDD0909}" dt="2023-02-21T13:01:37.593" v="145"/>
          <ac:spMkLst>
            <pc:docMk/>
            <pc:sldMk cId="863498291" sldId="5316"/>
            <ac:spMk id="102" creationId="{4687B8C9-145A-29E5-97EE-817611BD7D4C}"/>
          </ac:spMkLst>
        </pc:spChg>
        <pc:spChg chg="add del">
          <ac:chgData name="Tomáš Zuzčák" userId="S::tzuzcak@ohpen.com::e0ed375d-0f01-4f06-9166-4fdf76188cf7" providerId="AD" clId="Web-{15AF0943-9FC0-46E7-6558-CE4D1FDD0909}" dt="2023-02-21T13:01:37.593" v="145"/>
          <ac:spMkLst>
            <pc:docMk/>
            <pc:sldMk cId="863498291" sldId="5316"/>
            <ac:spMk id="104" creationId="{7B368E54-1BFB-E990-7FE8-3B64499A1E26}"/>
          </ac:spMkLst>
        </pc:spChg>
        <pc:spChg chg="add del">
          <ac:chgData name="Tomáš Zuzčák" userId="S::tzuzcak@ohpen.com::e0ed375d-0f01-4f06-9166-4fdf76188cf7" providerId="AD" clId="Web-{15AF0943-9FC0-46E7-6558-CE4D1FDD0909}" dt="2023-02-21T13:01:37.593" v="145"/>
          <ac:spMkLst>
            <pc:docMk/>
            <pc:sldMk cId="863498291" sldId="5316"/>
            <ac:spMk id="106" creationId="{59614770-9762-52B0-F991-6729D7CAA95D}"/>
          </ac:spMkLst>
        </pc:spChg>
        <pc:spChg chg="add del">
          <ac:chgData name="Tomáš Zuzčák" userId="S::tzuzcak@ohpen.com::e0ed375d-0f01-4f06-9166-4fdf76188cf7" providerId="AD" clId="Web-{15AF0943-9FC0-46E7-6558-CE4D1FDD0909}" dt="2023-02-21T13:01:37.593" v="145"/>
          <ac:spMkLst>
            <pc:docMk/>
            <pc:sldMk cId="863498291" sldId="5316"/>
            <ac:spMk id="107" creationId="{721F5EFD-9C9E-148A-006F-CC9C032AEC4D}"/>
          </ac:spMkLst>
        </pc:spChg>
        <pc:spChg chg="add del">
          <ac:chgData name="Tomáš Zuzčák" userId="S::tzuzcak@ohpen.com::e0ed375d-0f01-4f06-9166-4fdf76188cf7" providerId="AD" clId="Web-{15AF0943-9FC0-46E7-6558-CE4D1FDD0909}" dt="2023-02-21T13:01:37.593" v="145"/>
          <ac:spMkLst>
            <pc:docMk/>
            <pc:sldMk cId="863498291" sldId="5316"/>
            <ac:spMk id="111" creationId="{6E9C3344-92E4-01AC-20C8-DE4C5CAEC152}"/>
          </ac:spMkLst>
        </pc:spChg>
        <pc:spChg chg="add del">
          <ac:chgData name="Tomáš Zuzčák" userId="S::tzuzcak@ohpen.com::e0ed375d-0f01-4f06-9166-4fdf76188cf7" providerId="AD" clId="Web-{15AF0943-9FC0-46E7-6558-CE4D1FDD0909}" dt="2023-02-21T13:01:37.593" v="145"/>
          <ac:spMkLst>
            <pc:docMk/>
            <pc:sldMk cId="863498291" sldId="5316"/>
            <ac:spMk id="112" creationId="{CB91DEA2-8E6C-9CCA-0DED-67D142BC83DC}"/>
          </ac:spMkLst>
        </pc:spChg>
        <pc:spChg chg="add del">
          <ac:chgData name="Tomáš Zuzčák" userId="S::tzuzcak@ohpen.com::e0ed375d-0f01-4f06-9166-4fdf76188cf7" providerId="AD" clId="Web-{15AF0943-9FC0-46E7-6558-CE4D1FDD0909}" dt="2023-02-21T13:01:37.593" v="145"/>
          <ac:spMkLst>
            <pc:docMk/>
            <pc:sldMk cId="863498291" sldId="5316"/>
            <ac:spMk id="114" creationId="{33FDCA7B-7E1F-064A-C598-94CA759432A2}"/>
          </ac:spMkLst>
        </pc:spChg>
        <pc:spChg chg="add del">
          <ac:chgData name="Tomáš Zuzčák" userId="S::tzuzcak@ohpen.com::e0ed375d-0f01-4f06-9166-4fdf76188cf7" providerId="AD" clId="Web-{15AF0943-9FC0-46E7-6558-CE4D1FDD0909}" dt="2023-02-21T13:01:37.593" v="145"/>
          <ac:spMkLst>
            <pc:docMk/>
            <pc:sldMk cId="863498291" sldId="5316"/>
            <ac:spMk id="116" creationId="{F09E2377-23A3-37DD-233C-D841BB907DA0}"/>
          </ac:spMkLst>
        </pc:spChg>
        <pc:spChg chg="add del mod">
          <ac:chgData name="Tomáš Zuzčák" userId="S::tzuzcak@ohpen.com::e0ed375d-0f01-4f06-9166-4fdf76188cf7" providerId="AD" clId="Web-{15AF0943-9FC0-46E7-6558-CE4D1FDD0909}" dt="2023-02-21T13:05:48.226" v="155"/>
          <ac:spMkLst>
            <pc:docMk/>
            <pc:sldMk cId="863498291" sldId="5316"/>
            <ac:spMk id="135" creationId="{F0B550A4-710C-AE7E-53E4-8C56ED76D03E}"/>
          </ac:spMkLst>
        </pc:spChg>
        <pc:spChg chg="add mod">
          <ac:chgData name="Tomáš Zuzčák" userId="S::tzuzcak@ohpen.com::e0ed375d-0f01-4f06-9166-4fdf76188cf7" providerId="AD" clId="Web-{15AF0943-9FC0-46E7-6558-CE4D1FDD0909}" dt="2023-02-21T13:06:59.228" v="217" actId="14100"/>
          <ac:spMkLst>
            <pc:docMk/>
            <pc:sldMk cId="863498291" sldId="5316"/>
            <ac:spMk id="136" creationId="{0A6024F1-9B87-63C7-B2AD-FE0238CA3748}"/>
          </ac:spMkLst>
        </pc:spChg>
        <pc:picChg chg="add">
          <ac:chgData name="Tomáš Zuzčák" userId="S::tzuzcak@ohpen.com::e0ed375d-0f01-4f06-9166-4fdf76188cf7" providerId="AD" clId="Web-{15AF0943-9FC0-46E7-6558-CE4D1FDD0909}" dt="2023-02-21T13:00:02.215" v="141"/>
          <ac:picMkLst>
            <pc:docMk/>
            <pc:sldMk cId="863498291" sldId="5316"/>
            <ac:picMk id="15" creationId="{B5D09556-BE43-7FED-2508-463C39B18437}"/>
          </ac:picMkLst>
        </pc:picChg>
        <pc:picChg chg="add">
          <ac:chgData name="Tomáš Zuzčák" userId="S::tzuzcak@ohpen.com::e0ed375d-0f01-4f06-9166-4fdf76188cf7" providerId="AD" clId="Web-{15AF0943-9FC0-46E7-6558-CE4D1FDD0909}" dt="2023-02-21T13:00:02.215" v="141"/>
          <ac:picMkLst>
            <pc:docMk/>
            <pc:sldMk cId="863498291" sldId="5316"/>
            <ac:picMk id="17" creationId="{7A8E98E7-CF1B-8398-0728-F5197121ED7F}"/>
          </ac:picMkLst>
        </pc:picChg>
        <pc:picChg chg="add">
          <ac:chgData name="Tomáš Zuzčák" userId="S::tzuzcak@ohpen.com::e0ed375d-0f01-4f06-9166-4fdf76188cf7" providerId="AD" clId="Web-{15AF0943-9FC0-46E7-6558-CE4D1FDD0909}" dt="2023-02-21T13:00:02.215" v="141"/>
          <ac:picMkLst>
            <pc:docMk/>
            <pc:sldMk cId="863498291" sldId="5316"/>
            <ac:picMk id="19" creationId="{EF51CE01-DE4B-D366-CBBD-1A60DC69936E}"/>
          </ac:picMkLst>
        </pc:picChg>
        <pc:picChg chg="add">
          <ac:chgData name="Tomáš Zuzčák" userId="S::tzuzcak@ohpen.com::e0ed375d-0f01-4f06-9166-4fdf76188cf7" providerId="AD" clId="Web-{15AF0943-9FC0-46E7-6558-CE4D1FDD0909}" dt="2023-02-21T13:00:02.215" v="141"/>
          <ac:picMkLst>
            <pc:docMk/>
            <pc:sldMk cId="863498291" sldId="5316"/>
            <ac:picMk id="22" creationId="{B6176164-7776-41C7-6724-6802B8FBF64E}"/>
          </ac:picMkLst>
        </pc:picChg>
        <pc:picChg chg="add">
          <ac:chgData name="Tomáš Zuzčák" userId="S::tzuzcak@ohpen.com::e0ed375d-0f01-4f06-9166-4fdf76188cf7" providerId="AD" clId="Web-{15AF0943-9FC0-46E7-6558-CE4D1FDD0909}" dt="2023-02-21T13:00:02.215" v="141"/>
          <ac:picMkLst>
            <pc:docMk/>
            <pc:sldMk cId="863498291" sldId="5316"/>
            <ac:picMk id="23" creationId="{28E94400-B89B-E5EF-5194-0B5462297EA1}"/>
          </ac:picMkLst>
        </pc:picChg>
        <pc:picChg chg="add">
          <ac:chgData name="Tomáš Zuzčák" userId="S::tzuzcak@ohpen.com::e0ed375d-0f01-4f06-9166-4fdf76188cf7" providerId="AD" clId="Web-{15AF0943-9FC0-46E7-6558-CE4D1FDD0909}" dt="2023-02-21T13:00:02.215" v="141"/>
          <ac:picMkLst>
            <pc:docMk/>
            <pc:sldMk cId="863498291" sldId="5316"/>
            <ac:picMk id="24" creationId="{C2BC98F3-7EAF-7000-EF4D-B6AB227B06A2}"/>
          </ac:picMkLst>
        </pc:picChg>
        <pc:picChg chg="add">
          <ac:chgData name="Tomáš Zuzčák" userId="S::tzuzcak@ohpen.com::e0ed375d-0f01-4f06-9166-4fdf76188cf7" providerId="AD" clId="Web-{15AF0943-9FC0-46E7-6558-CE4D1FDD0909}" dt="2023-02-21T13:00:02.215" v="141"/>
          <ac:picMkLst>
            <pc:docMk/>
            <pc:sldMk cId="863498291" sldId="5316"/>
            <ac:picMk id="27" creationId="{EAD488B9-8BF9-308D-810D-C9A2F986BED5}"/>
          </ac:picMkLst>
        </pc:picChg>
        <pc:picChg chg="add">
          <ac:chgData name="Tomáš Zuzčák" userId="S::tzuzcak@ohpen.com::e0ed375d-0f01-4f06-9166-4fdf76188cf7" providerId="AD" clId="Web-{15AF0943-9FC0-46E7-6558-CE4D1FDD0909}" dt="2023-02-21T13:00:02.215" v="141"/>
          <ac:picMkLst>
            <pc:docMk/>
            <pc:sldMk cId="863498291" sldId="5316"/>
            <ac:picMk id="29" creationId="{EEDF8C80-66FA-3EF0-CABB-ED8C02289A76}"/>
          </ac:picMkLst>
        </pc:picChg>
        <pc:picChg chg="add">
          <ac:chgData name="Tomáš Zuzčák" userId="S::tzuzcak@ohpen.com::e0ed375d-0f01-4f06-9166-4fdf76188cf7" providerId="AD" clId="Web-{15AF0943-9FC0-46E7-6558-CE4D1FDD0909}" dt="2023-02-21T13:00:02.215" v="141"/>
          <ac:picMkLst>
            <pc:docMk/>
            <pc:sldMk cId="863498291" sldId="5316"/>
            <ac:picMk id="31" creationId="{C526C7AE-B821-8F19-F98C-0B034BD92139}"/>
          </ac:picMkLst>
        </pc:picChg>
        <pc:picChg chg="add">
          <ac:chgData name="Tomáš Zuzčák" userId="S::tzuzcak@ohpen.com::e0ed375d-0f01-4f06-9166-4fdf76188cf7" providerId="AD" clId="Web-{15AF0943-9FC0-46E7-6558-CE4D1FDD0909}" dt="2023-02-21T13:00:02.215" v="141"/>
          <ac:picMkLst>
            <pc:docMk/>
            <pc:sldMk cId="863498291" sldId="5316"/>
            <ac:picMk id="44" creationId="{EFCF4344-8484-7E8A-3591-A4D78225AC62}"/>
          </ac:picMkLst>
        </pc:picChg>
        <pc:picChg chg="add del">
          <ac:chgData name="Tomáš Zuzčák" userId="S::tzuzcak@ohpen.com::e0ed375d-0f01-4f06-9166-4fdf76188cf7" providerId="AD" clId="Web-{15AF0943-9FC0-46E7-6558-CE4D1FDD0909}" dt="2023-02-21T13:01:20.374" v="143"/>
          <ac:picMkLst>
            <pc:docMk/>
            <pc:sldMk cId="863498291" sldId="5316"/>
            <ac:picMk id="58" creationId="{B5D09556-BE43-7FED-2508-463C39B18437}"/>
          </ac:picMkLst>
        </pc:picChg>
        <pc:picChg chg="add del">
          <ac:chgData name="Tomáš Zuzčák" userId="S::tzuzcak@ohpen.com::e0ed375d-0f01-4f06-9166-4fdf76188cf7" providerId="AD" clId="Web-{15AF0943-9FC0-46E7-6558-CE4D1FDD0909}" dt="2023-02-21T13:01:20.374" v="143"/>
          <ac:picMkLst>
            <pc:docMk/>
            <pc:sldMk cId="863498291" sldId="5316"/>
            <ac:picMk id="60" creationId="{7A8E98E7-CF1B-8398-0728-F5197121ED7F}"/>
          </ac:picMkLst>
        </pc:picChg>
        <pc:picChg chg="add del">
          <ac:chgData name="Tomáš Zuzčák" userId="S::tzuzcak@ohpen.com::e0ed375d-0f01-4f06-9166-4fdf76188cf7" providerId="AD" clId="Web-{15AF0943-9FC0-46E7-6558-CE4D1FDD0909}" dt="2023-02-21T13:01:20.374" v="143"/>
          <ac:picMkLst>
            <pc:docMk/>
            <pc:sldMk cId="863498291" sldId="5316"/>
            <ac:picMk id="62" creationId="{EF51CE01-DE4B-D366-CBBD-1A60DC69936E}"/>
          </ac:picMkLst>
        </pc:picChg>
        <pc:picChg chg="add del">
          <ac:chgData name="Tomáš Zuzčák" userId="S::tzuzcak@ohpen.com::e0ed375d-0f01-4f06-9166-4fdf76188cf7" providerId="AD" clId="Web-{15AF0943-9FC0-46E7-6558-CE4D1FDD0909}" dt="2023-02-21T13:01:20.374" v="143"/>
          <ac:picMkLst>
            <pc:docMk/>
            <pc:sldMk cId="863498291" sldId="5316"/>
            <ac:picMk id="65" creationId="{B6176164-7776-41C7-6724-6802B8FBF64E}"/>
          </ac:picMkLst>
        </pc:picChg>
        <pc:picChg chg="add del">
          <ac:chgData name="Tomáš Zuzčák" userId="S::tzuzcak@ohpen.com::e0ed375d-0f01-4f06-9166-4fdf76188cf7" providerId="AD" clId="Web-{15AF0943-9FC0-46E7-6558-CE4D1FDD0909}" dt="2023-02-21T13:01:20.374" v="143"/>
          <ac:picMkLst>
            <pc:docMk/>
            <pc:sldMk cId="863498291" sldId="5316"/>
            <ac:picMk id="66" creationId="{28E94400-B89B-E5EF-5194-0B5462297EA1}"/>
          </ac:picMkLst>
        </pc:picChg>
        <pc:picChg chg="add del">
          <ac:chgData name="Tomáš Zuzčák" userId="S::tzuzcak@ohpen.com::e0ed375d-0f01-4f06-9166-4fdf76188cf7" providerId="AD" clId="Web-{15AF0943-9FC0-46E7-6558-CE4D1FDD0909}" dt="2023-02-21T13:01:20.374" v="143"/>
          <ac:picMkLst>
            <pc:docMk/>
            <pc:sldMk cId="863498291" sldId="5316"/>
            <ac:picMk id="67" creationId="{C2BC98F3-7EAF-7000-EF4D-B6AB227B06A2}"/>
          </ac:picMkLst>
        </pc:picChg>
        <pc:picChg chg="add del">
          <ac:chgData name="Tomáš Zuzčák" userId="S::tzuzcak@ohpen.com::e0ed375d-0f01-4f06-9166-4fdf76188cf7" providerId="AD" clId="Web-{15AF0943-9FC0-46E7-6558-CE4D1FDD0909}" dt="2023-02-21T13:01:20.374" v="143"/>
          <ac:picMkLst>
            <pc:docMk/>
            <pc:sldMk cId="863498291" sldId="5316"/>
            <ac:picMk id="70" creationId="{EAD488B9-8BF9-308D-810D-C9A2F986BED5}"/>
          </ac:picMkLst>
        </pc:picChg>
        <pc:picChg chg="add del">
          <ac:chgData name="Tomáš Zuzčák" userId="S::tzuzcak@ohpen.com::e0ed375d-0f01-4f06-9166-4fdf76188cf7" providerId="AD" clId="Web-{15AF0943-9FC0-46E7-6558-CE4D1FDD0909}" dt="2023-02-21T13:01:20.374" v="143"/>
          <ac:picMkLst>
            <pc:docMk/>
            <pc:sldMk cId="863498291" sldId="5316"/>
            <ac:picMk id="72" creationId="{EEDF8C80-66FA-3EF0-CABB-ED8C02289A76}"/>
          </ac:picMkLst>
        </pc:picChg>
        <pc:picChg chg="add del">
          <ac:chgData name="Tomáš Zuzčák" userId="S::tzuzcak@ohpen.com::e0ed375d-0f01-4f06-9166-4fdf76188cf7" providerId="AD" clId="Web-{15AF0943-9FC0-46E7-6558-CE4D1FDD0909}" dt="2023-02-21T13:01:20.374" v="143"/>
          <ac:picMkLst>
            <pc:docMk/>
            <pc:sldMk cId="863498291" sldId="5316"/>
            <ac:picMk id="74" creationId="{C526C7AE-B821-8F19-F98C-0B034BD92139}"/>
          </ac:picMkLst>
        </pc:picChg>
        <pc:picChg chg="add del">
          <ac:chgData name="Tomáš Zuzčák" userId="S::tzuzcak@ohpen.com::e0ed375d-0f01-4f06-9166-4fdf76188cf7" providerId="AD" clId="Web-{15AF0943-9FC0-46E7-6558-CE4D1FDD0909}" dt="2023-02-21T13:01:20.374" v="143"/>
          <ac:picMkLst>
            <pc:docMk/>
            <pc:sldMk cId="863498291" sldId="5316"/>
            <ac:picMk id="87" creationId="{EFCF4344-8484-7E8A-3591-A4D78225AC62}"/>
          </ac:picMkLst>
        </pc:picChg>
        <pc:picChg chg="add del">
          <ac:chgData name="Tomáš Zuzčák" userId="S::tzuzcak@ohpen.com::e0ed375d-0f01-4f06-9166-4fdf76188cf7" providerId="AD" clId="Web-{15AF0943-9FC0-46E7-6558-CE4D1FDD0909}" dt="2023-02-21T13:01:37.593" v="145"/>
          <ac:picMkLst>
            <pc:docMk/>
            <pc:sldMk cId="863498291" sldId="5316"/>
            <ac:picMk id="101" creationId="{B5D09556-BE43-7FED-2508-463C39B18437}"/>
          </ac:picMkLst>
        </pc:picChg>
        <pc:picChg chg="add del">
          <ac:chgData name="Tomáš Zuzčák" userId="S::tzuzcak@ohpen.com::e0ed375d-0f01-4f06-9166-4fdf76188cf7" providerId="AD" clId="Web-{15AF0943-9FC0-46E7-6558-CE4D1FDD0909}" dt="2023-02-21T13:01:37.593" v="145"/>
          <ac:picMkLst>
            <pc:docMk/>
            <pc:sldMk cId="863498291" sldId="5316"/>
            <ac:picMk id="103" creationId="{7A8E98E7-CF1B-8398-0728-F5197121ED7F}"/>
          </ac:picMkLst>
        </pc:picChg>
        <pc:picChg chg="add del">
          <ac:chgData name="Tomáš Zuzčák" userId="S::tzuzcak@ohpen.com::e0ed375d-0f01-4f06-9166-4fdf76188cf7" providerId="AD" clId="Web-{15AF0943-9FC0-46E7-6558-CE4D1FDD0909}" dt="2023-02-21T13:01:37.593" v="145"/>
          <ac:picMkLst>
            <pc:docMk/>
            <pc:sldMk cId="863498291" sldId="5316"/>
            <ac:picMk id="105" creationId="{EF51CE01-DE4B-D366-CBBD-1A60DC69936E}"/>
          </ac:picMkLst>
        </pc:picChg>
        <pc:picChg chg="add del">
          <ac:chgData name="Tomáš Zuzčák" userId="S::tzuzcak@ohpen.com::e0ed375d-0f01-4f06-9166-4fdf76188cf7" providerId="AD" clId="Web-{15AF0943-9FC0-46E7-6558-CE4D1FDD0909}" dt="2023-02-21T13:01:37.593" v="145"/>
          <ac:picMkLst>
            <pc:docMk/>
            <pc:sldMk cId="863498291" sldId="5316"/>
            <ac:picMk id="108" creationId="{B6176164-7776-41C7-6724-6802B8FBF64E}"/>
          </ac:picMkLst>
        </pc:picChg>
        <pc:picChg chg="add del">
          <ac:chgData name="Tomáš Zuzčák" userId="S::tzuzcak@ohpen.com::e0ed375d-0f01-4f06-9166-4fdf76188cf7" providerId="AD" clId="Web-{15AF0943-9FC0-46E7-6558-CE4D1FDD0909}" dt="2023-02-21T13:01:37.593" v="145"/>
          <ac:picMkLst>
            <pc:docMk/>
            <pc:sldMk cId="863498291" sldId="5316"/>
            <ac:picMk id="109" creationId="{28E94400-B89B-E5EF-5194-0B5462297EA1}"/>
          </ac:picMkLst>
        </pc:picChg>
        <pc:picChg chg="add del">
          <ac:chgData name="Tomáš Zuzčák" userId="S::tzuzcak@ohpen.com::e0ed375d-0f01-4f06-9166-4fdf76188cf7" providerId="AD" clId="Web-{15AF0943-9FC0-46E7-6558-CE4D1FDD0909}" dt="2023-02-21T13:01:37.593" v="145"/>
          <ac:picMkLst>
            <pc:docMk/>
            <pc:sldMk cId="863498291" sldId="5316"/>
            <ac:picMk id="110" creationId="{C2BC98F3-7EAF-7000-EF4D-B6AB227B06A2}"/>
          </ac:picMkLst>
        </pc:picChg>
        <pc:picChg chg="add del">
          <ac:chgData name="Tomáš Zuzčák" userId="S::tzuzcak@ohpen.com::e0ed375d-0f01-4f06-9166-4fdf76188cf7" providerId="AD" clId="Web-{15AF0943-9FC0-46E7-6558-CE4D1FDD0909}" dt="2023-02-21T13:01:37.593" v="145"/>
          <ac:picMkLst>
            <pc:docMk/>
            <pc:sldMk cId="863498291" sldId="5316"/>
            <ac:picMk id="113" creationId="{EAD488B9-8BF9-308D-810D-C9A2F986BED5}"/>
          </ac:picMkLst>
        </pc:picChg>
        <pc:picChg chg="add del">
          <ac:chgData name="Tomáš Zuzčák" userId="S::tzuzcak@ohpen.com::e0ed375d-0f01-4f06-9166-4fdf76188cf7" providerId="AD" clId="Web-{15AF0943-9FC0-46E7-6558-CE4D1FDD0909}" dt="2023-02-21T13:01:37.593" v="145"/>
          <ac:picMkLst>
            <pc:docMk/>
            <pc:sldMk cId="863498291" sldId="5316"/>
            <ac:picMk id="115" creationId="{EEDF8C80-66FA-3EF0-CABB-ED8C02289A76}"/>
          </ac:picMkLst>
        </pc:picChg>
        <pc:picChg chg="add del">
          <ac:chgData name="Tomáš Zuzčák" userId="S::tzuzcak@ohpen.com::e0ed375d-0f01-4f06-9166-4fdf76188cf7" providerId="AD" clId="Web-{15AF0943-9FC0-46E7-6558-CE4D1FDD0909}" dt="2023-02-21T13:01:37.593" v="145"/>
          <ac:picMkLst>
            <pc:docMk/>
            <pc:sldMk cId="863498291" sldId="5316"/>
            <ac:picMk id="117" creationId="{C526C7AE-B821-8F19-F98C-0B034BD92139}"/>
          </ac:picMkLst>
        </pc:picChg>
        <pc:picChg chg="add del">
          <ac:chgData name="Tomáš Zuzčák" userId="S::tzuzcak@ohpen.com::e0ed375d-0f01-4f06-9166-4fdf76188cf7" providerId="AD" clId="Web-{15AF0943-9FC0-46E7-6558-CE4D1FDD0909}" dt="2023-02-21T13:01:37.593" v="145"/>
          <ac:picMkLst>
            <pc:docMk/>
            <pc:sldMk cId="863498291" sldId="5316"/>
            <ac:picMk id="130" creationId="{EFCF4344-8484-7E8A-3591-A4D78225AC62}"/>
          </ac:picMkLst>
        </pc:picChg>
        <pc:picChg chg="add mod">
          <ac:chgData name="Tomáš Zuzčák" userId="S::tzuzcak@ohpen.com::e0ed375d-0f01-4f06-9166-4fdf76188cf7" providerId="AD" clId="Web-{15AF0943-9FC0-46E7-6558-CE4D1FDD0909}" dt="2023-02-21T13:03:42.738" v="147" actId="1076"/>
          <ac:picMkLst>
            <pc:docMk/>
            <pc:sldMk cId="863498291" sldId="5316"/>
            <ac:picMk id="133" creationId="{1CC3A842-9361-F9F9-6477-9C3909A6AFAF}"/>
          </ac:picMkLst>
        </pc:picChg>
        <pc:picChg chg="add mod">
          <ac:chgData name="Tomáš Zuzčák" userId="S::tzuzcak@ohpen.com::e0ed375d-0f01-4f06-9166-4fdf76188cf7" providerId="AD" clId="Web-{15AF0943-9FC0-46E7-6558-CE4D1FDD0909}" dt="2023-02-21T13:04:13.832" v="149" actId="1076"/>
          <ac:picMkLst>
            <pc:docMk/>
            <pc:sldMk cId="863498291" sldId="5316"/>
            <ac:picMk id="134" creationId="{AB0E44FB-9871-887C-C2E0-C4828CFC2C2D}"/>
          </ac:picMkLst>
        </pc:picChg>
        <pc:cxnChg chg="add">
          <ac:chgData name="Tomáš Zuzčák" userId="S::tzuzcak@ohpen.com::e0ed375d-0f01-4f06-9166-4fdf76188cf7" providerId="AD" clId="Web-{15AF0943-9FC0-46E7-6558-CE4D1FDD0909}" dt="2023-02-21T13:00:02.215" v="141"/>
          <ac:cxnSpMkLst>
            <pc:docMk/>
            <pc:sldMk cId="863498291" sldId="5316"/>
            <ac:cxnSpMk id="32" creationId="{E9249EEC-4F5B-E26E-8A24-CE6D752D5C46}"/>
          </ac:cxnSpMkLst>
        </pc:cxnChg>
        <pc:cxnChg chg="add">
          <ac:chgData name="Tomáš Zuzčák" userId="S::tzuzcak@ohpen.com::e0ed375d-0f01-4f06-9166-4fdf76188cf7" providerId="AD" clId="Web-{15AF0943-9FC0-46E7-6558-CE4D1FDD0909}" dt="2023-02-21T13:00:02.215" v="141"/>
          <ac:cxnSpMkLst>
            <pc:docMk/>
            <pc:sldMk cId="863498291" sldId="5316"/>
            <ac:cxnSpMk id="33" creationId="{59278D6A-9208-0A0D-49B4-7B86E0A92558}"/>
          </ac:cxnSpMkLst>
        </pc:cxnChg>
        <pc:cxnChg chg="add mod">
          <ac:chgData name="Tomáš Zuzčák" userId="S::tzuzcak@ohpen.com::e0ed375d-0f01-4f06-9166-4fdf76188cf7" providerId="AD" clId="Web-{15AF0943-9FC0-46E7-6558-CE4D1FDD0909}" dt="2023-02-21T13:01:20.374" v="143"/>
          <ac:cxnSpMkLst>
            <pc:docMk/>
            <pc:sldMk cId="863498291" sldId="5316"/>
            <ac:cxnSpMk id="34" creationId="{80EB89E0-6086-120D-9483-759FAEE78D30}"/>
          </ac:cxnSpMkLst>
        </pc:cxnChg>
        <pc:cxnChg chg="add mod">
          <ac:chgData name="Tomáš Zuzčák" userId="S::tzuzcak@ohpen.com::e0ed375d-0f01-4f06-9166-4fdf76188cf7" providerId="AD" clId="Web-{15AF0943-9FC0-46E7-6558-CE4D1FDD0909}" dt="2023-02-21T13:01:20.374" v="143"/>
          <ac:cxnSpMkLst>
            <pc:docMk/>
            <pc:sldMk cId="863498291" sldId="5316"/>
            <ac:cxnSpMk id="35" creationId="{6CE33F91-B2D5-DBFA-9F0F-B03E3626FDFE}"/>
          </ac:cxnSpMkLst>
        </pc:cxnChg>
        <pc:cxnChg chg="add mod">
          <ac:chgData name="Tomáš Zuzčák" userId="S::tzuzcak@ohpen.com::e0ed375d-0f01-4f06-9166-4fdf76188cf7" providerId="AD" clId="Web-{15AF0943-9FC0-46E7-6558-CE4D1FDD0909}" dt="2023-02-21T13:01:20.374" v="143"/>
          <ac:cxnSpMkLst>
            <pc:docMk/>
            <pc:sldMk cId="863498291" sldId="5316"/>
            <ac:cxnSpMk id="36" creationId="{22EF3785-84E0-3F6E-8E9D-4265407C6FD6}"/>
          </ac:cxnSpMkLst>
        </pc:cxnChg>
        <pc:cxnChg chg="add">
          <ac:chgData name="Tomáš Zuzčák" userId="S::tzuzcak@ohpen.com::e0ed375d-0f01-4f06-9166-4fdf76188cf7" providerId="AD" clId="Web-{15AF0943-9FC0-46E7-6558-CE4D1FDD0909}" dt="2023-02-21T13:00:02.215" v="141"/>
          <ac:cxnSpMkLst>
            <pc:docMk/>
            <pc:sldMk cId="863498291" sldId="5316"/>
            <ac:cxnSpMk id="37" creationId="{E4D4EBB5-6BDA-3D79-72F5-DA8660F3EBAE}"/>
          </ac:cxnSpMkLst>
        </pc:cxnChg>
        <pc:cxnChg chg="add mod">
          <ac:chgData name="Tomáš Zuzčák" userId="S::tzuzcak@ohpen.com::e0ed375d-0f01-4f06-9166-4fdf76188cf7" providerId="AD" clId="Web-{15AF0943-9FC0-46E7-6558-CE4D1FDD0909}" dt="2023-02-21T13:01:20.374" v="143"/>
          <ac:cxnSpMkLst>
            <pc:docMk/>
            <pc:sldMk cId="863498291" sldId="5316"/>
            <ac:cxnSpMk id="38" creationId="{C1180FAC-21DB-12A0-5FB8-594D2FC8ECCF}"/>
          </ac:cxnSpMkLst>
        </pc:cxnChg>
        <pc:cxnChg chg="add">
          <ac:chgData name="Tomáš Zuzčák" userId="S::tzuzcak@ohpen.com::e0ed375d-0f01-4f06-9166-4fdf76188cf7" providerId="AD" clId="Web-{15AF0943-9FC0-46E7-6558-CE4D1FDD0909}" dt="2023-02-21T13:00:02.215" v="141"/>
          <ac:cxnSpMkLst>
            <pc:docMk/>
            <pc:sldMk cId="863498291" sldId="5316"/>
            <ac:cxnSpMk id="39" creationId="{91DF11D0-6A59-0068-3517-31128E0850CF}"/>
          </ac:cxnSpMkLst>
        </pc:cxnChg>
        <pc:cxnChg chg="add">
          <ac:chgData name="Tomáš Zuzčák" userId="S::tzuzcak@ohpen.com::e0ed375d-0f01-4f06-9166-4fdf76188cf7" providerId="AD" clId="Web-{15AF0943-9FC0-46E7-6558-CE4D1FDD0909}" dt="2023-02-21T13:00:02.215" v="141"/>
          <ac:cxnSpMkLst>
            <pc:docMk/>
            <pc:sldMk cId="863498291" sldId="5316"/>
            <ac:cxnSpMk id="40" creationId="{4549BF7D-BB69-0008-8F89-C3E405F68C01}"/>
          </ac:cxnSpMkLst>
        </pc:cxnChg>
        <pc:cxnChg chg="add">
          <ac:chgData name="Tomáš Zuzčák" userId="S::tzuzcak@ohpen.com::e0ed375d-0f01-4f06-9166-4fdf76188cf7" providerId="AD" clId="Web-{15AF0943-9FC0-46E7-6558-CE4D1FDD0909}" dt="2023-02-21T13:00:02.215" v="141"/>
          <ac:cxnSpMkLst>
            <pc:docMk/>
            <pc:sldMk cId="863498291" sldId="5316"/>
            <ac:cxnSpMk id="41" creationId="{6511E7D3-AA14-E9B5-FAFF-1B376B606FA8}"/>
          </ac:cxnSpMkLst>
        </pc:cxnChg>
        <pc:cxnChg chg="add">
          <ac:chgData name="Tomáš Zuzčák" userId="S::tzuzcak@ohpen.com::e0ed375d-0f01-4f06-9166-4fdf76188cf7" providerId="AD" clId="Web-{15AF0943-9FC0-46E7-6558-CE4D1FDD0909}" dt="2023-02-21T13:00:02.215" v="141"/>
          <ac:cxnSpMkLst>
            <pc:docMk/>
            <pc:sldMk cId="863498291" sldId="5316"/>
            <ac:cxnSpMk id="42" creationId="{BEE16498-0A61-4DA7-8313-22011A53BAD1}"/>
          </ac:cxnSpMkLst>
        </pc:cxnChg>
        <pc:cxnChg chg="add">
          <ac:chgData name="Tomáš Zuzčák" userId="S::tzuzcak@ohpen.com::e0ed375d-0f01-4f06-9166-4fdf76188cf7" providerId="AD" clId="Web-{15AF0943-9FC0-46E7-6558-CE4D1FDD0909}" dt="2023-02-21T13:00:02.215" v="141"/>
          <ac:cxnSpMkLst>
            <pc:docMk/>
            <pc:sldMk cId="863498291" sldId="5316"/>
            <ac:cxnSpMk id="43" creationId="{0E35BEE9-52C7-AA7F-5B30-0B7CCB289A81}"/>
          </ac:cxnSpMkLst>
        </pc:cxnChg>
        <pc:cxnChg chg="add mod">
          <ac:chgData name="Tomáš Zuzčák" userId="S::tzuzcak@ohpen.com::e0ed375d-0f01-4f06-9166-4fdf76188cf7" providerId="AD" clId="Web-{15AF0943-9FC0-46E7-6558-CE4D1FDD0909}" dt="2023-02-21T13:01:20.374" v="143"/>
          <ac:cxnSpMkLst>
            <pc:docMk/>
            <pc:sldMk cId="863498291" sldId="5316"/>
            <ac:cxnSpMk id="45" creationId="{3200043E-D44F-3F47-D64D-1A310BDD6513}"/>
          </ac:cxnSpMkLst>
        </pc:cxnChg>
        <pc:cxnChg chg="add">
          <ac:chgData name="Tomáš Zuzčák" userId="S::tzuzcak@ohpen.com::e0ed375d-0f01-4f06-9166-4fdf76188cf7" providerId="AD" clId="Web-{15AF0943-9FC0-46E7-6558-CE4D1FDD0909}" dt="2023-02-21T13:00:02.215" v="141"/>
          <ac:cxnSpMkLst>
            <pc:docMk/>
            <pc:sldMk cId="863498291" sldId="5316"/>
            <ac:cxnSpMk id="46" creationId="{855BD1EB-42CB-BABF-2638-54518917818F}"/>
          </ac:cxnSpMkLst>
        </pc:cxnChg>
        <pc:cxnChg chg="add del">
          <ac:chgData name="Tomáš Zuzčák" userId="S::tzuzcak@ohpen.com::e0ed375d-0f01-4f06-9166-4fdf76188cf7" providerId="AD" clId="Web-{15AF0943-9FC0-46E7-6558-CE4D1FDD0909}" dt="2023-02-21T13:01:20.374" v="143"/>
          <ac:cxnSpMkLst>
            <pc:docMk/>
            <pc:sldMk cId="863498291" sldId="5316"/>
            <ac:cxnSpMk id="75" creationId="{E9249EEC-4F5B-E26E-8A24-CE6D752D5C46}"/>
          </ac:cxnSpMkLst>
        </pc:cxnChg>
        <pc:cxnChg chg="add del">
          <ac:chgData name="Tomáš Zuzčák" userId="S::tzuzcak@ohpen.com::e0ed375d-0f01-4f06-9166-4fdf76188cf7" providerId="AD" clId="Web-{15AF0943-9FC0-46E7-6558-CE4D1FDD0909}" dt="2023-02-21T13:01:20.374" v="143"/>
          <ac:cxnSpMkLst>
            <pc:docMk/>
            <pc:sldMk cId="863498291" sldId="5316"/>
            <ac:cxnSpMk id="76" creationId="{59278D6A-9208-0A0D-49B4-7B86E0A92558}"/>
          </ac:cxnSpMkLst>
        </pc:cxnChg>
        <pc:cxnChg chg="add del mod">
          <ac:chgData name="Tomáš Zuzčák" userId="S::tzuzcak@ohpen.com::e0ed375d-0f01-4f06-9166-4fdf76188cf7" providerId="AD" clId="Web-{15AF0943-9FC0-46E7-6558-CE4D1FDD0909}" dt="2023-02-21T13:01:20.374" v="143"/>
          <ac:cxnSpMkLst>
            <pc:docMk/>
            <pc:sldMk cId="863498291" sldId="5316"/>
            <ac:cxnSpMk id="77" creationId="{80EB89E0-6086-120D-9483-759FAEE78D30}"/>
          </ac:cxnSpMkLst>
        </pc:cxnChg>
        <pc:cxnChg chg="add del mod">
          <ac:chgData name="Tomáš Zuzčák" userId="S::tzuzcak@ohpen.com::e0ed375d-0f01-4f06-9166-4fdf76188cf7" providerId="AD" clId="Web-{15AF0943-9FC0-46E7-6558-CE4D1FDD0909}" dt="2023-02-21T13:01:20.374" v="143"/>
          <ac:cxnSpMkLst>
            <pc:docMk/>
            <pc:sldMk cId="863498291" sldId="5316"/>
            <ac:cxnSpMk id="78" creationId="{6CE33F91-B2D5-DBFA-9F0F-B03E3626FDFE}"/>
          </ac:cxnSpMkLst>
        </pc:cxnChg>
        <pc:cxnChg chg="add del mod">
          <ac:chgData name="Tomáš Zuzčák" userId="S::tzuzcak@ohpen.com::e0ed375d-0f01-4f06-9166-4fdf76188cf7" providerId="AD" clId="Web-{15AF0943-9FC0-46E7-6558-CE4D1FDD0909}" dt="2023-02-21T13:01:20.374" v="143"/>
          <ac:cxnSpMkLst>
            <pc:docMk/>
            <pc:sldMk cId="863498291" sldId="5316"/>
            <ac:cxnSpMk id="79" creationId="{22EF3785-84E0-3F6E-8E9D-4265407C6FD6}"/>
          </ac:cxnSpMkLst>
        </pc:cxnChg>
        <pc:cxnChg chg="add del">
          <ac:chgData name="Tomáš Zuzčák" userId="S::tzuzcak@ohpen.com::e0ed375d-0f01-4f06-9166-4fdf76188cf7" providerId="AD" clId="Web-{15AF0943-9FC0-46E7-6558-CE4D1FDD0909}" dt="2023-02-21T13:01:20.374" v="143"/>
          <ac:cxnSpMkLst>
            <pc:docMk/>
            <pc:sldMk cId="863498291" sldId="5316"/>
            <ac:cxnSpMk id="80" creationId="{E4D4EBB5-6BDA-3D79-72F5-DA8660F3EBAE}"/>
          </ac:cxnSpMkLst>
        </pc:cxnChg>
        <pc:cxnChg chg="add del mod">
          <ac:chgData name="Tomáš Zuzčák" userId="S::tzuzcak@ohpen.com::e0ed375d-0f01-4f06-9166-4fdf76188cf7" providerId="AD" clId="Web-{15AF0943-9FC0-46E7-6558-CE4D1FDD0909}" dt="2023-02-21T13:01:20.374" v="143"/>
          <ac:cxnSpMkLst>
            <pc:docMk/>
            <pc:sldMk cId="863498291" sldId="5316"/>
            <ac:cxnSpMk id="81" creationId="{C1180FAC-21DB-12A0-5FB8-594D2FC8ECCF}"/>
          </ac:cxnSpMkLst>
        </pc:cxnChg>
        <pc:cxnChg chg="add del">
          <ac:chgData name="Tomáš Zuzčák" userId="S::tzuzcak@ohpen.com::e0ed375d-0f01-4f06-9166-4fdf76188cf7" providerId="AD" clId="Web-{15AF0943-9FC0-46E7-6558-CE4D1FDD0909}" dt="2023-02-21T13:01:20.374" v="143"/>
          <ac:cxnSpMkLst>
            <pc:docMk/>
            <pc:sldMk cId="863498291" sldId="5316"/>
            <ac:cxnSpMk id="82" creationId="{91DF11D0-6A59-0068-3517-31128E0850CF}"/>
          </ac:cxnSpMkLst>
        </pc:cxnChg>
        <pc:cxnChg chg="add del">
          <ac:chgData name="Tomáš Zuzčák" userId="S::tzuzcak@ohpen.com::e0ed375d-0f01-4f06-9166-4fdf76188cf7" providerId="AD" clId="Web-{15AF0943-9FC0-46E7-6558-CE4D1FDD0909}" dt="2023-02-21T13:01:20.374" v="143"/>
          <ac:cxnSpMkLst>
            <pc:docMk/>
            <pc:sldMk cId="863498291" sldId="5316"/>
            <ac:cxnSpMk id="83" creationId="{4549BF7D-BB69-0008-8F89-C3E405F68C01}"/>
          </ac:cxnSpMkLst>
        </pc:cxnChg>
        <pc:cxnChg chg="add del">
          <ac:chgData name="Tomáš Zuzčák" userId="S::tzuzcak@ohpen.com::e0ed375d-0f01-4f06-9166-4fdf76188cf7" providerId="AD" clId="Web-{15AF0943-9FC0-46E7-6558-CE4D1FDD0909}" dt="2023-02-21T13:01:20.374" v="143"/>
          <ac:cxnSpMkLst>
            <pc:docMk/>
            <pc:sldMk cId="863498291" sldId="5316"/>
            <ac:cxnSpMk id="84" creationId="{6511E7D3-AA14-E9B5-FAFF-1B376B606FA8}"/>
          </ac:cxnSpMkLst>
        </pc:cxnChg>
        <pc:cxnChg chg="add del">
          <ac:chgData name="Tomáš Zuzčák" userId="S::tzuzcak@ohpen.com::e0ed375d-0f01-4f06-9166-4fdf76188cf7" providerId="AD" clId="Web-{15AF0943-9FC0-46E7-6558-CE4D1FDD0909}" dt="2023-02-21T13:01:20.374" v="143"/>
          <ac:cxnSpMkLst>
            <pc:docMk/>
            <pc:sldMk cId="863498291" sldId="5316"/>
            <ac:cxnSpMk id="85" creationId="{BEE16498-0A61-4DA7-8313-22011A53BAD1}"/>
          </ac:cxnSpMkLst>
        </pc:cxnChg>
        <pc:cxnChg chg="add del">
          <ac:chgData name="Tomáš Zuzčák" userId="S::tzuzcak@ohpen.com::e0ed375d-0f01-4f06-9166-4fdf76188cf7" providerId="AD" clId="Web-{15AF0943-9FC0-46E7-6558-CE4D1FDD0909}" dt="2023-02-21T13:01:20.374" v="143"/>
          <ac:cxnSpMkLst>
            <pc:docMk/>
            <pc:sldMk cId="863498291" sldId="5316"/>
            <ac:cxnSpMk id="86" creationId="{0E35BEE9-52C7-AA7F-5B30-0B7CCB289A81}"/>
          </ac:cxnSpMkLst>
        </pc:cxnChg>
        <pc:cxnChg chg="add del mod">
          <ac:chgData name="Tomáš Zuzčák" userId="S::tzuzcak@ohpen.com::e0ed375d-0f01-4f06-9166-4fdf76188cf7" providerId="AD" clId="Web-{15AF0943-9FC0-46E7-6558-CE4D1FDD0909}" dt="2023-02-21T13:01:20.374" v="143"/>
          <ac:cxnSpMkLst>
            <pc:docMk/>
            <pc:sldMk cId="863498291" sldId="5316"/>
            <ac:cxnSpMk id="88" creationId="{3200043E-D44F-3F47-D64D-1A310BDD6513}"/>
          </ac:cxnSpMkLst>
        </pc:cxnChg>
        <pc:cxnChg chg="add del">
          <ac:chgData name="Tomáš Zuzčák" userId="S::tzuzcak@ohpen.com::e0ed375d-0f01-4f06-9166-4fdf76188cf7" providerId="AD" clId="Web-{15AF0943-9FC0-46E7-6558-CE4D1FDD0909}" dt="2023-02-21T13:01:20.374" v="143"/>
          <ac:cxnSpMkLst>
            <pc:docMk/>
            <pc:sldMk cId="863498291" sldId="5316"/>
            <ac:cxnSpMk id="89" creationId="{855BD1EB-42CB-BABF-2638-54518917818F}"/>
          </ac:cxnSpMkLst>
        </pc:cxnChg>
        <pc:cxnChg chg="add del">
          <ac:chgData name="Tomáš Zuzčák" userId="S::tzuzcak@ohpen.com::e0ed375d-0f01-4f06-9166-4fdf76188cf7" providerId="AD" clId="Web-{15AF0943-9FC0-46E7-6558-CE4D1FDD0909}" dt="2023-02-21T13:01:37.593" v="145"/>
          <ac:cxnSpMkLst>
            <pc:docMk/>
            <pc:sldMk cId="863498291" sldId="5316"/>
            <ac:cxnSpMk id="118" creationId="{E9249EEC-4F5B-E26E-8A24-CE6D752D5C46}"/>
          </ac:cxnSpMkLst>
        </pc:cxnChg>
        <pc:cxnChg chg="add del">
          <ac:chgData name="Tomáš Zuzčák" userId="S::tzuzcak@ohpen.com::e0ed375d-0f01-4f06-9166-4fdf76188cf7" providerId="AD" clId="Web-{15AF0943-9FC0-46E7-6558-CE4D1FDD0909}" dt="2023-02-21T13:01:37.593" v="145"/>
          <ac:cxnSpMkLst>
            <pc:docMk/>
            <pc:sldMk cId="863498291" sldId="5316"/>
            <ac:cxnSpMk id="119" creationId="{59278D6A-9208-0A0D-49B4-7B86E0A92558}"/>
          </ac:cxnSpMkLst>
        </pc:cxnChg>
        <pc:cxnChg chg="add del mod">
          <ac:chgData name="Tomáš Zuzčák" userId="S::tzuzcak@ohpen.com::e0ed375d-0f01-4f06-9166-4fdf76188cf7" providerId="AD" clId="Web-{15AF0943-9FC0-46E7-6558-CE4D1FDD0909}" dt="2023-02-21T13:01:37.593" v="145"/>
          <ac:cxnSpMkLst>
            <pc:docMk/>
            <pc:sldMk cId="863498291" sldId="5316"/>
            <ac:cxnSpMk id="120" creationId="{80EB89E0-6086-120D-9483-759FAEE78D30}"/>
          </ac:cxnSpMkLst>
        </pc:cxnChg>
        <pc:cxnChg chg="add del mod">
          <ac:chgData name="Tomáš Zuzčák" userId="S::tzuzcak@ohpen.com::e0ed375d-0f01-4f06-9166-4fdf76188cf7" providerId="AD" clId="Web-{15AF0943-9FC0-46E7-6558-CE4D1FDD0909}" dt="2023-02-21T13:01:37.593" v="145"/>
          <ac:cxnSpMkLst>
            <pc:docMk/>
            <pc:sldMk cId="863498291" sldId="5316"/>
            <ac:cxnSpMk id="121" creationId="{6CE33F91-B2D5-DBFA-9F0F-B03E3626FDFE}"/>
          </ac:cxnSpMkLst>
        </pc:cxnChg>
        <pc:cxnChg chg="add del mod">
          <ac:chgData name="Tomáš Zuzčák" userId="S::tzuzcak@ohpen.com::e0ed375d-0f01-4f06-9166-4fdf76188cf7" providerId="AD" clId="Web-{15AF0943-9FC0-46E7-6558-CE4D1FDD0909}" dt="2023-02-21T13:01:37.593" v="145"/>
          <ac:cxnSpMkLst>
            <pc:docMk/>
            <pc:sldMk cId="863498291" sldId="5316"/>
            <ac:cxnSpMk id="122" creationId="{22EF3785-84E0-3F6E-8E9D-4265407C6FD6}"/>
          </ac:cxnSpMkLst>
        </pc:cxnChg>
        <pc:cxnChg chg="add del">
          <ac:chgData name="Tomáš Zuzčák" userId="S::tzuzcak@ohpen.com::e0ed375d-0f01-4f06-9166-4fdf76188cf7" providerId="AD" clId="Web-{15AF0943-9FC0-46E7-6558-CE4D1FDD0909}" dt="2023-02-21T13:01:37.593" v="145"/>
          <ac:cxnSpMkLst>
            <pc:docMk/>
            <pc:sldMk cId="863498291" sldId="5316"/>
            <ac:cxnSpMk id="123" creationId="{E4D4EBB5-6BDA-3D79-72F5-DA8660F3EBAE}"/>
          </ac:cxnSpMkLst>
        </pc:cxnChg>
        <pc:cxnChg chg="add del mod">
          <ac:chgData name="Tomáš Zuzčák" userId="S::tzuzcak@ohpen.com::e0ed375d-0f01-4f06-9166-4fdf76188cf7" providerId="AD" clId="Web-{15AF0943-9FC0-46E7-6558-CE4D1FDD0909}" dt="2023-02-21T13:01:37.593" v="145"/>
          <ac:cxnSpMkLst>
            <pc:docMk/>
            <pc:sldMk cId="863498291" sldId="5316"/>
            <ac:cxnSpMk id="124" creationId="{C1180FAC-21DB-12A0-5FB8-594D2FC8ECCF}"/>
          </ac:cxnSpMkLst>
        </pc:cxnChg>
        <pc:cxnChg chg="add del">
          <ac:chgData name="Tomáš Zuzčák" userId="S::tzuzcak@ohpen.com::e0ed375d-0f01-4f06-9166-4fdf76188cf7" providerId="AD" clId="Web-{15AF0943-9FC0-46E7-6558-CE4D1FDD0909}" dt="2023-02-21T13:01:37.593" v="145"/>
          <ac:cxnSpMkLst>
            <pc:docMk/>
            <pc:sldMk cId="863498291" sldId="5316"/>
            <ac:cxnSpMk id="125" creationId="{91DF11D0-6A59-0068-3517-31128E0850CF}"/>
          </ac:cxnSpMkLst>
        </pc:cxnChg>
        <pc:cxnChg chg="add del">
          <ac:chgData name="Tomáš Zuzčák" userId="S::tzuzcak@ohpen.com::e0ed375d-0f01-4f06-9166-4fdf76188cf7" providerId="AD" clId="Web-{15AF0943-9FC0-46E7-6558-CE4D1FDD0909}" dt="2023-02-21T13:01:37.593" v="145"/>
          <ac:cxnSpMkLst>
            <pc:docMk/>
            <pc:sldMk cId="863498291" sldId="5316"/>
            <ac:cxnSpMk id="126" creationId="{4549BF7D-BB69-0008-8F89-C3E405F68C01}"/>
          </ac:cxnSpMkLst>
        </pc:cxnChg>
        <pc:cxnChg chg="add del">
          <ac:chgData name="Tomáš Zuzčák" userId="S::tzuzcak@ohpen.com::e0ed375d-0f01-4f06-9166-4fdf76188cf7" providerId="AD" clId="Web-{15AF0943-9FC0-46E7-6558-CE4D1FDD0909}" dt="2023-02-21T13:01:37.593" v="145"/>
          <ac:cxnSpMkLst>
            <pc:docMk/>
            <pc:sldMk cId="863498291" sldId="5316"/>
            <ac:cxnSpMk id="127" creationId="{6511E7D3-AA14-E9B5-FAFF-1B376B606FA8}"/>
          </ac:cxnSpMkLst>
        </pc:cxnChg>
        <pc:cxnChg chg="add del">
          <ac:chgData name="Tomáš Zuzčák" userId="S::tzuzcak@ohpen.com::e0ed375d-0f01-4f06-9166-4fdf76188cf7" providerId="AD" clId="Web-{15AF0943-9FC0-46E7-6558-CE4D1FDD0909}" dt="2023-02-21T13:01:37.593" v="145"/>
          <ac:cxnSpMkLst>
            <pc:docMk/>
            <pc:sldMk cId="863498291" sldId="5316"/>
            <ac:cxnSpMk id="128" creationId="{BEE16498-0A61-4DA7-8313-22011A53BAD1}"/>
          </ac:cxnSpMkLst>
        </pc:cxnChg>
        <pc:cxnChg chg="add del">
          <ac:chgData name="Tomáš Zuzčák" userId="S::tzuzcak@ohpen.com::e0ed375d-0f01-4f06-9166-4fdf76188cf7" providerId="AD" clId="Web-{15AF0943-9FC0-46E7-6558-CE4D1FDD0909}" dt="2023-02-21T13:01:37.593" v="145"/>
          <ac:cxnSpMkLst>
            <pc:docMk/>
            <pc:sldMk cId="863498291" sldId="5316"/>
            <ac:cxnSpMk id="129" creationId="{0E35BEE9-52C7-AA7F-5B30-0B7CCB289A81}"/>
          </ac:cxnSpMkLst>
        </pc:cxnChg>
        <pc:cxnChg chg="add del mod">
          <ac:chgData name="Tomáš Zuzčák" userId="S::tzuzcak@ohpen.com::e0ed375d-0f01-4f06-9166-4fdf76188cf7" providerId="AD" clId="Web-{15AF0943-9FC0-46E7-6558-CE4D1FDD0909}" dt="2023-02-21T13:01:37.593" v="145"/>
          <ac:cxnSpMkLst>
            <pc:docMk/>
            <pc:sldMk cId="863498291" sldId="5316"/>
            <ac:cxnSpMk id="131" creationId="{3200043E-D44F-3F47-D64D-1A310BDD6513}"/>
          </ac:cxnSpMkLst>
        </pc:cxnChg>
        <pc:cxnChg chg="add del">
          <ac:chgData name="Tomáš Zuzčák" userId="S::tzuzcak@ohpen.com::e0ed375d-0f01-4f06-9166-4fdf76188cf7" providerId="AD" clId="Web-{15AF0943-9FC0-46E7-6558-CE4D1FDD0909}" dt="2023-02-21T13:01:37.593" v="145"/>
          <ac:cxnSpMkLst>
            <pc:docMk/>
            <pc:sldMk cId="863498291" sldId="5316"/>
            <ac:cxnSpMk id="132" creationId="{855BD1EB-42CB-BABF-2638-54518917818F}"/>
          </ac:cxnSpMkLst>
        </pc:cxnChg>
      </pc:sldChg>
    </pc:docChg>
  </pc:docChgLst>
  <pc:docChgLst>
    <pc:chgData name="Viliam Čillík" userId="S::vcillik@ohpen.com::30894447-e0ac-4615-915d-14a006ecb09b" providerId="AD" clId="Web-{33E9BF04-D986-963F-6613-D2B73E411DF1}"/>
    <pc:docChg chg="addSld delSld modSld sldOrd addMainMaster">
      <pc:chgData name="Viliam Čillík" userId="S::vcillik@ohpen.com::30894447-e0ac-4615-915d-14a006ecb09b" providerId="AD" clId="Web-{33E9BF04-D986-963F-6613-D2B73E411DF1}" dt="2023-03-20T18:15:38.307" v="975" actId="20577"/>
      <pc:docMkLst>
        <pc:docMk/>
      </pc:docMkLst>
      <pc:sldChg chg="modSp">
        <pc:chgData name="Viliam Čillík" userId="S::vcillik@ohpen.com::30894447-e0ac-4615-915d-14a006ecb09b" providerId="AD" clId="Web-{33E9BF04-D986-963F-6613-D2B73E411DF1}" dt="2023-03-20T18:15:38.307" v="975" actId="20577"/>
        <pc:sldMkLst>
          <pc:docMk/>
          <pc:sldMk cId="1158476659" sldId="5266"/>
        </pc:sldMkLst>
        <pc:spChg chg="mod">
          <ac:chgData name="Viliam Čillík" userId="S::vcillik@ohpen.com::30894447-e0ac-4615-915d-14a006ecb09b" providerId="AD" clId="Web-{33E9BF04-D986-963F-6613-D2B73E411DF1}" dt="2023-03-20T18:15:38.307" v="975" actId="20577"/>
          <ac:spMkLst>
            <pc:docMk/>
            <pc:sldMk cId="1158476659" sldId="5266"/>
            <ac:spMk id="5" creationId="{5CFC9F77-95FC-1C29-9F4D-3E80CEE4098F}"/>
          </ac:spMkLst>
        </pc:spChg>
      </pc:sldChg>
      <pc:sldChg chg="addSp modSp">
        <pc:chgData name="Viliam Čillík" userId="S::vcillik@ohpen.com::30894447-e0ac-4615-915d-14a006ecb09b" providerId="AD" clId="Web-{33E9BF04-D986-963F-6613-D2B73E411DF1}" dt="2023-03-20T18:15:22.915" v="973" actId="1076"/>
        <pc:sldMkLst>
          <pc:docMk/>
          <pc:sldMk cId="1643684987" sldId="5273"/>
        </pc:sldMkLst>
        <pc:spChg chg="mod">
          <ac:chgData name="Viliam Čillík" userId="S::vcillik@ohpen.com::30894447-e0ac-4615-915d-14a006ecb09b" providerId="AD" clId="Web-{33E9BF04-D986-963F-6613-D2B73E411DF1}" dt="2023-03-20T18:15:16.290" v="970" actId="20577"/>
          <ac:spMkLst>
            <pc:docMk/>
            <pc:sldMk cId="1643684987" sldId="5273"/>
            <ac:spMk id="10" creationId="{AA753DDC-DA48-F075-7EC9-0BDE4C06CD74}"/>
          </ac:spMkLst>
        </pc:spChg>
        <pc:spChg chg="mod">
          <ac:chgData name="Viliam Čillík" userId="S::vcillik@ohpen.com::30894447-e0ac-4615-915d-14a006ecb09b" providerId="AD" clId="Web-{33E9BF04-D986-963F-6613-D2B73E411DF1}" dt="2023-03-20T14:07:56.849" v="3" actId="20577"/>
          <ac:spMkLst>
            <pc:docMk/>
            <pc:sldMk cId="1643684987" sldId="5273"/>
            <ac:spMk id="12" creationId="{040F14EF-A05D-8C37-ED75-AD18463CF7CB}"/>
          </ac:spMkLst>
        </pc:spChg>
        <pc:picChg chg="add mod">
          <ac:chgData name="Viliam Čillík" userId="S::vcillik@ohpen.com::30894447-e0ac-4615-915d-14a006ecb09b" providerId="AD" clId="Web-{33E9BF04-D986-963F-6613-D2B73E411DF1}" dt="2023-03-20T18:15:10.149" v="968" actId="1076"/>
          <ac:picMkLst>
            <pc:docMk/>
            <pc:sldMk cId="1643684987" sldId="5273"/>
            <ac:picMk id="2" creationId="{A88E50FB-67F4-EF25-88FD-3AECE3400418}"/>
          </ac:picMkLst>
        </pc:picChg>
        <pc:picChg chg="add mod">
          <ac:chgData name="Viliam Čillík" userId="S::vcillik@ohpen.com::30894447-e0ac-4615-915d-14a006ecb09b" providerId="AD" clId="Web-{33E9BF04-D986-963F-6613-D2B73E411DF1}" dt="2023-03-20T18:15:22.915" v="973" actId="1076"/>
          <ac:picMkLst>
            <pc:docMk/>
            <pc:sldMk cId="1643684987" sldId="5273"/>
            <ac:picMk id="3" creationId="{FBB75124-7A57-3713-9C27-CCC163C45895}"/>
          </ac:picMkLst>
        </pc:picChg>
        <pc:picChg chg="add mod">
          <ac:chgData name="Viliam Čillík" userId="S::vcillik@ohpen.com::30894447-e0ac-4615-915d-14a006ecb09b" providerId="AD" clId="Web-{33E9BF04-D986-963F-6613-D2B73E411DF1}" dt="2023-03-20T18:15:19.899" v="972" actId="1076"/>
          <ac:picMkLst>
            <pc:docMk/>
            <pc:sldMk cId="1643684987" sldId="5273"/>
            <ac:picMk id="4" creationId="{C8CC5234-1E4C-2168-A048-9BCE95E1BBA6}"/>
          </ac:picMkLst>
        </pc:picChg>
        <pc:picChg chg="add mod">
          <ac:chgData name="Viliam Čillík" userId="S::vcillik@ohpen.com::30894447-e0ac-4615-915d-14a006ecb09b" providerId="AD" clId="Web-{33E9BF04-D986-963F-6613-D2B73E411DF1}" dt="2023-03-20T18:15:18.665" v="971" actId="1076"/>
          <ac:picMkLst>
            <pc:docMk/>
            <pc:sldMk cId="1643684987" sldId="5273"/>
            <ac:picMk id="5" creationId="{3323C1F9-8EEF-A712-9C3B-41A46BA36101}"/>
          </ac:picMkLst>
        </pc:picChg>
      </pc:sldChg>
      <pc:sldChg chg="ord">
        <pc:chgData name="Viliam Čillík" userId="S::vcillik@ohpen.com::30894447-e0ac-4615-915d-14a006ecb09b" providerId="AD" clId="Web-{33E9BF04-D986-963F-6613-D2B73E411DF1}" dt="2023-03-20T17:04:51.557" v="736"/>
        <pc:sldMkLst>
          <pc:docMk/>
          <pc:sldMk cId="3660109005" sldId="5277"/>
        </pc:sldMkLst>
      </pc:sldChg>
      <pc:sldChg chg="modSp">
        <pc:chgData name="Viliam Čillík" userId="S::vcillik@ohpen.com::30894447-e0ac-4615-915d-14a006ecb09b" providerId="AD" clId="Web-{33E9BF04-D986-963F-6613-D2B73E411DF1}" dt="2023-03-20T15:40:46.761" v="156" actId="20577"/>
        <pc:sldMkLst>
          <pc:docMk/>
          <pc:sldMk cId="1726163092" sldId="5282"/>
        </pc:sldMkLst>
        <pc:spChg chg="mod">
          <ac:chgData name="Viliam Čillík" userId="S::vcillik@ohpen.com::30894447-e0ac-4615-915d-14a006ecb09b" providerId="AD" clId="Web-{33E9BF04-D986-963F-6613-D2B73E411DF1}" dt="2023-03-20T15:40:46.761" v="156" actId="20577"/>
          <ac:spMkLst>
            <pc:docMk/>
            <pc:sldMk cId="1726163092" sldId="5282"/>
            <ac:spMk id="2" creationId="{E62AAF5F-7D1A-5805-8E28-5F1859AD2E25}"/>
          </ac:spMkLst>
        </pc:spChg>
        <pc:picChg chg="mod">
          <ac:chgData name="Viliam Čillík" userId="S::vcillik@ohpen.com::30894447-e0ac-4615-915d-14a006ecb09b" providerId="AD" clId="Web-{33E9BF04-D986-963F-6613-D2B73E411DF1}" dt="2023-03-20T14:07:11.411" v="0" actId="1076"/>
          <ac:picMkLst>
            <pc:docMk/>
            <pc:sldMk cId="1726163092" sldId="5282"/>
            <ac:picMk id="4" creationId="{31ED243A-A73C-2EF4-7460-963C90FD0714}"/>
          </ac:picMkLst>
        </pc:picChg>
      </pc:sldChg>
      <pc:sldChg chg="addSp delSp modSp">
        <pc:chgData name="Viliam Čillík" userId="S::vcillik@ohpen.com::30894447-e0ac-4615-915d-14a006ecb09b" providerId="AD" clId="Web-{33E9BF04-D986-963F-6613-D2B73E411DF1}" dt="2023-03-20T14:24:44.289" v="46"/>
        <pc:sldMkLst>
          <pc:docMk/>
          <pc:sldMk cId="551817574" sldId="5284"/>
        </pc:sldMkLst>
        <pc:spChg chg="mod">
          <ac:chgData name="Viliam Čillík" userId="S::vcillik@ohpen.com::30894447-e0ac-4615-915d-14a006ecb09b" providerId="AD" clId="Web-{33E9BF04-D986-963F-6613-D2B73E411DF1}" dt="2023-03-20T14:18:30.526" v="30" actId="20577"/>
          <ac:spMkLst>
            <pc:docMk/>
            <pc:sldMk cId="551817574" sldId="5284"/>
            <ac:spMk id="2" creationId="{A823B50C-F220-62E0-004E-FA3D1AD87D50}"/>
          </ac:spMkLst>
        </pc:spChg>
        <pc:spChg chg="mod">
          <ac:chgData name="Viliam Čillík" userId="S::vcillik@ohpen.com::30894447-e0ac-4615-915d-14a006ecb09b" providerId="AD" clId="Web-{33E9BF04-D986-963F-6613-D2B73E411DF1}" dt="2023-03-20T14:17:06.242" v="19" actId="20577"/>
          <ac:spMkLst>
            <pc:docMk/>
            <pc:sldMk cId="551817574" sldId="5284"/>
            <ac:spMk id="3" creationId="{994B8198-80CA-D2EB-66D4-2CFFD974A3D3}"/>
          </ac:spMkLst>
        </pc:spChg>
        <pc:graphicFrameChg chg="add mod modGraphic">
          <ac:chgData name="Viliam Čillík" userId="S::vcillik@ohpen.com::30894447-e0ac-4615-915d-14a006ecb09b" providerId="AD" clId="Web-{33E9BF04-D986-963F-6613-D2B73E411DF1}" dt="2023-03-20T14:16:55.523" v="18"/>
          <ac:graphicFrameMkLst>
            <pc:docMk/>
            <pc:sldMk cId="551817574" sldId="5284"/>
            <ac:graphicFrameMk id="6" creationId="{A49FECE9-D40B-EA0C-BD7B-C593B9534339}"/>
          </ac:graphicFrameMkLst>
        </pc:graphicFrameChg>
        <pc:picChg chg="add del mod">
          <ac:chgData name="Viliam Čillík" userId="S::vcillik@ohpen.com::30894447-e0ac-4615-915d-14a006ecb09b" providerId="AD" clId="Web-{33E9BF04-D986-963F-6613-D2B73E411DF1}" dt="2023-03-20T14:24:44.289" v="46"/>
          <ac:picMkLst>
            <pc:docMk/>
            <pc:sldMk cId="551817574" sldId="5284"/>
            <ac:picMk id="7" creationId="{2BA7E68A-98C1-E4DC-AD70-92ADF20688CF}"/>
          </ac:picMkLst>
        </pc:picChg>
      </pc:sldChg>
      <pc:sldChg chg="addSp delSp modSp">
        <pc:chgData name="Viliam Čillík" userId="S::vcillik@ohpen.com::30894447-e0ac-4615-915d-14a006ecb09b" providerId="AD" clId="Web-{33E9BF04-D986-963F-6613-D2B73E411DF1}" dt="2023-03-20T14:26:32.338" v="74"/>
        <pc:sldMkLst>
          <pc:docMk/>
          <pc:sldMk cId="2629294049" sldId="5285"/>
        </pc:sldMkLst>
        <pc:spChg chg="mod">
          <ac:chgData name="Viliam Čillík" userId="S::vcillik@ohpen.com::30894447-e0ac-4615-915d-14a006ecb09b" providerId="AD" clId="Web-{33E9BF04-D986-963F-6613-D2B73E411DF1}" dt="2023-03-20T14:25:25.726" v="67" actId="14100"/>
          <ac:spMkLst>
            <pc:docMk/>
            <pc:sldMk cId="2629294049" sldId="5285"/>
            <ac:spMk id="3" creationId="{7E9DCBA1-D684-463C-76BD-1BED2637481C}"/>
          </ac:spMkLst>
        </pc:spChg>
        <pc:spChg chg="del">
          <ac:chgData name="Viliam Čillík" userId="S::vcillik@ohpen.com::30894447-e0ac-4615-915d-14a006ecb09b" providerId="AD" clId="Web-{33E9BF04-D986-963F-6613-D2B73E411DF1}" dt="2023-03-20T14:24:10.302" v="39"/>
          <ac:spMkLst>
            <pc:docMk/>
            <pc:sldMk cId="2629294049" sldId="5285"/>
            <ac:spMk id="5" creationId="{F87CBD02-5174-99EA-CA45-8525FF3C8BF6}"/>
          </ac:spMkLst>
        </pc:spChg>
        <pc:spChg chg="add del mod">
          <ac:chgData name="Viliam Čillík" userId="S::vcillik@ohpen.com::30894447-e0ac-4615-915d-14a006ecb09b" providerId="AD" clId="Web-{33E9BF04-D986-963F-6613-D2B73E411DF1}" dt="2023-03-20T14:25:37.883" v="68"/>
          <ac:spMkLst>
            <pc:docMk/>
            <pc:sldMk cId="2629294049" sldId="5285"/>
            <ac:spMk id="6" creationId="{C525B201-BB00-75A6-6FAF-78ED27868A01}"/>
          </ac:spMkLst>
        </pc:spChg>
        <pc:spChg chg="mod">
          <ac:chgData name="Viliam Čillík" userId="S::vcillik@ohpen.com::30894447-e0ac-4615-915d-14a006ecb09b" providerId="AD" clId="Web-{33E9BF04-D986-963F-6613-D2B73E411DF1}" dt="2023-03-20T14:23:53.051" v="33" actId="20577"/>
          <ac:spMkLst>
            <pc:docMk/>
            <pc:sldMk cId="2629294049" sldId="5285"/>
            <ac:spMk id="8" creationId="{9E09A3E6-756E-F47B-CC42-28BC10923CE3}"/>
          </ac:spMkLst>
        </pc:spChg>
        <pc:graphicFrameChg chg="add mod">
          <ac:chgData name="Viliam Čillík" userId="S::vcillik@ohpen.com::30894447-e0ac-4615-915d-14a006ecb09b" providerId="AD" clId="Web-{33E9BF04-D986-963F-6613-D2B73E411DF1}" dt="2023-03-20T14:25:43.727" v="70" actId="1076"/>
          <ac:graphicFrameMkLst>
            <pc:docMk/>
            <pc:sldMk cId="2629294049" sldId="5285"/>
            <ac:graphicFrameMk id="11" creationId="{2C5EB8C6-1C67-066E-CC5C-136E321D8DD1}"/>
          </ac:graphicFrameMkLst>
        </pc:graphicFrameChg>
        <pc:picChg chg="del mod">
          <ac:chgData name="Viliam Čillík" userId="S::vcillik@ohpen.com::30894447-e0ac-4615-915d-14a006ecb09b" providerId="AD" clId="Web-{33E9BF04-D986-963F-6613-D2B73E411DF1}" dt="2023-03-20T14:24:24.802" v="42"/>
          <ac:picMkLst>
            <pc:docMk/>
            <pc:sldMk cId="2629294049" sldId="5285"/>
            <ac:picMk id="4" creationId="{33EB26A8-1FDC-8F49-2360-B0718E8648B8}"/>
          </ac:picMkLst>
        </pc:picChg>
        <pc:picChg chg="del">
          <ac:chgData name="Viliam Čillík" userId="S::vcillik@ohpen.com::30894447-e0ac-4615-915d-14a006ecb09b" providerId="AD" clId="Web-{33E9BF04-D986-963F-6613-D2B73E411DF1}" dt="2023-03-20T14:23:56.958" v="37"/>
          <ac:picMkLst>
            <pc:docMk/>
            <pc:sldMk cId="2629294049" sldId="5285"/>
            <ac:picMk id="9" creationId="{1238A0AC-164F-4E31-F183-C3479CB06161}"/>
          </ac:picMkLst>
        </pc:picChg>
        <pc:picChg chg="del">
          <ac:chgData name="Viliam Čillík" userId="S::vcillik@ohpen.com::30894447-e0ac-4615-915d-14a006ecb09b" providerId="AD" clId="Web-{33E9BF04-D986-963F-6613-D2B73E411DF1}" dt="2023-03-20T14:23:55.973" v="35"/>
          <ac:picMkLst>
            <pc:docMk/>
            <pc:sldMk cId="2629294049" sldId="5285"/>
            <ac:picMk id="10" creationId="{9D9E96E0-68DD-7965-C2A2-0E3889ABCE90}"/>
          </ac:picMkLst>
        </pc:picChg>
        <pc:picChg chg="del">
          <ac:chgData name="Viliam Čillík" userId="S::vcillik@ohpen.com::30894447-e0ac-4615-915d-14a006ecb09b" providerId="AD" clId="Web-{33E9BF04-D986-963F-6613-D2B73E411DF1}" dt="2023-03-20T14:23:56.380" v="36"/>
          <ac:picMkLst>
            <pc:docMk/>
            <pc:sldMk cId="2629294049" sldId="5285"/>
            <ac:picMk id="12" creationId="{D5162A03-C47D-E4B2-94FD-0BF446C4A39E}"/>
          </ac:picMkLst>
        </pc:picChg>
        <pc:picChg chg="del">
          <ac:chgData name="Viliam Čillík" userId="S::vcillik@ohpen.com::30894447-e0ac-4615-915d-14a006ecb09b" providerId="AD" clId="Web-{33E9BF04-D986-963F-6613-D2B73E411DF1}" dt="2023-03-20T14:23:55.271" v="34"/>
          <ac:picMkLst>
            <pc:docMk/>
            <pc:sldMk cId="2629294049" sldId="5285"/>
            <ac:picMk id="13" creationId="{2CC6994B-63A9-0388-40ED-07987BCB9E76}"/>
          </ac:picMkLst>
        </pc:picChg>
        <pc:picChg chg="add del mod">
          <ac:chgData name="Viliam Čillík" userId="S::vcillik@ohpen.com::30894447-e0ac-4615-915d-14a006ecb09b" providerId="AD" clId="Web-{33E9BF04-D986-963F-6613-D2B73E411DF1}" dt="2023-03-20T14:26:32.338" v="74"/>
          <ac:picMkLst>
            <pc:docMk/>
            <pc:sldMk cId="2629294049" sldId="5285"/>
            <ac:picMk id="58" creationId="{4952C175-0020-B115-3E77-A68E483D585A}"/>
          </ac:picMkLst>
        </pc:picChg>
      </pc:sldChg>
      <pc:sldChg chg="del">
        <pc:chgData name="Viliam Čillík" userId="S::vcillik@ohpen.com::30894447-e0ac-4615-915d-14a006ecb09b" providerId="AD" clId="Web-{33E9BF04-D986-963F-6613-D2B73E411DF1}" dt="2023-03-20T15:18:10.583" v="96"/>
        <pc:sldMkLst>
          <pc:docMk/>
          <pc:sldMk cId="2086341495" sldId="5286"/>
        </pc:sldMkLst>
      </pc:sldChg>
      <pc:sldChg chg="del">
        <pc:chgData name="Viliam Čillík" userId="S::vcillik@ohpen.com::30894447-e0ac-4615-915d-14a006ecb09b" providerId="AD" clId="Web-{33E9BF04-D986-963F-6613-D2B73E411DF1}" dt="2023-03-20T15:18:11.068" v="97"/>
        <pc:sldMkLst>
          <pc:docMk/>
          <pc:sldMk cId="3950297646" sldId="5287"/>
        </pc:sldMkLst>
      </pc:sldChg>
      <pc:sldChg chg="del">
        <pc:chgData name="Viliam Čillík" userId="S::vcillik@ohpen.com::30894447-e0ac-4615-915d-14a006ecb09b" providerId="AD" clId="Web-{33E9BF04-D986-963F-6613-D2B73E411DF1}" dt="2023-03-20T15:18:11.615" v="98"/>
        <pc:sldMkLst>
          <pc:docMk/>
          <pc:sldMk cId="1245010442" sldId="5289"/>
        </pc:sldMkLst>
      </pc:sldChg>
      <pc:sldChg chg="del">
        <pc:chgData name="Viliam Čillík" userId="S::vcillik@ohpen.com::30894447-e0ac-4615-915d-14a006ecb09b" providerId="AD" clId="Web-{33E9BF04-D986-963F-6613-D2B73E411DF1}" dt="2023-03-20T15:18:13.724" v="99"/>
        <pc:sldMkLst>
          <pc:docMk/>
          <pc:sldMk cId="1419250024" sldId="5290"/>
        </pc:sldMkLst>
      </pc:sldChg>
      <pc:sldChg chg="del">
        <pc:chgData name="Viliam Čillík" userId="S::vcillik@ohpen.com::30894447-e0ac-4615-915d-14a006ecb09b" providerId="AD" clId="Web-{33E9BF04-D986-963F-6613-D2B73E411DF1}" dt="2023-03-20T15:18:14.178" v="100"/>
        <pc:sldMkLst>
          <pc:docMk/>
          <pc:sldMk cId="2936282709" sldId="5291"/>
        </pc:sldMkLst>
      </pc:sldChg>
      <pc:sldChg chg="del">
        <pc:chgData name="Viliam Čillík" userId="S::vcillik@ohpen.com::30894447-e0ac-4615-915d-14a006ecb09b" providerId="AD" clId="Web-{33E9BF04-D986-963F-6613-D2B73E411DF1}" dt="2023-03-20T16:52:07.637" v="680"/>
        <pc:sldMkLst>
          <pc:docMk/>
          <pc:sldMk cId="735166595" sldId="5292"/>
        </pc:sldMkLst>
      </pc:sldChg>
      <pc:sldChg chg="addSp delSp modSp">
        <pc:chgData name="Viliam Čillík" userId="S::vcillik@ohpen.com::30894447-e0ac-4615-915d-14a006ecb09b" providerId="AD" clId="Web-{33E9BF04-D986-963F-6613-D2B73E411DF1}" dt="2023-03-20T18:10:41.082" v="940" actId="20577"/>
        <pc:sldMkLst>
          <pc:docMk/>
          <pc:sldMk cId="1976039498" sldId="5293"/>
        </pc:sldMkLst>
        <pc:spChg chg="add del mod">
          <ac:chgData name="Viliam Čillík" userId="S::vcillik@ohpen.com::30894447-e0ac-4615-915d-14a006ecb09b" providerId="AD" clId="Web-{33E9BF04-D986-963F-6613-D2B73E411DF1}" dt="2023-03-20T18:10:04.001" v="928"/>
          <ac:spMkLst>
            <pc:docMk/>
            <pc:sldMk cId="1976039498" sldId="5293"/>
            <ac:spMk id="3" creationId="{E0691DC0-F64A-84E1-D653-E7FAFCC3914A}"/>
          </ac:spMkLst>
        </pc:spChg>
        <pc:spChg chg="add del mod">
          <ac:chgData name="Viliam Čillík" userId="S::vcillik@ohpen.com::30894447-e0ac-4615-915d-14a006ecb09b" providerId="AD" clId="Web-{33E9BF04-D986-963F-6613-D2B73E411DF1}" dt="2023-03-20T18:10:14.658" v="931"/>
          <ac:spMkLst>
            <pc:docMk/>
            <pc:sldMk cId="1976039498" sldId="5293"/>
            <ac:spMk id="5" creationId="{F9142B30-16A4-7BCD-81FD-22E95811FBD3}"/>
          </ac:spMkLst>
        </pc:spChg>
        <pc:spChg chg="add del">
          <ac:chgData name="Viliam Čillík" userId="S::vcillik@ohpen.com::30894447-e0ac-4615-915d-14a006ecb09b" providerId="AD" clId="Web-{33E9BF04-D986-963F-6613-D2B73E411DF1}" dt="2023-03-20T18:10:23.690" v="932"/>
          <ac:spMkLst>
            <pc:docMk/>
            <pc:sldMk cId="1976039498" sldId="5293"/>
            <ac:spMk id="7" creationId="{D5CC67CD-44DE-75BA-01C9-9AF4F595DFD3}"/>
          </ac:spMkLst>
        </pc:spChg>
        <pc:spChg chg="mod">
          <ac:chgData name="Viliam Čillík" userId="S::vcillik@ohpen.com::30894447-e0ac-4615-915d-14a006ecb09b" providerId="AD" clId="Web-{33E9BF04-D986-963F-6613-D2B73E411DF1}" dt="2023-03-20T16:52:56.326" v="703" actId="14100"/>
          <ac:spMkLst>
            <pc:docMk/>
            <pc:sldMk cId="1976039498" sldId="5293"/>
            <ac:spMk id="8" creationId="{A9752836-A286-7422-C826-13C376AB102F}"/>
          </ac:spMkLst>
        </pc:spChg>
        <pc:spChg chg="del mod">
          <ac:chgData name="Viliam Čillík" userId="S::vcillik@ohpen.com::30894447-e0ac-4615-915d-14a006ecb09b" providerId="AD" clId="Web-{33E9BF04-D986-963F-6613-D2B73E411DF1}" dt="2023-03-20T18:10:06.267" v="929"/>
          <ac:spMkLst>
            <pc:docMk/>
            <pc:sldMk cId="1976039498" sldId="5293"/>
            <ac:spMk id="10" creationId="{4D4ADC41-4688-DEE2-282B-BFE4BE6921A5}"/>
          </ac:spMkLst>
        </pc:spChg>
        <pc:spChg chg="add mod">
          <ac:chgData name="Viliam Čillík" userId="S::vcillik@ohpen.com::30894447-e0ac-4615-915d-14a006ecb09b" providerId="AD" clId="Web-{33E9BF04-D986-963F-6613-D2B73E411DF1}" dt="2023-03-20T18:10:41.082" v="940" actId="20577"/>
          <ac:spMkLst>
            <pc:docMk/>
            <pc:sldMk cId="1976039498" sldId="5293"/>
            <ac:spMk id="11" creationId="{BB770BEA-7AFE-949C-7F19-3E0F2B08DFBA}"/>
          </ac:spMkLst>
        </pc:spChg>
        <pc:spChg chg="mod">
          <ac:chgData name="Viliam Čillík" userId="S::vcillik@ohpen.com::30894447-e0ac-4615-915d-14a006ecb09b" providerId="AD" clId="Web-{33E9BF04-D986-963F-6613-D2B73E411DF1}" dt="2023-03-20T16:51:54.761" v="674" actId="20577"/>
          <ac:spMkLst>
            <pc:docMk/>
            <pc:sldMk cId="1976039498" sldId="5293"/>
            <ac:spMk id="16" creationId="{497A66C7-648A-9576-898D-F74E1E574DBA}"/>
          </ac:spMkLst>
        </pc:spChg>
        <pc:picChg chg="add del mod">
          <ac:chgData name="Viliam Čillík" userId="S::vcillik@ohpen.com::30894447-e0ac-4615-915d-14a006ecb09b" providerId="AD" clId="Web-{33E9BF04-D986-963F-6613-D2B73E411DF1}" dt="2023-03-20T16:55:16.113" v="715"/>
          <ac:picMkLst>
            <pc:docMk/>
            <pc:sldMk cId="1976039498" sldId="5293"/>
            <ac:picMk id="2" creationId="{CB68B218-1C0C-25EC-52D2-D7EB2B198FE9}"/>
          </ac:picMkLst>
        </pc:picChg>
        <pc:picChg chg="del">
          <ac:chgData name="Viliam Čillík" userId="S::vcillik@ohpen.com::30894447-e0ac-4615-915d-14a006ecb09b" providerId="AD" clId="Web-{33E9BF04-D986-963F-6613-D2B73E411DF1}" dt="2023-03-20T16:46:08.858" v="528"/>
          <ac:picMkLst>
            <pc:docMk/>
            <pc:sldMk cId="1976039498" sldId="5293"/>
            <ac:picMk id="3" creationId="{66214DBC-7F70-6628-3061-42673604C5D8}"/>
          </ac:picMkLst>
        </pc:picChg>
        <pc:picChg chg="add del mod">
          <ac:chgData name="Viliam Čillík" userId="S::vcillik@ohpen.com::30894447-e0ac-4615-915d-14a006ecb09b" providerId="AD" clId="Web-{33E9BF04-D986-963F-6613-D2B73E411DF1}" dt="2023-03-20T16:54:47.565" v="709"/>
          <ac:picMkLst>
            <pc:docMk/>
            <pc:sldMk cId="1976039498" sldId="5293"/>
            <ac:picMk id="4" creationId="{28FAAD26-576E-0894-F25E-E64CDA006384}"/>
          </ac:picMkLst>
        </pc:picChg>
        <pc:picChg chg="add del mod">
          <ac:chgData name="Viliam Čillík" userId="S::vcillik@ohpen.com::30894447-e0ac-4615-915d-14a006ecb09b" providerId="AD" clId="Web-{33E9BF04-D986-963F-6613-D2B73E411DF1}" dt="2023-03-20T16:54:52.674" v="711"/>
          <ac:picMkLst>
            <pc:docMk/>
            <pc:sldMk cId="1976039498" sldId="5293"/>
            <ac:picMk id="5" creationId="{BC75CCED-A7B7-3A1F-2F47-AB584104AB50}"/>
          </ac:picMkLst>
        </pc:picChg>
        <pc:picChg chg="add mod">
          <ac:chgData name="Viliam Čillík" userId="S::vcillik@ohpen.com::30894447-e0ac-4615-915d-14a006ecb09b" providerId="AD" clId="Web-{33E9BF04-D986-963F-6613-D2B73E411DF1}" dt="2023-03-20T16:55:07.237" v="714" actId="14100"/>
          <ac:picMkLst>
            <pc:docMk/>
            <pc:sldMk cId="1976039498" sldId="5293"/>
            <ac:picMk id="6" creationId="{4BE21E55-41DB-B8CE-B66E-6D2D41CFD8DE}"/>
          </ac:picMkLst>
        </pc:picChg>
      </pc:sldChg>
      <pc:sldChg chg="del">
        <pc:chgData name="Viliam Čillík" userId="S::vcillik@ohpen.com::30894447-e0ac-4615-915d-14a006ecb09b" providerId="AD" clId="Web-{33E9BF04-D986-963F-6613-D2B73E411DF1}" dt="2023-03-20T15:18:14.584" v="101"/>
        <pc:sldMkLst>
          <pc:docMk/>
          <pc:sldMk cId="2896184116" sldId="5296"/>
        </pc:sldMkLst>
      </pc:sldChg>
      <pc:sldChg chg="addSp modSp">
        <pc:chgData name="Viliam Čillík" userId="S::vcillik@ohpen.com::30894447-e0ac-4615-915d-14a006ecb09b" providerId="AD" clId="Web-{33E9BF04-D986-963F-6613-D2B73E411DF1}" dt="2023-03-20T18:07:28.771" v="921" actId="1076"/>
        <pc:sldMkLst>
          <pc:docMk/>
          <pc:sldMk cId="490260084" sldId="5297"/>
        </pc:sldMkLst>
        <pc:spChg chg="mod">
          <ac:chgData name="Viliam Čillík" userId="S::vcillik@ohpen.com::30894447-e0ac-4615-915d-14a006ecb09b" providerId="AD" clId="Web-{33E9BF04-D986-963F-6613-D2B73E411DF1}" dt="2023-03-20T16:56:52.538" v="725" actId="20577"/>
          <ac:spMkLst>
            <pc:docMk/>
            <pc:sldMk cId="490260084" sldId="5297"/>
            <ac:spMk id="2" creationId="{C9DDCA4D-AB96-2D14-CD05-E65C73A0695C}"/>
          </ac:spMkLst>
        </pc:spChg>
        <pc:spChg chg="add mod">
          <ac:chgData name="Viliam Čillík" userId="S::vcillik@ohpen.com::30894447-e0ac-4615-915d-14a006ecb09b" providerId="AD" clId="Web-{33E9BF04-D986-963F-6613-D2B73E411DF1}" dt="2023-03-20T18:06:12.515" v="909" actId="20577"/>
          <ac:spMkLst>
            <pc:docMk/>
            <pc:sldMk cId="490260084" sldId="5297"/>
            <ac:spMk id="5" creationId="{0CFA331F-84B5-F2F9-6421-3DC7CC4C7DCC}"/>
          </ac:spMkLst>
        </pc:spChg>
        <pc:spChg chg="mod">
          <ac:chgData name="Viliam Čillík" userId="S::vcillik@ohpen.com::30894447-e0ac-4615-915d-14a006ecb09b" providerId="AD" clId="Web-{33E9BF04-D986-963F-6613-D2B73E411DF1}" dt="2023-03-20T16:59:28.247" v="734" actId="1076"/>
          <ac:spMkLst>
            <pc:docMk/>
            <pc:sldMk cId="490260084" sldId="5297"/>
            <ac:spMk id="10" creationId="{B901AF78-2A04-EE67-D960-FA62930EC0F6}"/>
          </ac:spMkLst>
        </pc:spChg>
        <pc:picChg chg="add mod">
          <ac:chgData name="Viliam Čillík" userId="S::vcillik@ohpen.com::30894447-e0ac-4615-915d-14a006ecb09b" providerId="AD" clId="Web-{33E9BF04-D986-963F-6613-D2B73E411DF1}" dt="2023-03-20T16:59:16.575" v="732" actId="1076"/>
          <ac:picMkLst>
            <pc:docMk/>
            <pc:sldMk cId="490260084" sldId="5297"/>
            <ac:picMk id="3" creationId="{B0A70A4C-FD15-6EB7-D699-311752EC19A8}"/>
          </ac:picMkLst>
        </pc:picChg>
        <pc:picChg chg="add mod">
          <ac:chgData name="Viliam Čillík" userId="S::vcillik@ohpen.com::30894447-e0ac-4615-915d-14a006ecb09b" providerId="AD" clId="Web-{33E9BF04-D986-963F-6613-D2B73E411DF1}" dt="2023-03-20T18:07:28.771" v="921" actId="1076"/>
          <ac:picMkLst>
            <pc:docMk/>
            <pc:sldMk cId="490260084" sldId="5297"/>
            <ac:picMk id="4" creationId="{4911ECEE-38F2-F5A3-CB63-3737958B0B6C}"/>
          </ac:picMkLst>
        </pc:picChg>
      </pc:sldChg>
      <pc:sldChg chg="del">
        <pc:chgData name="Viliam Čillík" userId="S::vcillik@ohpen.com::30894447-e0ac-4615-915d-14a006ecb09b" providerId="AD" clId="Web-{33E9BF04-D986-963F-6613-D2B73E411DF1}" dt="2023-03-20T16:52:22.872" v="698"/>
        <pc:sldMkLst>
          <pc:docMk/>
          <pc:sldMk cId="454107279" sldId="5298"/>
        </pc:sldMkLst>
      </pc:sldChg>
      <pc:sldChg chg="del">
        <pc:chgData name="Viliam Čillík" userId="S::vcillik@ohpen.com::30894447-e0ac-4615-915d-14a006ecb09b" providerId="AD" clId="Web-{33E9BF04-D986-963F-6613-D2B73E411DF1}" dt="2023-03-20T16:52:21.856" v="697"/>
        <pc:sldMkLst>
          <pc:docMk/>
          <pc:sldMk cId="2096804820" sldId="5299"/>
        </pc:sldMkLst>
      </pc:sldChg>
      <pc:sldChg chg="del">
        <pc:chgData name="Viliam Čillík" userId="S::vcillik@ohpen.com::30894447-e0ac-4615-915d-14a006ecb09b" providerId="AD" clId="Web-{33E9BF04-D986-963F-6613-D2B73E411DF1}" dt="2023-03-20T16:52:23.544" v="699"/>
        <pc:sldMkLst>
          <pc:docMk/>
          <pc:sldMk cId="1078962347" sldId="5300"/>
        </pc:sldMkLst>
      </pc:sldChg>
      <pc:sldChg chg="del">
        <pc:chgData name="Viliam Čillík" userId="S::vcillik@ohpen.com::30894447-e0ac-4615-915d-14a006ecb09b" providerId="AD" clId="Web-{33E9BF04-D986-963F-6613-D2B73E411DF1}" dt="2023-03-20T16:52:21.075" v="696"/>
        <pc:sldMkLst>
          <pc:docMk/>
          <pc:sldMk cId="90292855" sldId="5301"/>
        </pc:sldMkLst>
      </pc:sldChg>
      <pc:sldChg chg="del">
        <pc:chgData name="Viliam Čillík" userId="S::vcillik@ohpen.com::30894447-e0ac-4615-915d-14a006ecb09b" providerId="AD" clId="Web-{33E9BF04-D986-963F-6613-D2B73E411DF1}" dt="2023-03-20T16:52:19.059" v="693"/>
        <pc:sldMkLst>
          <pc:docMk/>
          <pc:sldMk cId="1324938473" sldId="5302"/>
        </pc:sldMkLst>
      </pc:sldChg>
      <pc:sldChg chg="del">
        <pc:chgData name="Viliam Čillík" userId="S::vcillik@ohpen.com::30894447-e0ac-4615-915d-14a006ecb09b" providerId="AD" clId="Web-{33E9BF04-D986-963F-6613-D2B73E411DF1}" dt="2023-03-20T16:52:19.606" v="694"/>
        <pc:sldMkLst>
          <pc:docMk/>
          <pc:sldMk cId="739384040" sldId="5303"/>
        </pc:sldMkLst>
      </pc:sldChg>
      <pc:sldChg chg="del">
        <pc:chgData name="Viliam Čillík" userId="S::vcillik@ohpen.com::30894447-e0ac-4615-915d-14a006ecb09b" providerId="AD" clId="Web-{33E9BF04-D986-963F-6613-D2B73E411DF1}" dt="2023-03-20T16:52:18.434" v="692"/>
        <pc:sldMkLst>
          <pc:docMk/>
          <pc:sldMk cId="1336065149" sldId="5304"/>
        </pc:sldMkLst>
      </pc:sldChg>
      <pc:sldChg chg="del">
        <pc:chgData name="Viliam Čillík" userId="S::vcillik@ohpen.com::30894447-e0ac-4615-915d-14a006ecb09b" providerId="AD" clId="Web-{33E9BF04-D986-963F-6613-D2B73E411DF1}" dt="2023-03-20T16:52:08.668" v="681"/>
        <pc:sldMkLst>
          <pc:docMk/>
          <pc:sldMk cId="1044860553" sldId="5305"/>
        </pc:sldMkLst>
      </pc:sldChg>
      <pc:sldChg chg="del">
        <pc:chgData name="Viliam Čillík" userId="S::vcillik@ohpen.com::30894447-e0ac-4615-915d-14a006ecb09b" providerId="AD" clId="Web-{33E9BF04-D986-963F-6613-D2B73E411DF1}" dt="2023-03-20T16:52:20.044" v="695"/>
        <pc:sldMkLst>
          <pc:docMk/>
          <pc:sldMk cId="2770184074" sldId="5306"/>
        </pc:sldMkLst>
      </pc:sldChg>
      <pc:sldChg chg="del">
        <pc:chgData name="Viliam Čillík" userId="S::vcillik@ohpen.com::30894447-e0ac-4615-915d-14a006ecb09b" providerId="AD" clId="Web-{33E9BF04-D986-963F-6613-D2B73E411DF1}" dt="2023-03-20T16:52:14.028" v="688"/>
        <pc:sldMkLst>
          <pc:docMk/>
          <pc:sldMk cId="3638759017" sldId="5307"/>
        </pc:sldMkLst>
      </pc:sldChg>
      <pc:sldChg chg="del">
        <pc:chgData name="Viliam Čillík" userId="S::vcillik@ohpen.com::30894447-e0ac-4615-915d-14a006ecb09b" providerId="AD" clId="Web-{33E9BF04-D986-963F-6613-D2B73E411DF1}" dt="2023-03-20T16:52:12.934" v="687"/>
        <pc:sldMkLst>
          <pc:docMk/>
          <pc:sldMk cId="2651457354" sldId="5308"/>
        </pc:sldMkLst>
      </pc:sldChg>
      <pc:sldChg chg="del">
        <pc:chgData name="Viliam Čillík" userId="S::vcillik@ohpen.com::30894447-e0ac-4615-915d-14a006ecb09b" providerId="AD" clId="Web-{33E9BF04-D986-963F-6613-D2B73E411DF1}" dt="2023-03-20T16:52:12.543" v="686"/>
        <pc:sldMkLst>
          <pc:docMk/>
          <pc:sldMk cId="3702957352" sldId="5309"/>
        </pc:sldMkLst>
      </pc:sldChg>
      <pc:sldChg chg="del">
        <pc:chgData name="Viliam Čillík" userId="S::vcillik@ohpen.com::30894447-e0ac-4615-915d-14a006ecb09b" providerId="AD" clId="Web-{33E9BF04-D986-963F-6613-D2B73E411DF1}" dt="2023-03-20T16:52:12.121" v="685"/>
        <pc:sldMkLst>
          <pc:docMk/>
          <pc:sldMk cId="1350074512" sldId="5311"/>
        </pc:sldMkLst>
      </pc:sldChg>
      <pc:sldChg chg="del">
        <pc:chgData name="Viliam Čillík" userId="S::vcillik@ohpen.com::30894447-e0ac-4615-915d-14a006ecb09b" providerId="AD" clId="Web-{33E9BF04-D986-963F-6613-D2B73E411DF1}" dt="2023-03-20T16:52:11.512" v="684"/>
        <pc:sldMkLst>
          <pc:docMk/>
          <pc:sldMk cId="2279748109" sldId="5312"/>
        </pc:sldMkLst>
      </pc:sldChg>
      <pc:sldChg chg="del">
        <pc:chgData name="Viliam Čillík" userId="S::vcillik@ohpen.com::30894447-e0ac-4615-915d-14a006ecb09b" providerId="AD" clId="Web-{33E9BF04-D986-963F-6613-D2B73E411DF1}" dt="2023-03-20T16:52:14.309" v="689"/>
        <pc:sldMkLst>
          <pc:docMk/>
          <pc:sldMk cId="1126904889" sldId="5313"/>
        </pc:sldMkLst>
      </pc:sldChg>
      <pc:sldChg chg="del">
        <pc:chgData name="Viliam Čillík" userId="S::vcillik@ohpen.com::30894447-e0ac-4615-915d-14a006ecb09b" providerId="AD" clId="Web-{33E9BF04-D986-963F-6613-D2B73E411DF1}" dt="2023-03-20T16:52:10.465" v="683"/>
        <pc:sldMkLst>
          <pc:docMk/>
          <pc:sldMk cId="3816667818" sldId="5314"/>
        </pc:sldMkLst>
      </pc:sldChg>
      <pc:sldChg chg="del">
        <pc:chgData name="Viliam Čillík" userId="S::vcillik@ohpen.com::30894447-e0ac-4615-915d-14a006ecb09b" providerId="AD" clId="Web-{33E9BF04-D986-963F-6613-D2B73E411DF1}" dt="2023-03-20T16:52:14.965" v="690"/>
        <pc:sldMkLst>
          <pc:docMk/>
          <pc:sldMk cId="4127150207" sldId="5315"/>
        </pc:sldMkLst>
      </pc:sldChg>
      <pc:sldChg chg="del">
        <pc:chgData name="Viliam Čillík" userId="S::vcillik@ohpen.com::30894447-e0ac-4615-915d-14a006ecb09b" providerId="AD" clId="Web-{33E9BF04-D986-963F-6613-D2B73E411DF1}" dt="2023-03-20T16:52:15.653" v="691"/>
        <pc:sldMkLst>
          <pc:docMk/>
          <pc:sldMk cId="863498291" sldId="5316"/>
        </pc:sldMkLst>
      </pc:sldChg>
      <pc:sldChg chg="del">
        <pc:chgData name="Viliam Čillík" userId="S::vcillik@ohpen.com::30894447-e0ac-4615-915d-14a006ecb09b" providerId="AD" clId="Web-{33E9BF04-D986-963F-6613-D2B73E411DF1}" dt="2023-03-20T16:52:09.074" v="682"/>
        <pc:sldMkLst>
          <pc:docMk/>
          <pc:sldMk cId="346360356" sldId="5317"/>
        </pc:sldMkLst>
      </pc:sldChg>
      <pc:sldChg chg="del">
        <pc:chgData name="Viliam Čillík" userId="S::vcillik@ohpen.com::30894447-e0ac-4615-915d-14a006ecb09b" providerId="AD" clId="Web-{33E9BF04-D986-963F-6613-D2B73E411DF1}" dt="2023-03-20T16:52:02.590" v="679"/>
        <pc:sldMkLst>
          <pc:docMk/>
          <pc:sldMk cId="1007612908" sldId="5318"/>
        </pc:sldMkLst>
      </pc:sldChg>
      <pc:sldChg chg="del">
        <pc:chgData name="Viliam Čillík" userId="S::vcillik@ohpen.com::30894447-e0ac-4615-915d-14a006ecb09b" providerId="AD" clId="Web-{33E9BF04-D986-963F-6613-D2B73E411DF1}" dt="2023-03-20T16:52:01.496" v="676"/>
        <pc:sldMkLst>
          <pc:docMk/>
          <pc:sldMk cId="1806361033" sldId="5319"/>
        </pc:sldMkLst>
      </pc:sldChg>
      <pc:sldChg chg="del">
        <pc:chgData name="Viliam Čillík" userId="S::vcillik@ohpen.com::30894447-e0ac-4615-915d-14a006ecb09b" providerId="AD" clId="Web-{33E9BF04-D986-963F-6613-D2B73E411DF1}" dt="2023-03-20T16:52:01.902" v="677"/>
        <pc:sldMkLst>
          <pc:docMk/>
          <pc:sldMk cId="3451820405" sldId="5320"/>
        </pc:sldMkLst>
      </pc:sldChg>
      <pc:sldChg chg="del">
        <pc:chgData name="Viliam Čillík" userId="S::vcillik@ohpen.com::30894447-e0ac-4615-915d-14a006ecb09b" providerId="AD" clId="Web-{33E9BF04-D986-963F-6613-D2B73E411DF1}" dt="2023-03-20T16:52:02.277" v="678"/>
        <pc:sldMkLst>
          <pc:docMk/>
          <pc:sldMk cId="1245446548" sldId="5321"/>
        </pc:sldMkLst>
      </pc:sldChg>
      <pc:sldChg chg="addSp delSp modSp new">
        <pc:chgData name="Viliam Čillík" userId="S::vcillik@ohpen.com::30894447-e0ac-4615-915d-14a006ecb09b" providerId="AD" clId="Web-{33E9BF04-D986-963F-6613-D2B73E411DF1}" dt="2023-03-20T16:19:58.523" v="526" actId="20577"/>
        <pc:sldMkLst>
          <pc:docMk/>
          <pc:sldMk cId="1517826607" sldId="5322"/>
        </pc:sldMkLst>
        <pc:spChg chg="del mod">
          <ac:chgData name="Viliam Čillík" userId="S::vcillik@ohpen.com::30894447-e0ac-4615-915d-14a006ecb09b" providerId="AD" clId="Web-{33E9BF04-D986-963F-6613-D2B73E411DF1}" dt="2023-03-20T16:05:17.553" v="246"/>
          <ac:spMkLst>
            <pc:docMk/>
            <pc:sldMk cId="1517826607" sldId="5322"/>
            <ac:spMk id="2" creationId="{49617729-8D72-DE35-DB91-866D9722503A}"/>
          </ac:spMkLst>
        </pc:spChg>
        <pc:spChg chg="del">
          <ac:chgData name="Viliam Čillík" userId="S::vcillik@ohpen.com::30894447-e0ac-4615-915d-14a006ecb09b" providerId="AD" clId="Web-{33E9BF04-D986-963F-6613-D2B73E411DF1}" dt="2023-03-20T15:17:25.080" v="90"/>
          <ac:spMkLst>
            <pc:docMk/>
            <pc:sldMk cId="1517826607" sldId="5322"/>
            <ac:spMk id="3" creationId="{6D87179D-FEE0-9F05-7DD9-8E253C7F7727}"/>
          </ac:spMkLst>
        </pc:spChg>
        <pc:spChg chg="del">
          <ac:chgData name="Viliam Čillík" userId="S::vcillik@ohpen.com::30894447-e0ac-4615-915d-14a006ecb09b" providerId="AD" clId="Web-{33E9BF04-D986-963F-6613-D2B73E411DF1}" dt="2023-03-20T15:17:21.002" v="88"/>
          <ac:spMkLst>
            <pc:docMk/>
            <pc:sldMk cId="1517826607" sldId="5322"/>
            <ac:spMk id="4" creationId="{2071CBA6-FB50-9481-1E59-2534AB27C731}"/>
          </ac:spMkLst>
        </pc:spChg>
        <pc:spChg chg="del">
          <ac:chgData name="Viliam Čillík" userId="S::vcillik@ohpen.com::30894447-e0ac-4615-915d-14a006ecb09b" providerId="AD" clId="Web-{33E9BF04-D986-963F-6613-D2B73E411DF1}" dt="2023-03-20T15:17:22.424" v="89"/>
          <ac:spMkLst>
            <pc:docMk/>
            <pc:sldMk cId="1517826607" sldId="5322"/>
            <ac:spMk id="5" creationId="{718C2F37-0B65-91ED-6452-ABAAE9A6794E}"/>
          </ac:spMkLst>
        </pc:spChg>
        <pc:spChg chg="mod">
          <ac:chgData name="Viliam Čillík" userId="S::vcillik@ohpen.com::30894447-e0ac-4615-915d-14a006ecb09b" providerId="AD" clId="Web-{33E9BF04-D986-963F-6613-D2B73E411DF1}" dt="2023-03-20T16:03:58.220" v="238" actId="20577"/>
          <ac:spMkLst>
            <pc:docMk/>
            <pc:sldMk cId="1517826607" sldId="5322"/>
            <ac:spMk id="6" creationId="{ABDA3603-AB90-25F7-2F39-58DFBD7855BD}"/>
          </ac:spMkLst>
        </pc:spChg>
        <pc:spChg chg="mod">
          <ac:chgData name="Viliam Čillík" userId="S::vcillik@ohpen.com::30894447-e0ac-4615-915d-14a006ecb09b" providerId="AD" clId="Web-{33E9BF04-D986-963F-6613-D2B73E411DF1}" dt="2023-03-20T14:56:00.374" v="76" actId="20577"/>
          <ac:spMkLst>
            <pc:docMk/>
            <pc:sldMk cId="1517826607" sldId="5322"/>
            <ac:spMk id="7" creationId="{610E875B-D032-9616-0AFE-1F46EC629E36}"/>
          </ac:spMkLst>
        </pc:spChg>
        <pc:spChg chg="add mod">
          <ac:chgData name="Viliam Čillík" userId="S::vcillik@ohpen.com::30894447-e0ac-4615-915d-14a006ecb09b" providerId="AD" clId="Web-{33E9BF04-D986-963F-6613-D2B73E411DF1}" dt="2023-03-20T16:16:44.416" v="439" actId="1076"/>
          <ac:spMkLst>
            <pc:docMk/>
            <pc:sldMk cId="1517826607" sldId="5322"/>
            <ac:spMk id="11" creationId="{1F3967FF-6FDA-E76C-0821-7B0BC26CFD1D}"/>
          </ac:spMkLst>
        </pc:spChg>
        <pc:spChg chg="add mod">
          <ac:chgData name="Viliam Čillík" userId="S::vcillik@ohpen.com::30894447-e0ac-4615-915d-14a006ecb09b" providerId="AD" clId="Web-{33E9BF04-D986-963F-6613-D2B73E411DF1}" dt="2023-03-20T16:16:44.431" v="440" actId="1076"/>
          <ac:spMkLst>
            <pc:docMk/>
            <pc:sldMk cId="1517826607" sldId="5322"/>
            <ac:spMk id="12" creationId="{DFCF428A-54EF-E94D-31A2-C23B778CD8C2}"/>
          </ac:spMkLst>
        </pc:spChg>
        <pc:spChg chg="add mod">
          <ac:chgData name="Viliam Čillík" userId="S::vcillik@ohpen.com::30894447-e0ac-4615-915d-14a006ecb09b" providerId="AD" clId="Web-{33E9BF04-D986-963F-6613-D2B73E411DF1}" dt="2023-03-20T16:16:44.447" v="441" actId="1076"/>
          <ac:spMkLst>
            <pc:docMk/>
            <pc:sldMk cId="1517826607" sldId="5322"/>
            <ac:spMk id="13" creationId="{7BC3DBB1-5CCF-C4B7-BE9A-D453C138934D}"/>
          </ac:spMkLst>
        </pc:spChg>
        <pc:spChg chg="add mod">
          <ac:chgData name="Viliam Čillík" userId="S::vcillik@ohpen.com::30894447-e0ac-4615-915d-14a006ecb09b" providerId="AD" clId="Web-{33E9BF04-D986-963F-6613-D2B73E411DF1}" dt="2023-03-20T16:16:44.447" v="442" actId="1076"/>
          <ac:spMkLst>
            <pc:docMk/>
            <pc:sldMk cId="1517826607" sldId="5322"/>
            <ac:spMk id="14" creationId="{123BF2F2-E98E-CB2F-267E-6949465ADDCF}"/>
          </ac:spMkLst>
        </pc:spChg>
        <pc:spChg chg="add mod">
          <ac:chgData name="Viliam Čillík" userId="S::vcillik@ohpen.com::30894447-e0ac-4615-915d-14a006ecb09b" providerId="AD" clId="Web-{33E9BF04-D986-963F-6613-D2B73E411DF1}" dt="2023-03-20T16:16:44.462" v="443" actId="1076"/>
          <ac:spMkLst>
            <pc:docMk/>
            <pc:sldMk cId="1517826607" sldId="5322"/>
            <ac:spMk id="15" creationId="{48D0FFA1-D0BF-E77E-0981-42918E85C717}"/>
          </ac:spMkLst>
        </pc:spChg>
        <pc:spChg chg="add mod">
          <ac:chgData name="Viliam Čillík" userId="S::vcillik@ohpen.com::30894447-e0ac-4615-915d-14a006ecb09b" providerId="AD" clId="Web-{33E9BF04-D986-963F-6613-D2B73E411DF1}" dt="2023-03-20T16:16:44.478" v="444" actId="1076"/>
          <ac:spMkLst>
            <pc:docMk/>
            <pc:sldMk cId="1517826607" sldId="5322"/>
            <ac:spMk id="16" creationId="{401C5E2D-C063-E5EF-863D-BEF98491329C}"/>
          </ac:spMkLst>
        </pc:spChg>
        <pc:spChg chg="add mod">
          <ac:chgData name="Viliam Čillík" userId="S::vcillik@ohpen.com::30894447-e0ac-4615-915d-14a006ecb09b" providerId="AD" clId="Web-{33E9BF04-D986-963F-6613-D2B73E411DF1}" dt="2023-03-20T16:16:44.494" v="445" actId="1076"/>
          <ac:spMkLst>
            <pc:docMk/>
            <pc:sldMk cId="1517826607" sldId="5322"/>
            <ac:spMk id="17" creationId="{DD56CDAE-2FA9-7D30-59B2-0917A5DC1C5D}"/>
          </ac:spMkLst>
        </pc:spChg>
        <pc:spChg chg="add mod">
          <ac:chgData name="Viliam Čillík" userId="S::vcillik@ohpen.com::30894447-e0ac-4615-915d-14a006ecb09b" providerId="AD" clId="Web-{33E9BF04-D986-963F-6613-D2B73E411DF1}" dt="2023-03-20T16:16:44.509" v="447" actId="1076"/>
          <ac:spMkLst>
            <pc:docMk/>
            <pc:sldMk cId="1517826607" sldId="5322"/>
            <ac:spMk id="19" creationId="{82A04135-9024-FD6E-ED10-77566F1EE1E0}"/>
          </ac:spMkLst>
        </pc:spChg>
        <pc:spChg chg="add mod">
          <ac:chgData name="Viliam Čillík" userId="S::vcillik@ohpen.com::30894447-e0ac-4615-915d-14a006ecb09b" providerId="AD" clId="Web-{33E9BF04-D986-963F-6613-D2B73E411DF1}" dt="2023-03-20T16:16:44.525" v="449" actId="1076"/>
          <ac:spMkLst>
            <pc:docMk/>
            <pc:sldMk cId="1517826607" sldId="5322"/>
            <ac:spMk id="21" creationId="{5018071E-F66A-8803-FDE8-140DE871AEB4}"/>
          </ac:spMkLst>
        </pc:spChg>
        <pc:spChg chg="add mod">
          <ac:chgData name="Viliam Čillík" userId="S::vcillik@ohpen.com::30894447-e0ac-4615-915d-14a006ecb09b" providerId="AD" clId="Web-{33E9BF04-D986-963F-6613-D2B73E411DF1}" dt="2023-03-20T16:16:44.556" v="451" actId="1076"/>
          <ac:spMkLst>
            <pc:docMk/>
            <pc:sldMk cId="1517826607" sldId="5322"/>
            <ac:spMk id="23" creationId="{15289493-328A-D81A-7D80-01356E2F5B37}"/>
          </ac:spMkLst>
        </pc:spChg>
        <pc:spChg chg="add mod">
          <ac:chgData name="Viliam Čillík" userId="S::vcillik@ohpen.com::30894447-e0ac-4615-915d-14a006ecb09b" providerId="AD" clId="Web-{33E9BF04-D986-963F-6613-D2B73E411DF1}" dt="2023-03-20T16:16:44.556" v="452" actId="1076"/>
          <ac:spMkLst>
            <pc:docMk/>
            <pc:sldMk cId="1517826607" sldId="5322"/>
            <ac:spMk id="24" creationId="{2A6A7A64-D524-56AE-40C7-533F976D8C15}"/>
          </ac:spMkLst>
        </pc:spChg>
        <pc:spChg chg="add del mod">
          <ac:chgData name="Viliam Čillík" userId="S::vcillik@ohpen.com::30894447-e0ac-4615-915d-14a006ecb09b" providerId="AD" clId="Web-{33E9BF04-D986-963F-6613-D2B73E411DF1}" dt="2023-03-20T16:06:22.339" v="249"/>
          <ac:spMkLst>
            <pc:docMk/>
            <pc:sldMk cId="1517826607" sldId="5322"/>
            <ac:spMk id="25" creationId="{43EC16FC-DDE3-69CC-8420-E5A1833786A3}"/>
          </ac:spMkLst>
        </pc:spChg>
        <pc:spChg chg="add mod">
          <ac:chgData name="Viliam Čillík" userId="S::vcillik@ohpen.com::30894447-e0ac-4615-915d-14a006ecb09b" providerId="AD" clId="Web-{33E9BF04-D986-963F-6613-D2B73E411DF1}" dt="2023-03-20T16:08:50.022" v="342" actId="20577"/>
          <ac:spMkLst>
            <pc:docMk/>
            <pc:sldMk cId="1517826607" sldId="5322"/>
            <ac:spMk id="26" creationId="{CBBDA782-B41A-A2D5-E099-D4662A6B3A02}"/>
          </ac:spMkLst>
        </pc:spChg>
        <pc:spChg chg="add mod">
          <ac:chgData name="Viliam Čillík" userId="S::vcillik@ohpen.com::30894447-e0ac-4615-915d-14a006ecb09b" providerId="AD" clId="Web-{33E9BF04-D986-963F-6613-D2B73E411DF1}" dt="2023-03-20T16:19:58.523" v="526" actId="20577"/>
          <ac:spMkLst>
            <pc:docMk/>
            <pc:sldMk cId="1517826607" sldId="5322"/>
            <ac:spMk id="170" creationId="{15EED968-65ED-C0A9-FAA8-3B559DCE1CBB}"/>
          </ac:spMkLst>
        </pc:spChg>
        <pc:graphicFrameChg chg="add del mod modGraphic">
          <ac:chgData name="Viliam Čillík" userId="S::vcillik@ohpen.com::30894447-e0ac-4615-915d-14a006ecb09b" providerId="AD" clId="Web-{33E9BF04-D986-963F-6613-D2B73E411DF1}" dt="2023-03-20T16:15:39.790" v="428"/>
          <ac:graphicFrameMkLst>
            <pc:docMk/>
            <pc:sldMk cId="1517826607" sldId="5322"/>
            <ac:graphicFrameMk id="30" creationId="{8048540C-17DF-70EF-E2C6-DD694800A280}"/>
          </ac:graphicFrameMkLst>
        </pc:graphicFrameChg>
        <pc:graphicFrameChg chg="add del mod">
          <ac:chgData name="Viliam Čillík" userId="S::vcillik@ohpen.com::30894447-e0ac-4615-915d-14a006ecb09b" providerId="AD" clId="Web-{33E9BF04-D986-963F-6613-D2B73E411DF1}" dt="2023-03-20T16:16:34.337" v="437"/>
          <ac:graphicFrameMkLst>
            <pc:docMk/>
            <pc:sldMk cId="1517826607" sldId="5322"/>
            <ac:graphicFrameMk id="115" creationId="{9F03F853-1177-88AD-D0AE-7F46331082C5}"/>
          </ac:graphicFrameMkLst>
        </pc:graphicFrameChg>
        <pc:picChg chg="add del mod">
          <ac:chgData name="Viliam Čillík" userId="S::vcillik@ohpen.com::30894447-e0ac-4615-915d-14a006ecb09b" providerId="AD" clId="Web-{33E9BF04-D986-963F-6613-D2B73E411DF1}" dt="2023-03-20T15:18:06.771" v="95"/>
          <ac:picMkLst>
            <pc:docMk/>
            <pc:sldMk cId="1517826607" sldId="5322"/>
            <ac:picMk id="8" creationId="{FD299AA5-3490-0B65-7109-E65611549240}"/>
          </ac:picMkLst>
        </pc:picChg>
        <pc:picChg chg="add del mod">
          <ac:chgData name="Viliam Čillík" userId="S::vcillik@ohpen.com::30894447-e0ac-4615-915d-14a006ecb09b" providerId="AD" clId="Web-{33E9BF04-D986-963F-6613-D2B73E411DF1}" dt="2023-03-20T15:17:48.410" v="93"/>
          <ac:picMkLst>
            <pc:docMk/>
            <pc:sldMk cId="1517826607" sldId="5322"/>
            <ac:picMk id="9" creationId="{5BDBF4C3-13ED-5D22-F020-ED81D8A05E13}"/>
          </ac:picMkLst>
        </pc:picChg>
        <pc:picChg chg="add mod">
          <ac:chgData name="Viliam Čillík" userId="S::vcillik@ohpen.com::30894447-e0ac-4615-915d-14a006ecb09b" providerId="AD" clId="Web-{33E9BF04-D986-963F-6613-D2B73E411DF1}" dt="2023-03-20T16:16:44.400" v="438" actId="1076"/>
          <ac:picMkLst>
            <pc:docMk/>
            <pc:sldMk cId="1517826607" sldId="5322"/>
            <ac:picMk id="10" creationId="{C1D73C6C-1EBC-9A22-1BD4-E3E3786A9178}"/>
          </ac:picMkLst>
        </pc:picChg>
        <pc:picChg chg="add mod">
          <ac:chgData name="Viliam Čillík" userId="S::vcillik@ohpen.com::30894447-e0ac-4615-915d-14a006ecb09b" providerId="AD" clId="Web-{33E9BF04-D986-963F-6613-D2B73E411DF1}" dt="2023-03-20T16:16:44.494" v="446" actId="1076"/>
          <ac:picMkLst>
            <pc:docMk/>
            <pc:sldMk cId="1517826607" sldId="5322"/>
            <ac:picMk id="18" creationId="{0EC07B7C-2EC1-17BD-8422-FB04AD7435E1}"/>
          </ac:picMkLst>
        </pc:picChg>
        <pc:picChg chg="add mod">
          <ac:chgData name="Viliam Čillík" userId="S::vcillik@ohpen.com::30894447-e0ac-4615-915d-14a006ecb09b" providerId="AD" clId="Web-{33E9BF04-D986-963F-6613-D2B73E411DF1}" dt="2023-03-20T16:16:44.525" v="448" actId="1076"/>
          <ac:picMkLst>
            <pc:docMk/>
            <pc:sldMk cId="1517826607" sldId="5322"/>
            <ac:picMk id="20" creationId="{E20BD89D-A63A-9625-4743-98D6DBC33211}"/>
          </ac:picMkLst>
        </pc:picChg>
        <pc:picChg chg="add mod">
          <ac:chgData name="Viliam Čillík" userId="S::vcillik@ohpen.com::30894447-e0ac-4615-915d-14a006ecb09b" providerId="AD" clId="Web-{33E9BF04-D986-963F-6613-D2B73E411DF1}" dt="2023-03-20T16:16:44.541" v="450" actId="1076"/>
          <ac:picMkLst>
            <pc:docMk/>
            <pc:sldMk cId="1517826607" sldId="5322"/>
            <ac:picMk id="22" creationId="{D08CE0F6-D949-FB06-DE88-CA7686F84E9F}"/>
          </ac:picMkLst>
        </pc:picChg>
        <pc:picChg chg="add mod">
          <ac:chgData name="Viliam Čillík" userId="S::vcillik@ohpen.com::30894447-e0ac-4615-915d-14a006ecb09b" providerId="AD" clId="Web-{33E9BF04-D986-963F-6613-D2B73E411DF1}" dt="2023-03-20T16:19:42.553" v="524" actId="1076"/>
          <ac:picMkLst>
            <pc:docMk/>
            <pc:sldMk cId="1517826607" sldId="5322"/>
            <ac:picMk id="27" creationId="{CD6E2D39-F4E1-F191-1B6F-E77F7BFD8C66}"/>
          </ac:picMkLst>
        </pc:picChg>
        <pc:picChg chg="add mod">
          <ac:chgData name="Viliam Čillík" userId="S::vcillik@ohpen.com::30894447-e0ac-4615-915d-14a006ecb09b" providerId="AD" clId="Web-{33E9BF04-D986-963F-6613-D2B73E411DF1}" dt="2023-03-20T16:19:40.053" v="523" actId="1076"/>
          <ac:picMkLst>
            <pc:docMk/>
            <pc:sldMk cId="1517826607" sldId="5322"/>
            <ac:picMk id="28" creationId="{BF36B2D5-0EB8-AFDF-250D-9584094F3F8C}"/>
          </ac:picMkLst>
        </pc:picChg>
        <pc:picChg chg="add del mod">
          <ac:chgData name="Viliam Čillík" userId="S::vcillik@ohpen.com::30894447-e0ac-4615-915d-14a006ecb09b" providerId="AD" clId="Web-{33E9BF04-D986-963F-6613-D2B73E411DF1}" dt="2023-03-20T16:11:09.313" v="413"/>
          <ac:picMkLst>
            <pc:docMk/>
            <pc:sldMk cId="1517826607" sldId="5322"/>
            <ac:picMk id="29" creationId="{0C5BDFE3-C4F9-2A09-55F9-CAC30FA91AE9}"/>
          </ac:picMkLst>
        </pc:picChg>
      </pc:sldChg>
      <pc:sldChg chg="add del">
        <pc:chgData name="Viliam Čillík" userId="S::vcillik@ohpen.com::30894447-e0ac-4615-915d-14a006ecb09b" providerId="AD" clId="Web-{33E9BF04-D986-963F-6613-D2B73E411DF1}" dt="2023-03-20T14:24:57.710" v="51"/>
        <pc:sldMkLst>
          <pc:docMk/>
          <pc:sldMk cId="3686726389" sldId="5322"/>
        </pc:sldMkLst>
      </pc:sldChg>
      <pc:sldChg chg="addSp delSp modSp new">
        <pc:chgData name="Viliam Čillík" userId="S::vcillik@ohpen.com::30894447-e0ac-4615-915d-14a006ecb09b" providerId="AD" clId="Web-{33E9BF04-D986-963F-6613-D2B73E411DF1}" dt="2023-03-20T18:09:23.358" v="924" actId="1076"/>
        <pc:sldMkLst>
          <pc:docMk/>
          <pc:sldMk cId="1563650807" sldId="5323"/>
        </pc:sldMkLst>
        <pc:spChg chg="mod">
          <ac:chgData name="Viliam Čillík" userId="S::vcillik@ohpen.com::30894447-e0ac-4615-915d-14a006ecb09b" providerId="AD" clId="Web-{33E9BF04-D986-963F-6613-D2B73E411DF1}" dt="2023-03-20T16:01:46.851" v="230" actId="20577"/>
          <ac:spMkLst>
            <pc:docMk/>
            <pc:sldMk cId="1563650807" sldId="5323"/>
            <ac:spMk id="2" creationId="{04C950F7-3C7F-BD0F-F9F4-B8CEE386F06C}"/>
          </ac:spMkLst>
        </pc:spChg>
        <pc:spChg chg="mod">
          <ac:chgData name="Viliam Čillík" userId="S::vcillik@ohpen.com::30894447-e0ac-4615-915d-14a006ecb09b" providerId="AD" clId="Web-{33E9BF04-D986-963F-6613-D2B73E411DF1}" dt="2023-03-20T15:45:38.546" v="164" actId="20577"/>
          <ac:spMkLst>
            <pc:docMk/>
            <pc:sldMk cId="1563650807" sldId="5323"/>
            <ac:spMk id="3" creationId="{2D8BF84D-A871-41B5-FF15-0F580E62C3AE}"/>
          </ac:spMkLst>
        </pc:spChg>
        <pc:picChg chg="add mod">
          <ac:chgData name="Viliam Čillík" userId="S::vcillik@ohpen.com::30894447-e0ac-4615-915d-14a006ecb09b" providerId="AD" clId="Web-{33E9BF04-D986-963F-6613-D2B73E411DF1}" dt="2023-03-20T16:01:50.273" v="231" actId="1076"/>
          <ac:picMkLst>
            <pc:docMk/>
            <pc:sldMk cId="1563650807" sldId="5323"/>
            <ac:picMk id="4" creationId="{35960BF8-66B7-2959-9A42-7172DBE2E67F}"/>
          </ac:picMkLst>
        </pc:picChg>
        <pc:picChg chg="add del mod">
          <ac:chgData name="Viliam Čillík" userId="S::vcillik@ohpen.com::30894447-e0ac-4615-915d-14a006ecb09b" providerId="AD" clId="Web-{33E9BF04-D986-963F-6613-D2B73E411DF1}" dt="2023-03-20T15:47:54.103" v="189"/>
          <ac:picMkLst>
            <pc:docMk/>
            <pc:sldMk cId="1563650807" sldId="5323"/>
            <ac:picMk id="5" creationId="{2F7F6505-73CD-7CBC-527E-92CD03DD25D7}"/>
          </ac:picMkLst>
        </pc:picChg>
        <pc:picChg chg="add mod">
          <ac:chgData name="Viliam Čillík" userId="S::vcillik@ohpen.com::30894447-e0ac-4615-915d-14a006ecb09b" providerId="AD" clId="Web-{33E9BF04-D986-963F-6613-D2B73E411DF1}" dt="2023-03-20T18:09:23.358" v="924" actId="1076"/>
          <ac:picMkLst>
            <pc:docMk/>
            <pc:sldMk cId="1563650807" sldId="5323"/>
            <ac:picMk id="5" creationId="{8E16E925-3CF8-3544-2EBA-882541E8AEDD}"/>
          </ac:picMkLst>
        </pc:picChg>
        <pc:picChg chg="add del mod">
          <ac:chgData name="Viliam Čillík" userId="S::vcillik@ohpen.com::30894447-e0ac-4615-915d-14a006ecb09b" providerId="AD" clId="Web-{33E9BF04-D986-963F-6613-D2B73E411DF1}" dt="2023-03-20T15:54:31.351" v="195"/>
          <ac:picMkLst>
            <pc:docMk/>
            <pc:sldMk cId="1563650807" sldId="5323"/>
            <ac:picMk id="6" creationId="{4982B958-46B1-E2A4-5994-8515462AF078}"/>
          </ac:picMkLst>
        </pc:picChg>
      </pc:sldChg>
      <pc:sldChg chg="addSp delSp modSp new">
        <pc:chgData name="Viliam Čillík" userId="S::vcillik@ohpen.com::30894447-e0ac-4615-915d-14a006ecb09b" providerId="AD" clId="Web-{33E9BF04-D986-963F-6613-D2B73E411DF1}" dt="2023-03-20T16:58:42.199" v="730" actId="1076"/>
        <pc:sldMkLst>
          <pc:docMk/>
          <pc:sldMk cId="3368761278" sldId="5324"/>
        </pc:sldMkLst>
        <pc:spChg chg="del">
          <ac:chgData name="Viliam Čillík" userId="S::vcillik@ohpen.com::30894447-e0ac-4615-915d-14a006ecb09b" providerId="AD" clId="Web-{33E9BF04-D986-963F-6613-D2B73E411DF1}" dt="2023-03-20T16:52:28.325" v="700"/>
          <ac:spMkLst>
            <pc:docMk/>
            <pc:sldMk cId="3368761278" sldId="5324"/>
            <ac:spMk id="2" creationId="{D581997B-2FA9-DCB6-9FE0-FFA424D694FE}"/>
          </ac:spMkLst>
        </pc:spChg>
        <pc:spChg chg="mod">
          <ac:chgData name="Viliam Čillík" userId="S::vcillik@ohpen.com::30894447-e0ac-4615-915d-14a006ecb09b" providerId="AD" clId="Web-{33E9BF04-D986-963F-6613-D2B73E411DF1}" dt="2023-03-20T16:51:57.871" v="675" actId="20577"/>
          <ac:spMkLst>
            <pc:docMk/>
            <pc:sldMk cId="3368761278" sldId="5324"/>
            <ac:spMk id="3" creationId="{096B1D61-3562-AA79-B52B-F9686F7D08F5}"/>
          </ac:spMkLst>
        </pc:spChg>
        <pc:graphicFrameChg chg="add mod modGraphic">
          <ac:chgData name="Viliam Čillík" userId="S::vcillik@ohpen.com::30894447-e0ac-4615-915d-14a006ecb09b" providerId="AD" clId="Web-{33E9BF04-D986-963F-6613-D2B73E411DF1}" dt="2023-03-20T16:56:03.599" v="721" actId="1076"/>
          <ac:graphicFrameMkLst>
            <pc:docMk/>
            <pc:sldMk cId="3368761278" sldId="5324"/>
            <ac:graphicFrameMk id="4" creationId="{50FFC85D-16A9-2114-DCF3-074C26D004FC}"/>
          </ac:graphicFrameMkLst>
        </pc:graphicFrameChg>
        <pc:picChg chg="add mod">
          <ac:chgData name="Viliam Čillík" userId="S::vcillik@ohpen.com::30894447-e0ac-4615-915d-14a006ecb09b" providerId="AD" clId="Web-{33E9BF04-D986-963F-6613-D2B73E411DF1}" dt="2023-03-20T16:58:13.198" v="728" actId="1076"/>
          <ac:picMkLst>
            <pc:docMk/>
            <pc:sldMk cId="3368761278" sldId="5324"/>
            <ac:picMk id="122" creationId="{2D0B6245-FBB2-BEEC-0876-49758F5DB155}"/>
          </ac:picMkLst>
        </pc:picChg>
        <pc:picChg chg="add mod">
          <ac:chgData name="Viliam Čillík" userId="S::vcillik@ohpen.com::30894447-e0ac-4615-915d-14a006ecb09b" providerId="AD" clId="Web-{33E9BF04-D986-963F-6613-D2B73E411DF1}" dt="2023-03-20T16:58:42.199" v="730" actId="1076"/>
          <ac:picMkLst>
            <pc:docMk/>
            <pc:sldMk cId="3368761278" sldId="5324"/>
            <ac:picMk id="123" creationId="{B73C17E2-A78A-0FA5-F2E4-EEEF33DF67E0}"/>
          </ac:picMkLst>
        </pc:picChg>
      </pc:sldChg>
      <pc:sldChg chg="add ord replId">
        <pc:chgData name="Viliam Čillík" userId="S::vcillik@ohpen.com::30894447-e0ac-4615-915d-14a006ecb09b" providerId="AD" clId="Web-{33E9BF04-D986-963F-6613-D2B73E411DF1}" dt="2023-03-20T17:04:57.338" v="739"/>
        <pc:sldMkLst>
          <pc:docMk/>
          <pc:sldMk cId="992791385" sldId="5325"/>
        </pc:sldMkLst>
      </pc:sldChg>
      <pc:sldMasterChg chg="add addSldLayout">
        <pc:chgData name="Viliam Čillík" userId="S::vcillik@ohpen.com::30894447-e0ac-4615-915d-14a006ecb09b" providerId="AD" clId="Web-{33E9BF04-D986-963F-6613-D2B73E411DF1}" dt="2023-03-20T14:24:11.568" v="40"/>
        <pc:sldMasterMkLst>
          <pc:docMk/>
          <pc:sldMasterMk cId="2781989779" sldId="2147483676"/>
        </pc:sldMasterMkLst>
        <pc:sldLayoutChg chg="add">
          <pc:chgData name="Viliam Čillík" userId="S::vcillik@ohpen.com::30894447-e0ac-4615-915d-14a006ecb09b" providerId="AD" clId="Web-{33E9BF04-D986-963F-6613-D2B73E411DF1}" dt="2023-03-20T14:24:11.568" v="40"/>
          <pc:sldLayoutMkLst>
            <pc:docMk/>
            <pc:sldMasterMk cId="2781989779" sldId="2147483676"/>
            <pc:sldLayoutMk cId="2944955692" sldId="2147483677"/>
          </pc:sldLayoutMkLst>
        </pc:sldLayoutChg>
        <pc:sldLayoutChg chg="add">
          <pc:chgData name="Viliam Čillík" userId="S::vcillik@ohpen.com::30894447-e0ac-4615-915d-14a006ecb09b" providerId="AD" clId="Web-{33E9BF04-D986-963F-6613-D2B73E411DF1}" dt="2023-03-20T14:24:11.568" v="40"/>
          <pc:sldLayoutMkLst>
            <pc:docMk/>
            <pc:sldMasterMk cId="2781989779" sldId="2147483676"/>
            <pc:sldLayoutMk cId="1734212407" sldId="2147483678"/>
          </pc:sldLayoutMkLst>
        </pc:sldLayoutChg>
        <pc:sldLayoutChg chg="add">
          <pc:chgData name="Viliam Čillík" userId="S::vcillik@ohpen.com::30894447-e0ac-4615-915d-14a006ecb09b" providerId="AD" clId="Web-{33E9BF04-D986-963F-6613-D2B73E411DF1}" dt="2023-03-20T14:24:11.568" v="40"/>
          <pc:sldLayoutMkLst>
            <pc:docMk/>
            <pc:sldMasterMk cId="2781989779" sldId="2147483676"/>
            <pc:sldLayoutMk cId="3079852826" sldId="2147483679"/>
          </pc:sldLayoutMkLst>
        </pc:sldLayoutChg>
        <pc:sldLayoutChg chg="add">
          <pc:chgData name="Viliam Čillík" userId="S::vcillik@ohpen.com::30894447-e0ac-4615-915d-14a006ecb09b" providerId="AD" clId="Web-{33E9BF04-D986-963F-6613-D2B73E411DF1}" dt="2023-03-20T14:24:11.568" v="40"/>
          <pc:sldLayoutMkLst>
            <pc:docMk/>
            <pc:sldMasterMk cId="2781989779" sldId="2147483676"/>
            <pc:sldLayoutMk cId="1877030868" sldId="2147483680"/>
          </pc:sldLayoutMkLst>
        </pc:sldLayoutChg>
        <pc:sldLayoutChg chg="add">
          <pc:chgData name="Viliam Čillík" userId="S::vcillik@ohpen.com::30894447-e0ac-4615-915d-14a006ecb09b" providerId="AD" clId="Web-{33E9BF04-D986-963F-6613-D2B73E411DF1}" dt="2023-03-20T14:24:11.568" v="40"/>
          <pc:sldLayoutMkLst>
            <pc:docMk/>
            <pc:sldMasterMk cId="2781989779" sldId="2147483676"/>
            <pc:sldLayoutMk cId="2915596788" sldId="2147483681"/>
          </pc:sldLayoutMkLst>
        </pc:sldLayoutChg>
        <pc:sldLayoutChg chg="add">
          <pc:chgData name="Viliam Čillík" userId="S::vcillik@ohpen.com::30894447-e0ac-4615-915d-14a006ecb09b" providerId="AD" clId="Web-{33E9BF04-D986-963F-6613-D2B73E411DF1}" dt="2023-03-20T14:24:11.568" v="40"/>
          <pc:sldLayoutMkLst>
            <pc:docMk/>
            <pc:sldMasterMk cId="2781989779" sldId="2147483676"/>
            <pc:sldLayoutMk cId="4257222177" sldId="2147483682"/>
          </pc:sldLayoutMkLst>
        </pc:sldLayoutChg>
        <pc:sldLayoutChg chg="add">
          <pc:chgData name="Viliam Čillík" userId="S::vcillik@ohpen.com::30894447-e0ac-4615-915d-14a006ecb09b" providerId="AD" clId="Web-{33E9BF04-D986-963F-6613-D2B73E411DF1}" dt="2023-03-20T14:24:11.568" v="40"/>
          <pc:sldLayoutMkLst>
            <pc:docMk/>
            <pc:sldMasterMk cId="2781989779" sldId="2147483676"/>
            <pc:sldLayoutMk cId="2079635826" sldId="2147483683"/>
          </pc:sldLayoutMkLst>
        </pc:sldLayoutChg>
        <pc:sldLayoutChg chg="add">
          <pc:chgData name="Viliam Čillík" userId="S::vcillik@ohpen.com::30894447-e0ac-4615-915d-14a006ecb09b" providerId="AD" clId="Web-{33E9BF04-D986-963F-6613-D2B73E411DF1}" dt="2023-03-20T14:24:11.568" v="40"/>
          <pc:sldLayoutMkLst>
            <pc:docMk/>
            <pc:sldMasterMk cId="2781989779" sldId="2147483676"/>
            <pc:sldLayoutMk cId="3258415189" sldId="2147483684"/>
          </pc:sldLayoutMkLst>
        </pc:sldLayoutChg>
        <pc:sldLayoutChg chg="add">
          <pc:chgData name="Viliam Čillík" userId="S::vcillik@ohpen.com::30894447-e0ac-4615-915d-14a006ecb09b" providerId="AD" clId="Web-{33E9BF04-D986-963F-6613-D2B73E411DF1}" dt="2023-03-20T14:24:11.568" v="40"/>
          <pc:sldLayoutMkLst>
            <pc:docMk/>
            <pc:sldMasterMk cId="2781989779" sldId="2147483676"/>
            <pc:sldLayoutMk cId="1370865126" sldId="2147483685"/>
          </pc:sldLayoutMkLst>
        </pc:sldLayoutChg>
        <pc:sldLayoutChg chg="add">
          <pc:chgData name="Viliam Čillík" userId="S::vcillik@ohpen.com::30894447-e0ac-4615-915d-14a006ecb09b" providerId="AD" clId="Web-{33E9BF04-D986-963F-6613-D2B73E411DF1}" dt="2023-03-20T14:24:11.568" v="40"/>
          <pc:sldLayoutMkLst>
            <pc:docMk/>
            <pc:sldMasterMk cId="2781989779" sldId="2147483676"/>
            <pc:sldLayoutMk cId="923340157" sldId="2147483686"/>
          </pc:sldLayoutMkLst>
        </pc:sldLayoutChg>
        <pc:sldLayoutChg chg="add">
          <pc:chgData name="Viliam Čillík" userId="S::vcillik@ohpen.com::30894447-e0ac-4615-915d-14a006ecb09b" providerId="AD" clId="Web-{33E9BF04-D986-963F-6613-D2B73E411DF1}" dt="2023-03-20T14:24:11.568" v="40"/>
          <pc:sldLayoutMkLst>
            <pc:docMk/>
            <pc:sldMasterMk cId="2781989779" sldId="2147483676"/>
            <pc:sldLayoutMk cId="1032221590" sldId="2147483687"/>
          </pc:sldLayoutMkLst>
        </pc:sldLayoutChg>
        <pc:sldLayoutChg chg="add">
          <pc:chgData name="Viliam Čillík" userId="S::vcillik@ohpen.com::30894447-e0ac-4615-915d-14a006ecb09b" providerId="AD" clId="Web-{33E9BF04-D986-963F-6613-D2B73E411DF1}" dt="2023-03-20T14:24:11.568" v="40"/>
          <pc:sldLayoutMkLst>
            <pc:docMk/>
            <pc:sldMasterMk cId="2781989779" sldId="2147483676"/>
            <pc:sldLayoutMk cId="2056757280" sldId="2147483688"/>
          </pc:sldLayoutMkLst>
        </pc:sldLayoutChg>
        <pc:sldLayoutChg chg="add">
          <pc:chgData name="Viliam Čillík" userId="S::vcillik@ohpen.com::30894447-e0ac-4615-915d-14a006ecb09b" providerId="AD" clId="Web-{33E9BF04-D986-963F-6613-D2B73E411DF1}" dt="2023-03-20T14:24:11.568" v="40"/>
          <pc:sldLayoutMkLst>
            <pc:docMk/>
            <pc:sldMasterMk cId="2781989779" sldId="2147483676"/>
            <pc:sldLayoutMk cId="1341869623" sldId="2147483689"/>
          </pc:sldLayoutMkLst>
        </pc:sldLayoutChg>
        <pc:sldLayoutChg chg="add">
          <pc:chgData name="Viliam Čillík" userId="S::vcillik@ohpen.com::30894447-e0ac-4615-915d-14a006ecb09b" providerId="AD" clId="Web-{33E9BF04-D986-963F-6613-D2B73E411DF1}" dt="2023-03-20T14:24:11.568" v="40"/>
          <pc:sldLayoutMkLst>
            <pc:docMk/>
            <pc:sldMasterMk cId="2781989779" sldId="2147483676"/>
            <pc:sldLayoutMk cId="1023104383" sldId="2147483690"/>
          </pc:sldLayoutMkLst>
        </pc:sldLayoutChg>
        <pc:sldLayoutChg chg="add">
          <pc:chgData name="Viliam Čillík" userId="S::vcillik@ohpen.com::30894447-e0ac-4615-915d-14a006ecb09b" providerId="AD" clId="Web-{33E9BF04-D986-963F-6613-D2B73E411DF1}" dt="2023-03-20T14:24:11.568" v="40"/>
          <pc:sldLayoutMkLst>
            <pc:docMk/>
            <pc:sldMasterMk cId="2781989779" sldId="2147483676"/>
            <pc:sldLayoutMk cId="2387657908" sldId="2147483691"/>
          </pc:sldLayoutMkLst>
        </pc:sldLayoutChg>
        <pc:sldLayoutChg chg="add">
          <pc:chgData name="Viliam Čillík" userId="S::vcillik@ohpen.com::30894447-e0ac-4615-915d-14a006ecb09b" providerId="AD" clId="Web-{33E9BF04-D986-963F-6613-D2B73E411DF1}" dt="2023-03-20T14:24:11.568" v="40"/>
          <pc:sldLayoutMkLst>
            <pc:docMk/>
            <pc:sldMasterMk cId="2781989779" sldId="2147483676"/>
            <pc:sldLayoutMk cId="3919863288" sldId="2147483692"/>
          </pc:sldLayoutMkLst>
        </pc:sldLayoutChg>
        <pc:sldLayoutChg chg="add">
          <pc:chgData name="Viliam Čillík" userId="S::vcillik@ohpen.com::30894447-e0ac-4615-915d-14a006ecb09b" providerId="AD" clId="Web-{33E9BF04-D986-963F-6613-D2B73E411DF1}" dt="2023-03-20T14:24:11.568" v="40"/>
          <pc:sldLayoutMkLst>
            <pc:docMk/>
            <pc:sldMasterMk cId="2781989779" sldId="2147483676"/>
            <pc:sldLayoutMk cId="3041182145" sldId="2147483693"/>
          </pc:sldLayoutMkLst>
        </pc:sldLayoutChg>
        <pc:sldLayoutChg chg="add">
          <pc:chgData name="Viliam Čillík" userId="S::vcillik@ohpen.com::30894447-e0ac-4615-915d-14a006ecb09b" providerId="AD" clId="Web-{33E9BF04-D986-963F-6613-D2B73E411DF1}" dt="2023-03-20T14:24:11.568" v="40"/>
          <pc:sldLayoutMkLst>
            <pc:docMk/>
            <pc:sldMasterMk cId="2781989779" sldId="2147483676"/>
            <pc:sldLayoutMk cId="3699163008" sldId="2147483694"/>
          </pc:sldLayoutMkLst>
        </pc:sldLayoutChg>
        <pc:sldLayoutChg chg="add">
          <pc:chgData name="Viliam Čillík" userId="S::vcillik@ohpen.com::30894447-e0ac-4615-915d-14a006ecb09b" providerId="AD" clId="Web-{33E9BF04-D986-963F-6613-D2B73E411DF1}" dt="2023-03-20T14:24:11.568" v="40"/>
          <pc:sldLayoutMkLst>
            <pc:docMk/>
            <pc:sldMasterMk cId="2781989779" sldId="2147483676"/>
            <pc:sldLayoutMk cId="579578504" sldId="2147483695"/>
          </pc:sldLayoutMkLst>
        </pc:sldLayoutChg>
        <pc:sldLayoutChg chg="add">
          <pc:chgData name="Viliam Čillík" userId="S::vcillik@ohpen.com::30894447-e0ac-4615-915d-14a006ecb09b" providerId="AD" clId="Web-{33E9BF04-D986-963F-6613-D2B73E411DF1}" dt="2023-03-20T14:24:11.568" v="40"/>
          <pc:sldLayoutMkLst>
            <pc:docMk/>
            <pc:sldMasterMk cId="2781989779" sldId="2147483676"/>
            <pc:sldLayoutMk cId="3446270532" sldId="2147483696"/>
          </pc:sldLayoutMkLst>
        </pc:sldLayoutChg>
        <pc:sldLayoutChg chg="add">
          <pc:chgData name="Viliam Čillík" userId="S::vcillik@ohpen.com::30894447-e0ac-4615-915d-14a006ecb09b" providerId="AD" clId="Web-{33E9BF04-D986-963F-6613-D2B73E411DF1}" dt="2023-03-20T14:24:11.568" v="40"/>
          <pc:sldLayoutMkLst>
            <pc:docMk/>
            <pc:sldMasterMk cId="2781989779" sldId="2147483676"/>
            <pc:sldLayoutMk cId="3100721534" sldId="2147483697"/>
          </pc:sldLayoutMkLst>
        </pc:sldLayoutChg>
        <pc:sldLayoutChg chg="add">
          <pc:chgData name="Viliam Čillík" userId="S::vcillik@ohpen.com::30894447-e0ac-4615-915d-14a006ecb09b" providerId="AD" clId="Web-{33E9BF04-D986-963F-6613-D2B73E411DF1}" dt="2023-03-20T14:24:11.568" v="40"/>
          <pc:sldLayoutMkLst>
            <pc:docMk/>
            <pc:sldMasterMk cId="2781989779" sldId="2147483676"/>
            <pc:sldLayoutMk cId="3882419872" sldId="2147483698"/>
          </pc:sldLayoutMkLst>
        </pc:sldLayoutChg>
        <pc:sldLayoutChg chg="add">
          <pc:chgData name="Viliam Čillík" userId="S::vcillik@ohpen.com::30894447-e0ac-4615-915d-14a006ecb09b" providerId="AD" clId="Web-{33E9BF04-D986-963F-6613-D2B73E411DF1}" dt="2023-03-20T14:24:11.568" v="40"/>
          <pc:sldLayoutMkLst>
            <pc:docMk/>
            <pc:sldMasterMk cId="2781989779" sldId="2147483676"/>
            <pc:sldLayoutMk cId="263340908" sldId="2147483699"/>
          </pc:sldLayoutMkLst>
        </pc:sldLayoutChg>
        <pc:sldLayoutChg chg="add">
          <pc:chgData name="Viliam Čillík" userId="S::vcillik@ohpen.com::30894447-e0ac-4615-915d-14a006ecb09b" providerId="AD" clId="Web-{33E9BF04-D986-963F-6613-D2B73E411DF1}" dt="2023-03-20T14:24:11.568" v="40"/>
          <pc:sldLayoutMkLst>
            <pc:docMk/>
            <pc:sldMasterMk cId="2781989779" sldId="2147483676"/>
            <pc:sldLayoutMk cId="3926682868" sldId="2147483700"/>
          </pc:sldLayoutMkLst>
        </pc:sldLayoutChg>
      </pc:sldMasterChg>
    </pc:docChg>
  </pc:docChgLst>
  <pc:docChgLst>
    <pc:chgData name="Viliam Čillík" userId="S::vcillik@ohpen.com::30894447-e0ac-4615-915d-14a006ecb09b" providerId="AD" clId="Web-{FD300E2B-C726-01E5-F640-32E332BAF788}"/>
    <pc:docChg chg="addSld delSld modSld">
      <pc:chgData name="Viliam Čillík" userId="S::vcillik@ohpen.com::30894447-e0ac-4615-915d-14a006ecb09b" providerId="AD" clId="Web-{FD300E2B-C726-01E5-F640-32E332BAF788}" dt="2023-03-20T18:30:54.196" v="14"/>
      <pc:docMkLst>
        <pc:docMk/>
      </pc:docMkLst>
      <pc:sldChg chg="modSp">
        <pc:chgData name="Viliam Čillík" userId="S::vcillik@ohpen.com::30894447-e0ac-4615-915d-14a006ecb09b" providerId="AD" clId="Web-{FD300E2B-C726-01E5-F640-32E332BAF788}" dt="2023-03-20T18:17:38.543" v="6" actId="14100"/>
        <pc:sldMkLst>
          <pc:docMk/>
          <pc:sldMk cId="1643684987" sldId="5273"/>
        </pc:sldMkLst>
        <pc:picChg chg="mod">
          <ac:chgData name="Viliam Čillík" userId="S::vcillik@ohpen.com::30894447-e0ac-4615-915d-14a006ecb09b" providerId="AD" clId="Web-{FD300E2B-C726-01E5-F640-32E332BAF788}" dt="2023-03-20T18:17:26.964" v="1" actId="1076"/>
          <ac:picMkLst>
            <pc:docMk/>
            <pc:sldMk cId="1643684987" sldId="5273"/>
            <ac:picMk id="2" creationId="{A88E50FB-67F4-EF25-88FD-3AECE3400418}"/>
          </ac:picMkLst>
        </pc:picChg>
        <pc:picChg chg="mod">
          <ac:chgData name="Viliam Čillík" userId="S::vcillik@ohpen.com::30894447-e0ac-4615-915d-14a006ecb09b" providerId="AD" clId="Web-{FD300E2B-C726-01E5-F640-32E332BAF788}" dt="2023-03-20T18:17:38.543" v="6" actId="14100"/>
          <ac:picMkLst>
            <pc:docMk/>
            <pc:sldMk cId="1643684987" sldId="5273"/>
            <ac:picMk id="3" creationId="{FBB75124-7A57-3713-9C27-CCC163C45895}"/>
          </ac:picMkLst>
        </pc:picChg>
        <pc:picChg chg="mod">
          <ac:chgData name="Viliam Čillík" userId="S::vcillik@ohpen.com::30894447-e0ac-4615-915d-14a006ecb09b" providerId="AD" clId="Web-{FD300E2B-C726-01E5-F640-32E332BAF788}" dt="2023-03-20T18:17:30.808" v="3" actId="1076"/>
          <ac:picMkLst>
            <pc:docMk/>
            <pc:sldMk cId="1643684987" sldId="5273"/>
            <ac:picMk id="4" creationId="{C8CC5234-1E4C-2168-A048-9BCE95E1BBA6}"/>
          </ac:picMkLst>
        </pc:picChg>
        <pc:picChg chg="mod">
          <ac:chgData name="Viliam Čillík" userId="S::vcillik@ohpen.com::30894447-e0ac-4615-915d-14a006ecb09b" providerId="AD" clId="Web-{FD300E2B-C726-01E5-F640-32E332BAF788}" dt="2023-03-20T18:17:29.542" v="2" actId="1076"/>
          <ac:picMkLst>
            <pc:docMk/>
            <pc:sldMk cId="1643684987" sldId="5273"/>
            <ac:picMk id="5" creationId="{3323C1F9-8EEF-A712-9C3B-41A46BA36101}"/>
          </ac:picMkLst>
        </pc:picChg>
      </pc:sldChg>
      <pc:sldChg chg="del">
        <pc:chgData name="Viliam Čillík" userId="S::vcillik@ohpen.com::30894447-e0ac-4615-915d-14a006ecb09b" providerId="AD" clId="Web-{FD300E2B-C726-01E5-F640-32E332BAF788}" dt="2023-03-20T18:30:05.022" v="12"/>
        <pc:sldMkLst>
          <pc:docMk/>
          <pc:sldMk cId="2629294049" sldId="5285"/>
        </pc:sldMkLst>
      </pc:sldChg>
      <pc:sldChg chg="modSp">
        <pc:chgData name="Viliam Čillík" userId="S::vcillik@ohpen.com::30894447-e0ac-4615-915d-14a006ecb09b" providerId="AD" clId="Web-{FD300E2B-C726-01E5-F640-32E332BAF788}" dt="2023-03-20T18:18:36.701" v="7" actId="1076"/>
        <pc:sldMkLst>
          <pc:docMk/>
          <pc:sldMk cId="1976039498" sldId="5293"/>
        </pc:sldMkLst>
        <pc:picChg chg="mod">
          <ac:chgData name="Viliam Čillík" userId="S::vcillik@ohpen.com::30894447-e0ac-4615-915d-14a006ecb09b" providerId="AD" clId="Web-{FD300E2B-C726-01E5-F640-32E332BAF788}" dt="2023-03-20T18:18:36.701" v="7" actId="1076"/>
          <ac:picMkLst>
            <pc:docMk/>
            <pc:sldMk cId="1976039498" sldId="5293"/>
            <ac:picMk id="6" creationId="{4BE21E55-41DB-B8CE-B66E-6D2D41CFD8DE}"/>
          </ac:picMkLst>
        </pc:picChg>
      </pc:sldChg>
      <pc:sldChg chg="addSp delSp modSp new">
        <pc:chgData name="Viliam Čillík" userId="S::vcillik@ohpen.com::30894447-e0ac-4615-915d-14a006ecb09b" providerId="AD" clId="Web-{FD300E2B-C726-01E5-F640-32E332BAF788}" dt="2023-03-20T18:30:54.196" v="14"/>
        <pc:sldMkLst>
          <pc:docMk/>
          <pc:sldMk cId="2170844940" sldId="5326"/>
        </pc:sldMkLst>
        <pc:spChg chg="del">
          <ac:chgData name="Viliam Čillík" userId="S::vcillik@ohpen.com::30894447-e0ac-4615-915d-14a006ecb09b" providerId="AD" clId="Web-{FD300E2B-C726-01E5-F640-32E332BAF788}" dt="2023-03-20T18:30:54.196" v="14"/>
          <ac:spMkLst>
            <pc:docMk/>
            <pc:sldMk cId="2170844940" sldId="5326"/>
            <ac:spMk id="2" creationId="{6F6EE4E8-00CA-610D-635F-6BBE5B073A4C}"/>
          </ac:spMkLst>
        </pc:spChg>
        <pc:spChg chg="mod">
          <ac:chgData name="Viliam Čillík" userId="S::vcillik@ohpen.com::30894447-e0ac-4615-915d-14a006ecb09b" providerId="AD" clId="Web-{FD300E2B-C726-01E5-F640-32E332BAF788}" dt="2023-03-20T18:29:52.037" v="10" actId="20577"/>
          <ac:spMkLst>
            <pc:docMk/>
            <pc:sldMk cId="2170844940" sldId="5326"/>
            <ac:spMk id="3" creationId="{1C7E7F25-7D05-3170-5A1C-CF9A01E182BF}"/>
          </ac:spMkLst>
        </pc:spChg>
        <pc:spChg chg="add">
          <ac:chgData name="Viliam Čillík" userId="S::vcillik@ohpen.com::30894447-e0ac-4615-915d-14a006ecb09b" providerId="AD" clId="Web-{FD300E2B-C726-01E5-F640-32E332BAF788}" dt="2023-03-20T18:29:59.850" v="11"/>
          <ac:spMkLst>
            <pc:docMk/>
            <pc:sldMk cId="2170844940" sldId="5326"/>
            <ac:spMk id="18" creationId="{5134A704-C241-21AB-77B8-0AD6CAA42977}"/>
          </ac:spMkLst>
        </pc:spChg>
        <pc:graphicFrameChg chg="add modGraphic">
          <ac:chgData name="Viliam Čillík" userId="S::vcillik@ohpen.com::30894447-e0ac-4615-915d-14a006ecb09b" providerId="AD" clId="Web-{FD300E2B-C726-01E5-F640-32E332BAF788}" dt="2023-03-20T18:30:39.617" v="13"/>
          <ac:graphicFrameMkLst>
            <pc:docMk/>
            <pc:sldMk cId="2170844940" sldId="5326"/>
            <ac:graphicFrameMk id="5" creationId="{8C4D161D-E8B9-A864-90F1-EDBE7B6AB5D5}"/>
          </ac:graphicFrameMkLst>
        </pc:graphicFrameChg>
      </pc:sldChg>
    </pc:docChg>
  </pc:docChgLst>
  <pc:docChgLst>
    <pc:chgData name="Tomáš Zuzčák" userId="S::tzuzcak@ohpen.com::e0ed375d-0f01-4f06-9166-4fdf76188cf7" providerId="AD" clId="Web-{57569CEE-CAAA-AFC1-9B1D-C57C5A20F1A7}"/>
    <pc:docChg chg="addSld modSld sldOrd">
      <pc:chgData name="Tomáš Zuzčák" userId="S::tzuzcak@ohpen.com::e0ed375d-0f01-4f06-9166-4fdf76188cf7" providerId="AD" clId="Web-{57569CEE-CAAA-AFC1-9B1D-C57C5A20F1A7}" dt="2023-02-21T14:45:10.760" v="156"/>
      <pc:docMkLst>
        <pc:docMk/>
      </pc:docMkLst>
      <pc:sldChg chg="ord">
        <pc:chgData name="Tomáš Zuzčák" userId="S::tzuzcak@ohpen.com::e0ed375d-0f01-4f06-9166-4fdf76188cf7" providerId="AD" clId="Web-{57569CEE-CAAA-AFC1-9B1D-C57C5A20F1A7}" dt="2023-02-21T14:45:10.760" v="156"/>
        <pc:sldMkLst>
          <pc:docMk/>
          <pc:sldMk cId="2275951464" sldId="5281"/>
        </pc:sldMkLst>
      </pc:sldChg>
      <pc:sldChg chg="addSp delSp modSp mod modClrScheme chgLayout">
        <pc:chgData name="Tomáš Zuzčák" userId="S::tzuzcak@ohpen.com::e0ed375d-0f01-4f06-9166-4fdf76188cf7" providerId="AD" clId="Web-{57569CEE-CAAA-AFC1-9B1D-C57C5A20F1A7}" dt="2023-02-21T13:28:02.770" v="80" actId="20577"/>
        <pc:sldMkLst>
          <pc:docMk/>
          <pc:sldMk cId="1044860553" sldId="5305"/>
        </pc:sldMkLst>
        <pc:spChg chg="mod ord">
          <ac:chgData name="Tomáš Zuzčák" userId="S::tzuzcak@ohpen.com::e0ed375d-0f01-4f06-9166-4fdf76188cf7" providerId="AD" clId="Web-{57569CEE-CAAA-AFC1-9B1D-C57C5A20F1A7}" dt="2023-02-21T13:25:30.296" v="2" actId="20577"/>
          <ac:spMkLst>
            <pc:docMk/>
            <pc:sldMk cId="1044860553" sldId="5305"/>
            <ac:spMk id="2" creationId="{E4469E8B-55CE-D69A-19D1-94E09842BDE5}"/>
          </ac:spMkLst>
        </pc:spChg>
        <pc:spChg chg="del">
          <ac:chgData name="Tomáš Zuzčák" userId="S::tzuzcak@ohpen.com::e0ed375d-0f01-4f06-9166-4fdf76188cf7" providerId="AD" clId="Web-{57569CEE-CAAA-AFC1-9B1D-C57C5A20F1A7}" dt="2023-02-21T13:25:20.264" v="0"/>
          <ac:spMkLst>
            <pc:docMk/>
            <pc:sldMk cId="1044860553" sldId="5305"/>
            <ac:spMk id="3" creationId="{CB1B682B-C9BD-C6FD-47EF-EC9DA3B31661}"/>
          </ac:spMkLst>
        </pc:spChg>
        <pc:spChg chg="del">
          <ac:chgData name="Tomáš Zuzčák" userId="S::tzuzcak@ohpen.com::e0ed375d-0f01-4f06-9166-4fdf76188cf7" providerId="AD" clId="Web-{57569CEE-CAAA-AFC1-9B1D-C57C5A20F1A7}" dt="2023-02-21T13:25:20.264" v="0"/>
          <ac:spMkLst>
            <pc:docMk/>
            <pc:sldMk cId="1044860553" sldId="5305"/>
            <ac:spMk id="4" creationId="{4C68339C-3717-5917-201A-3B0ED0FA28CB}"/>
          </ac:spMkLst>
        </pc:spChg>
        <pc:spChg chg="del">
          <ac:chgData name="Tomáš Zuzčák" userId="S::tzuzcak@ohpen.com::e0ed375d-0f01-4f06-9166-4fdf76188cf7" providerId="AD" clId="Web-{57569CEE-CAAA-AFC1-9B1D-C57C5A20F1A7}" dt="2023-02-21T13:25:20.264" v="0"/>
          <ac:spMkLst>
            <pc:docMk/>
            <pc:sldMk cId="1044860553" sldId="5305"/>
            <ac:spMk id="5" creationId="{054AD5EE-A194-049B-C24C-D9AAC0514458}"/>
          </ac:spMkLst>
        </pc:spChg>
        <pc:spChg chg="del">
          <ac:chgData name="Tomáš Zuzčák" userId="S::tzuzcak@ohpen.com::e0ed375d-0f01-4f06-9166-4fdf76188cf7" providerId="AD" clId="Web-{57569CEE-CAAA-AFC1-9B1D-C57C5A20F1A7}" dt="2023-02-21T13:25:20.264" v="0"/>
          <ac:spMkLst>
            <pc:docMk/>
            <pc:sldMk cId="1044860553" sldId="5305"/>
            <ac:spMk id="6" creationId="{C8CA5A4A-412C-79AC-BC3B-335CED804165}"/>
          </ac:spMkLst>
        </pc:spChg>
        <pc:spChg chg="del">
          <ac:chgData name="Tomáš Zuzčák" userId="S::tzuzcak@ohpen.com::e0ed375d-0f01-4f06-9166-4fdf76188cf7" providerId="AD" clId="Web-{57569CEE-CAAA-AFC1-9B1D-C57C5A20F1A7}" dt="2023-02-21T13:25:20.264" v="0"/>
          <ac:spMkLst>
            <pc:docMk/>
            <pc:sldMk cId="1044860553" sldId="5305"/>
            <ac:spMk id="7" creationId="{430B987E-6993-9DA9-BD73-F1D1C0D4E799}"/>
          </ac:spMkLst>
        </pc:spChg>
        <pc:spChg chg="del">
          <ac:chgData name="Tomáš Zuzčák" userId="S::tzuzcak@ohpen.com::e0ed375d-0f01-4f06-9166-4fdf76188cf7" providerId="AD" clId="Web-{57569CEE-CAAA-AFC1-9B1D-C57C5A20F1A7}" dt="2023-02-21T13:25:20.264" v="0"/>
          <ac:spMkLst>
            <pc:docMk/>
            <pc:sldMk cId="1044860553" sldId="5305"/>
            <ac:spMk id="8" creationId="{6645CE74-8E34-C8BE-4DFB-CECEA75ED23A}"/>
          </ac:spMkLst>
        </pc:spChg>
        <pc:spChg chg="del">
          <ac:chgData name="Tomáš Zuzčák" userId="S::tzuzcak@ohpen.com::e0ed375d-0f01-4f06-9166-4fdf76188cf7" providerId="AD" clId="Web-{57569CEE-CAAA-AFC1-9B1D-C57C5A20F1A7}" dt="2023-02-21T13:25:20.264" v="0"/>
          <ac:spMkLst>
            <pc:docMk/>
            <pc:sldMk cId="1044860553" sldId="5305"/>
            <ac:spMk id="9" creationId="{0FDAF5B4-48C6-B8F6-3B7A-2539FC227BD6}"/>
          </ac:spMkLst>
        </pc:spChg>
        <pc:spChg chg="mod ord">
          <ac:chgData name="Tomáš Zuzčák" userId="S::tzuzcak@ohpen.com::e0ed375d-0f01-4f06-9166-4fdf76188cf7" providerId="AD" clId="Web-{57569CEE-CAAA-AFC1-9B1D-C57C5A20F1A7}" dt="2023-02-21T13:28:02.770" v="80" actId="20577"/>
          <ac:spMkLst>
            <pc:docMk/>
            <pc:sldMk cId="1044860553" sldId="5305"/>
            <ac:spMk id="10" creationId="{46ACE73B-DFD0-A239-A0A7-83E213A00445}"/>
          </ac:spMkLst>
        </pc:spChg>
        <pc:spChg chg="del">
          <ac:chgData name="Tomáš Zuzčák" userId="S::tzuzcak@ohpen.com::e0ed375d-0f01-4f06-9166-4fdf76188cf7" providerId="AD" clId="Web-{57569CEE-CAAA-AFC1-9B1D-C57C5A20F1A7}" dt="2023-02-21T13:25:20.264" v="0"/>
          <ac:spMkLst>
            <pc:docMk/>
            <pc:sldMk cId="1044860553" sldId="5305"/>
            <ac:spMk id="11" creationId="{86A230B6-C7AD-8622-F553-691714BEEE1A}"/>
          </ac:spMkLst>
        </pc:spChg>
        <pc:spChg chg="add mod">
          <ac:chgData name="Tomáš Zuzčák" userId="S::tzuzcak@ohpen.com::e0ed375d-0f01-4f06-9166-4fdf76188cf7" providerId="AD" clId="Web-{57569CEE-CAAA-AFC1-9B1D-C57C5A20F1A7}" dt="2023-02-21T13:27:38.019" v="48" actId="20577"/>
          <ac:spMkLst>
            <pc:docMk/>
            <pc:sldMk cId="1044860553" sldId="5305"/>
            <ac:spMk id="12" creationId="{23C44E75-D452-5C1B-AC57-2D5FEB78CE4A}"/>
          </ac:spMkLst>
        </pc:spChg>
      </pc:sldChg>
      <pc:sldChg chg="addSp modSp new">
        <pc:chgData name="Tomáš Zuzčák" userId="S::tzuzcak@ohpen.com::e0ed375d-0f01-4f06-9166-4fdf76188cf7" providerId="AD" clId="Web-{57569CEE-CAAA-AFC1-9B1D-C57C5A20F1A7}" dt="2023-02-21T14:44:37.650" v="155" actId="20577"/>
        <pc:sldMkLst>
          <pc:docMk/>
          <pc:sldMk cId="346360356" sldId="5317"/>
        </pc:sldMkLst>
        <pc:spChg chg="mod">
          <ac:chgData name="Tomáš Zuzčák" userId="S::tzuzcak@ohpen.com::e0ed375d-0f01-4f06-9166-4fdf76188cf7" providerId="AD" clId="Web-{57569CEE-CAAA-AFC1-9B1D-C57C5A20F1A7}" dt="2023-02-21T13:28:48.928" v="93" actId="14100"/>
          <ac:spMkLst>
            <pc:docMk/>
            <pc:sldMk cId="346360356" sldId="5317"/>
            <ac:spMk id="2" creationId="{8A00BC1D-84AD-9EFB-E33B-6495AB448F0A}"/>
          </ac:spMkLst>
        </pc:spChg>
        <pc:spChg chg="mod">
          <ac:chgData name="Tomáš Zuzčák" userId="S::tzuzcak@ohpen.com::e0ed375d-0f01-4f06-9166-4fdf76188cf7" providerId="AD" clId="Web-{57569CEE-CAAA-AFC1-9B1D-C57C5A20F1A7}" dt="2023-02-21T13:29:51.181" v="130" actId="20577"/>
          <ac:spMkLst>
            <pc:docMk/>
            <pc:sldMk cId="346360356" sldId="5317"/>
            <ac:spMk id="3" creationId="{48872E91-1752-46EA-9490-C7DD16B5E4E4}"/>
          </ac:spMkLst>
        </pc:spChg>
        <pc:spChg chg="add mod">
          <ac:chgData name="Tomáš Zuzčák" userId="S::tzuzcak@ohpen.com::e0ed375d-0f01-4f06-9166-4fdf76188cf7" providerId="AD" clId="Web-{57569CEE-CAAA-AFC1-9B1D-C57C5A20F1A7}" dt="2023-02-21T14:44:37.650" v="155" actId="20577"/>
          <ac:spMkLst>
            <pc:docMk/>
            <pc:sldMk cId="346360356" sldId="5317"/>
            <ac:spMk id="4" creationId="{166973E7-9B72-0BBF-E029-BAC7E009E64C}"/>
          </ac:spMkLst>
        </pc:spChg>
      </pc:sldChg>
    </pc:docChg>
  </pc:docChgLst>
  <pc:docChgLst>
    <pc:chgData name="Peter Valachovič" userId="S::pvalachovic@ohpen.com::85583ddf-c22d-4a87-aca4-4bfefe3d4f33" providerId="AD" clId="Web-{79FC533C-B7C0-E439-D910-73AA96828F66}"/>
    <pc:docChg chg="modSld">
      <pc:chgData name="Peter Valachovič" userId="S::pvalachovic@ohpen.com::85583ddf-c22d-4a87-aca4-4bfefe3d4f33" providerId="AD" clId="Web-{79FC533C-B7C0-E439-D910-73AA96828F66}" dt="2023-02-22T16:45:50.611" v="0" actId="1076"/>
      <pc:docMkLst>
        <pc:docMk/>
      </pc:docMkLst>
      <pc:sldChg chg="modSp">
        <pc:chgData name="Peter Valachovič" userId="S::pvalachovic@ohpen.com::85583ddf-c22d-4a87-aca4-4bfefe3d4f33" providerId="AD" clId="Web-{79FC533C-B7C0-E439-D910-73AA96828F66}" dt="2023-02-22T16:45:50.611" v="0" actId="1076"/>
        <pc:sldMkLst>
          <pc:docMk/>
          <pc:sldMk cId="2651457354" sldId="5308"/>
        </pc:sldMkLst>
        <pc:picChg chg="mod">
          <ac:chgData name="Peter Valachovič" userId="S::pvalachovic@ohpen.com::85583ddf-c22d-4a87-aca4-4bfefe3d4f33" providerId="AD" clId="Web-{79FC533C-B7C0-E439-D910-73AA96828F66}" dt="2023-02-22T16:45:50.611" v="0" actId="1076"/>
          <ac:picMkLst>
            <pc:docMk/>
            <pc:sldMk cId="2651457354" sldId="5308"/>
            <ac:picMk id="4" creationId="{983CFEC3-8679-FE52-CBB5-4442D8E4A6B6}"/>
          </ac:picMkLst>
        </pc:picChg>
      </pc:sldChg>
    </pc:docChg>
  </pc:docChgLst>
  <pc:docChgLst>
    <pc:chgData name="Viliam Čillík" userId="S::vcillik@ohpen.com::30894447-e0ac-4615-915d-14a006ecb09b" providerId="AD" clId="Web-{D6F07BC8-F785-250B-27B2-7EEA7F4EA90F}"/>
    <pc:docChg chg="addSld modSld">
      <pc:chgData name="Viliam Čillík" userId="S::vcillik@ohpen.com::30894447-e0ac-4615-915d-14a006ecb09b" providerId="AD" clId="Web-{D6F07BC8-F785-250B-27B2-7EEA7F4EA90F}" dt="2023-02-21T14:46:56.533" v="876" actId="20577"/>
      <pc:docMkLst>
        <pc:docMk/>
      </pc:docMkLst>
      <pc:sldChg chg="addSp modSp">
        <pc:chgData name="Viliam Čillík" userId="S::vcillik@ohpen.com::30894447-e0ac-4615-915d-14a006ecb09b" providerId="AD" clId="Web-{D6F07BC8-F785-250B-27B2-7EEA7F4EA90F}" dt="2023-02-21T12:07:01.034" v="183" actId="14100"/>
        <pc:sldMkLst>
          <pc:docMk/>
          <pc:sldMk cId="1158476659" sldId="5266"/>
        </pc:sldMkLst>
        <pc:spChg chg="add mod">
          <ac:chgData name="Viliam Čillík" userId="S::vcillik@ohpen.com::30894447-e0ac-4615-915d-14a006ecb09b" providerId="AD" clId="Web-{D6F07BC8-F785-250B-27B2-7EEA7F4EA90F}" dt="2023-02-21T12:07:01.034" v="183" actId="14100"/>
          <ac:spMkLst>
            <pc:docMk/>
            <pc:sldMk cId="1158476659" sldId="5266"/>
            <ac:spMk id="7" creationId="{DDB64BF3-7D74-3EF6-1606-B13BB5EFA7D2}"/>
          </ac:spMkLst>
        </pc:spChg>
      </pc:sldChg>
      <pc:sldChg chg="modSp">
        <pc:chgData name="Viliam Čillík" userId="S::vcillik@ohpen.com::30894447-e0ac-4615-915d-14a006ecb09b" providerId="AD" clId="Web-{D6F07BC8-F785-250B-27B2-7EEA7F4EA90F}" dt="2023-02-21T11:58:49.180" v="141" actId="20577"/>
        <pc:sldMkLst>
          <pc:docMk/>
          <pc:sldMk cId="1726163092" sldId="5282"/>
        </pc:sldMkLst>
        <pc:spChg chg="mod">
          <ac:chgData name="Viliam Čillík" userId="S::vcillik@ohpen.com::30894447-e0ac-4615-915d-14a006ecb09b" providerId="AD" clId="Web-{D6F07BC8-F785-250B-27B2-7EEA7F4EA90F}" dt="2023-02-21T11:58:49.180" v="141" actId="20577"/>
          <ac:spMkLst>
            <pc:docMk/>
            <pc:sldMk cId="1726163092" sldId="5282"/>
            <ac:spMk id="2" creationId="{E62AAF5F-7D1A-5805-8E28-5F1859AD2E25}"/>
          </ac:spMkLst>
        </pc:spChg>
      </pc:sldChg>
      <pc:sldChg chg="addSp delSp modSp">
        <pc:chgData name="Viliam Čillík" userId="S::vcillik@ohpen.com::30894447-e0ac-4615-915d-14a006ecb09b" providerId="AD" clId="Web-{D6F07BC8-F785-250B-27B2-7EEA7F4EA90F}" dt="2023-02-21T11:59:06.540" v="143" actId="1076"/>
        <pc:sldMkLst>
          <pc:docMk/>
          <pc:sldMk cId="2629294049" sldId="5285"/>
        </pc:sldMkLst>
        <pc:picChg chg="add del mod">
          <ac:chgData name="Viliam Čillík" userId="S::vcillik@ohpen.com::30894447-e0ac-4615-915d-14a006ecb09b" providerId="AD" clId="Web-{D6F07BC8-F785-250B-27B2-7EEA7F4EA90F}" dt="2023-02-21T08:27:24.297" v="4"/>
          <ac:picMkLst>
            <pc:docMk/>
            <pc:sldMk cId="2629294049" sldId="5285"/>
            <ac:picMk id="2" creationId="{6A902326-E4B3-ACE3-1A40-B508684B23D5}"/>
          </ac:picMkLst>
        </pc:picChg>
        <pc:picChg chg="mod">
          <ac:chgData name="Viliam Čillík" userId="S::vcillik@ohpen.com::30894447-e0ac-4615-915d-14a006ecb09b" providerId="AD" clId="Web-{D6F07BC8-F785-250B-27B2-7EEA7F4EA90F}" dt="2023-02-21T08:09:17.962" v="1" actId="1076"/>
          <ac:picMkLst>
            <pc:docMk/>
            <pc:sldMk cId="2629294049" sldId="5285"/>
            <ac:picMk id="4" creationId="{33EB26A8-1FDC-8F49-2360-B0718E8648B8}"/>
          </ac:picMkLst>
        </pc:picChg>
        <pc:picChg chg="add del mod">
          <ac:chgData name="Viliam Čillík" userId="S::vcillik@ohpen.com::30894447-e0ac-4615-915d-14a006ecb09b" providerId="AD" clId="Web-{D6F07BC8-F785-250B-27B2-7EEA7F4EA90F}" dt="2023-02-21T08:31:56.260" v="25"/>
          <ac:picMkLst>
            <pc:docMk/>
            <pc:sldMk cId="2629294049" sldId="5285"/>
            <ac:picMk id="6" creationId="{CF9FD51D-A168-2637-DB37-F0527EFF422A}"/>
          </ac:picMkLst>
        </pc:picChg>
        <pc:picChg chg="add del mod">
          <ac:chgData name="Viliam Čillík" userId="S::vcillik@ohpen.com::30894447-e0ac-4615-915d-14a006ecb09b" providerId="AD" clId="Web-{D6F07BC8-F785-250B-27B2-7EEA7F4EA90F}" dt="2023-02-21T08:32:13.136" v="30"/>
          <ac:picMkLst>
            <pc:docMk/>
            <pc:sldMk cId="2629294049" sldId="5285"/>
            <ac:picMk id="7" creationId="{4BBCCA52-B2B2-B102-4395-CF671E3C30B6}"/>
          </ac:picMkLst>
        </pc:picChg>
        <pc:picChg chg="add mod">
          <ac:chgData name="Viliam Čillík" userId="S::vcillik@ohpen.com::30894447-e0ac-4615-915d-14a006ecb09b" providerId="AD" clId="Web-{D6F07BC8-F785-250B-27B2-7EEA7F4EA90F}" dt="2023-02-21T08:33:10.700" v="33" actId="14100"/>
          <ac:picMkLst>
            <pc:docMk/>
            <pc:sldMk cId="2629294049" sldId="5285"/>
            <ac:picMk id="9" creationId="{1238A0AC-164F-4E31-F183-C3479CB06161}"/>
          </ac:picMkLst>
        </pc:picChg>
        <pc:picChg chg="mod">
          <ac:chgData name="Viliam Čillík" userId="S::vcillik@ohpen.com::30894447-e0ac-4615-915d-14a006ecb09b" providerId="AD" clId="Web-{D6F07BC8-F785-250B-27B2-7EEA7F4EA90F}" dt="2023-02-21T11:59:06.540" v="143" actId="1076"/>
          <ac:picMkLst>
            <pc:docMk/>
            <pc:sldMk cId="2629294049" sldId="5285"/>
            <ac:picMk id="10" creationId="{9D9E96E0-68DD-7965-C2A2-0E3889ABCE90}"/>
          </ac:picMkLst>
        </pc:picChg>
        <pc:picChg chg="mod">
          <ac:chgData name="Viliam Čillík" userId="S::vcillik@ohpen.com::30894447-e0ac-4615-915d-14a006ecb09b" providerId="AD" clId="Web-{D6F07BC8-F785-250B-27B2-7EEA7F4EA90F}" dt="2023-02-21T08:41:32.390" v="43" actId="1076"/>
          <ac:picMkLst>
            <pc:docMk/>
            <pc:sldMk cId="2629294049" sldId="5285"/>
            <ac:picMk id="12" creationId="{D5162A03-C47D-E4B2-94FD-0BF446C4A39E}"/>
          </ac:picMkLst>
        </pc:picChg>
        <pc:picChg chg="mod">
          <ac:chgData name="Viliam Čillík" userId="S::vcillik@ohpen.com::30894447-e0ac-4615-915d-14a006ecb09b" providerId="AD" clId="Web-{D6F07BC8-F785-250B-27B2-7EEA7F4EA90F}" dt="2023-02-21T11:59:04.056" v="142" actId="1076"/>
          <ac:picMkLst>
            <pc:docMk/>
            <pc:sldMk cId="2629294049" sldId="5285"/>
            <ac:picMk id="13" creationId="{2CC6994B-63A9-0388-40ED-07987BCB9E76}"/>
          </ac:picMkLst>
        </pc:picChg>
      </pc:sldChg>
      <pc:sldChg chg="modSp">
        <pc:chgData name="Viliam Čillík" userId="S::vcillik@ohpen.com::30894447-e0ac-4615-915d-14a006ecb09b" providerId="AD" clId="Web-{D6F07BC8-F785-250B-27B2-7EEA7F4EA90F}" dt="2023-02-21T14:00:32.032" v="831" actId="20577"/>
        <pc:sldMkLst>
          <pc:docMk/>
          <pc:sldMk cId="2086341495" sldId="5286"/>
        </pc:sldMkLst>
        <pc:spChg chg="mod">
          <ac:chgData name="Viliam Čillík" userId="S::vcillik@ohpen.com::30894447-e0ac-4615-915d-14a006ecb09b" providerId="AD" clId="Web-{D6F07BC8-F785-250B-27B2-7EEA7F4EA90F}" dt="2023-02-21T14:00:32.032" v="831" actId="20577"/>
          <ac:spMkLst>
            <pc:docMk/>
            <pc:sldMk cId="2086341495" sldId="5286"/>
            <ac:spMk id="10" creationId="{A0F2D953-244A-7884-B5BD-BFF93582949C}"/>
          </ac:spMkLst>
        </pc:spChg>
      </pc:sldChg>
      <pc:sldChg chg="modSp">
        <pc:chgData name="Viliam Čillík" userId="S::vcillik@ohpen.com::30894447-e0ac-4615-915d-14a006ecb09b" providerId="AD" clId="Web-{D6F07BC8-F785-250B-27B2-7EEA7F4EA90F}" dt="2023-02-21T11:52:23.391" v="120" actId="20577"/>
        <pc:sldMkLst>
          <pc:docMk/>
          <pc:sldMk cId="1419250024" sldId="5290"/>
        </pc:sldMkLst>
        <pc:spChg chg="mod">
          <ac:chgData name="Viliam Čillík" userId="S::vcillik@ohpen.com::30894447-e0ac-4615-915d-14a006ecb09b" providerId="AD" clId="Web-{D6F07BC8-F785-250B-27B2-7EEA7F4EA90F}" dt="2023-02-21T11:52:23.391" v="120" actId="20577"/>
          <ac:spMkLst>
            <pc:docMk/>
            <pc:sldMk cId="1419250024" sldId="5290"/>
            <ac:spMk id="8" creationId="{A9752836-A286-7422-C826-13C376AB102F}"/>
          </ac:spMkLst>
        </pc:spChg>
      </pc:sldChg>
      <pc:sldChg chg="addSp modSp">
        <pc:chgData name="Viliam Čillík" userId="S::vcillik@ohpen.com::30894447-e0ac-4615-915d-14a006ecb09b" providerId="AD" clId="Web-{D6F07BC8-F785-250B-27B2-7EEA7F4EA90F}" dt="2023-02-21T14:07:26.979" v="864" actId="20577"/>
        <pc:sldMkLst>
          <pc:docMk/>
          <pc:sldMk cId="2936282709" sldId="5291"/>
        </pc:sldMkLst>
        <pc:spChg chg="mod">
          <ac:chgData name="Viliam Čillík" userId="S::vcillik@ohpen.com::30894447-e0ac-4615-915d-14a006ecb09b" providerId="AD" clId="Web-{D6F07BC8-F785-250B-27B2-7EEA7F4EA90F}" dt="2023-02-21T14:00:22.266" v="827" actId="20577"/>
          <ac:spMkLst>
            <pc:docMk/>
            <pc:sldMk cId="2936282709" sldId="5291"/>
            <ac:spMk id="2" creationId="{FFAD8DCA-C6B2-BFA0-F2EC-5830262156C8}"/>
          </ac:spMkLst>
        </pc:spChg>
        <pc:spChg chg="add mod">
          <ac:chgData name="Viliam Čillík" userId="S::vcillik@ohpen.com::30894447-e0ac-4615-915d-14a006ecb09b" providerId="AD" clId="Web-{D6F07BC8-F785-250B-27B2-7EEA7F4EA90F}" dt="2023-02-21T13:58:06.419" v="800" actId="20577"/>
          <ac:spMkLst>
            <pc:docMk/>
            <pc:sldMk cId="2936282709" sldId="5291"/>
            <ac:spMk id="4" creationId="{EC0A806D-AF09-CD46-6F22-5E6C897AB271}"/>
          </ac:spMkLst>
        </pc:spChg>
        <pc:spChg chg="mod">
          <ac:chgData name="Viliam Čillík" userId="S::vcillik@ohpen.com::30894447-e0ac-4615-915d-14a006ecb09b" providerId="AD" clId="Web-{D6F07BC8-F785-250B-27B2-7EEA7F4EA90F}" dt="2023-02-21T13:58:12.669" v="801" actId="14100"/>
          <ac:spMkLst>
            <pc:docMk/>
            <pc:sldMk cId="2936282709" sldId="5291"/>
            <ac:spMk id="8" creationId="{A9752836-A286-7422-C826-13C376AB102F}"/>
          </ac:spMkLst>
        </pc:spChg>
        <pc:spChg chg="add mod">
          <ac:chgData name="Viliam Čillík" userId="S::vcillik@ohpen.com::30894447-e0ac-4615-915d-14a006ecb09b" providerId="AD" clId="Web-{D6F07BC8-F785-250B-27B2-7EEA7F4EA90F}" dt="2023-02-21T14:07:26.979" v="864" actId="20577"/>
          <ac:spMkLst>
            <pc:docMk/>
            <pc:sldMk cId="2936282709" sldId="5291"/>
            <ac:spMk id="12" creationId="{E8C7807C-23A3-C46F-045C-4A4E10B46BE2}"/>
          </ac:spMkLst>
        </pc:spChg>
      </pc:sldChg>
      <pc:sldChg chg="addSp delSp modSp">
        <pc:chgData name="Viliam Čillík" userId="S::vcillik@ohpen.com::30894447-e0ac-4615-915d-14a006ecb09b" providerId="AD" clId="Web-{D6F07BC8-F785-250B-27B2-7EEA7F4EA90F}" dt="2023-02-21T14:46:56.533" v="876" actId="20577"/>
        <pc:sldMkLst>
          <pc:docMk/>
          <pc:sldMk cId="735166595" sldId="5292"/>
        </pc:sldMkLst>
        <pc:spChg chg="add del">
          <ac:chgData name="Viliam Čillík" userId="S::vcillik@ohpen.com::30894447-e0ac-4615-915d-14a006ecb09b" providerId="AD" clId="Web-{D6F07BC8-F785-250B-27B2-7EEA7F4EA90F}" dt="2023-02-21T12:30:10.550" v="286"/>
          <ac:spMkLst>
            <pc:docMk/>
            <pc:sldMk cId="735166595" sldId="5292"/>
            <ac:spMk id="4" creationId="{95679FE5-E22A-C49A-A853-0894EEB8C488}"/>
          </ac:spMkLst>
        </pc:spChg>
        <pc:spChg chg="del">
          <ac:chgData name="Viliam Čillík" userId="S::vcillik@ohpen.com::30894447-e0ac-4615-915d-14a006ecb09b" providerId="AD" clId="Web-{D6F07BC8-F785-250B-27B2-7EEA7F4EA90F}" dt="2023-02-21T12:30:12.316" v="287"/>
          <ac:spMkLst>
            <pc:docMk/>
            <pc:sldMk cId="735166595" sldId="5292"/>
            <ac:spMk id="5" creationId="{A948D62B-4E59-A877-0255-9450977049B8}"/>
          </ac:spMkLst>
        </pc:spChg>
        <pc:spChg chg="mod">
          <ac:chgData name="Viliam Čillík" userId="S::vcillik@ohpen.com::30894447-e0ac-4615-915d-14a006ecb09b" providerId="AD" clId="Web-{D6F07BC8-F785-250B-27B2-7EEA7F4EA90F}" dt="2023-02-21T14:36:41.247" v="874" actId="1076"/>
          <ac:spMkLst>
            <pc:docMk/>
            <pc:sldMk cId="735166595" sldId="5292"/>
            <ac:spMk id="6" creationId="{51C52562-B4EA-0FAD-328D-1DBAA9F6F439}"/>
          </ac:spMkLst>
        </pc:spChg>
        <pc:spChg chg="mod">
          <ac:chgData name="Viliam Čillík" userId="S::vcillik@ohpen.com::30894447-e0ac-4615-915d-14a006ecb09b" providerId="AD" clId="Web-{D6F07BC8-F785-250B-27B2-7EEA7F4EA90F}" dt="2023-02-21T14:46:56.533" v="876" actId="20577"/>
          <ac:spMkLst>
            <pc:docMk/>
            <pc:sldMk cId="735166595" sldId="5292"/>
            <ac:spMk id="8" creationId="{6972DED2-2784-66F2-77F5-90F858BF69E8}"/>
          </ac:spMkLst>
        </pc:spChg>
        <pc:picChg chg="add del mod ord modCrop">
          <ac:chgData name="Viliam Čillík" userId="S::vcillik@ohpen.com::30894447-e0ac-4615-915d-14a006ecb09b" providerId="AD" clId="Web-{D6F07BC8-F785-250B-27B2-7EEA7F4EA90F}" dt="2023-02-21T12:30:08.175" v="285"/>
          <ac:picMkLst>
            <pc:docMk/>
            <pc:sldMk cId="735166595" sldId="5292"/>
            <ac:picMk id="12" creationId="{E6C42424-655A-E1FD-1FF4-EABD4CE71449}"/>
          </ac:picMkLst>
        </pc:picChg>
        <pc:picChg chg="add del mod">
          <ac:chgData name="Viliam Čillík" userId="S::vcillik@ohpen.com::30894447-e0ac-4615-915d-14a006ecb09b" providerId="AD" clId="Web-{D6F07BC8-F785-250B-27B2-7EEA7F4EA90F}" dt="2023-02-21T12:35:47.510" v="302"/>
          <ac:picMkLst>
            <pc:docMk/>
            <pc:sldMk cId="735166595" sldId="5292"/>
            <ac:picMk id="13" creationId="{4177B427-3DBA-02B9-A4CA-F551813A5999}"/>
          </ac:picMkLst>
        </pc:picChg>
      </pc:sldChg>
      <pc:sldChg chg="addSp delSp modSp">
        <pc:chgData name="Viliam Čillík" userId="S::vcillik@ohpen.com::30894447-e0ac-4615-915d-14a006ecb09b" providerId="AD" clId="Web-{D6F07BC8-F785-250B-27B2-7EEA7F4EA90F}" dt="2023-02-21T11:56:56.100" v="139" actId="1076"/>
        <pc:sldMkLst>
          <pc:docMk/>
          <pc:sldMk cId="1976039498" sldId="5293"/>
        </pc:sldMkLst>
        <pc:spChg chg="mod">
          <ac:chgData name="Viliam Čillík" userId="S::vcillik@ohpen.com::30894447-e0ac-4615-915d-14a006ecb09b" providerId="AD" clId="Web-{D6F07BC8-F785-250B-27B2-7EEA7F4EA90F}" dt="2023-02-21T11:56:56.100" v="139" actId="1076"/>
          <ac:spMkLst>
            <pc:docMk/>
            <pc:sldMk cId="1976039498" sldId="5293"/>
            <ac:spMk id="8" creationId="{A9752836-A286-7422-C826-13C376AB102F}"/>
          </ac:spMkLst>
        </pc:spChg>
        <pc:picChg chg="add del mod">
          <ac:chgData name="Viliam Čillík" userId="S::vcillik@ohpen.com::30894447-e0ac-4615-915d-14a006ecb09b" providerId="AD" clId="Web-{D6F07BC8-F785-250B-27B2-7EEA7F4EA90F}" dt="2023-02-21T10:10:47.327" v="47"/>
          <ac:picMkLst>
            <pc:docMk/>
            <pc:sldMk cId="1976039498" sldId="5293"/>
            <ac:picMk id="2" creationId="{8427B23F-BD9E-920A-B44D-EE3658926CF0}"/>
          </ac:picMkLst>
        </pc:picChg>
        <pc:picChg chg="add mod">
          <ac:chgData name="Viliam Čillík" userId="S::vcillik@ohpen.com::30894447-e0ac-4615-915d-14a006ecb09b" providerId="AD" clId="Web-{D6F07BC8-F785-250B-27B2-7EEA7F4EA90F}" dt="2023-02-21T10:10:50.405" v="49" actId="1076"/>
          <ac:picMkLst>
            <pc:docMk/>
            <pc:sldMk cId="1976039498" sldId="5293"/>
            <ac:picMk id="3" creationId="{66214DBC-7F70-6628-3061-42673604C5D8}"/>
          </ac:picMkLst>
        </pc:picChg>
      </pc:sldChg>
      <pc:sldChg chg="modSp">
        <pc:chgData name="Viliam Čillík" userId="S::vcillik@ohpen.com::30894447-e0ac-4615-915d-14a006ecb09b" providerId="AD" clId="Web-{D6F07BC8-F785-250B-27B2-7EEA7F4EA90F}" dt="2023-02-21T12:05:25.017" v="146" actId="1076"/>
        <pc:sldMkLst>
          <pc:docMk/>
          <pc:sldMk cId="490260084" sldId="5297"/>
        </pc:sldMkLst>
        <pc:spChg chg="mod">
          <ac:chgData name="Viliam Čillík" userId="S::vcillik@ohpen.com::30894447-e0ac-4615-915d-14a006ecb09b" providerId="AD" clId="Web-{D6F07BC8-F785-250B-27B2-7EEA7F4EA90F}" dt="2023-02-21T12:05:25.017" v="146" actId="1076"/>
          <ac:spMkLst>
            <pc:docMk/>
            <pc:sldMk cId="490260084" sldId="5297"/>
            <ac:spMk id="10" creationId="{B901AF78-2A04-EE67-D960-FA62930EC0F6}"/>
          </ac:spMkLst>
        </pc:spChg>
      </pc:sldChg>
      <pc:sldChg chg="addSp modSp">
        <pc:chgData name="Viliam Čillík" userId="S::vcillik@ohpen.com::30894447-e0ac-4615-915d-14a006ecb09b" providerId="AD" clId="Web-{D6F07BC8-F785-250B-27B2-7EEA7F4EA90F}" dt="2023-02-21T08:41:03.561" v="41" actId="1076"/>
        <pc:sldMkLst>
          <pc:docMk/>
          <pc:sldMk cId="454107279" sldId="5298"/>
        </pc:sldMkLst>
        <pc:picChg chg="add mod">
          <ac:chgData name="Viliam Čillík" userId="S::vcillik@ohpen.com::30894447-e0ac-4615-915d-14a006ecb09b" providerId="AD" clId="Web-{D6F07BC8-F785-250B-27B2-7EEA7F4EA90F}" dt="2023-02-21T08:41:03.561" v="41" actId="1076"/>
          <ac:picMkLst>
            <pc:docMk/>
            <pc:sldMk cId="454107279" sldId="5298"/>
            <ac:picMk id="5" creationId="{49F958FE-DB3A-F4D6-D9A7-0BB5F3607EA2}"/>
          </ac:picMkLst>
        </pc:picChg>
      </pc:sldChg>
      <pc:sldChg chg="new">
        <pc:chgData name="Viliam Čillík" userId="S::vcillik@ohpen.com::30894447-e0ac-4615-915d-14a006ecb09b" providerId="AD" clId="Web-{D6F07BC8-F785-250B-27B2-7EEA7F4EA90F}" dt="2023-02-21T08:11:27.216" v="2"/>
        <pc:sldMkLst>
          <pc:docMk/>
          <pc:sldMk cId="1044860553" sldId="5305"/>
        </pc:sldMkLst>
      </pc:sldChg>
      <pc:sldChg chg="add replId">
        <pc:chgData name="Viliam Čillík" userId="S::vcillik@ohpen.com::30894447-e0ac-4615-915d-14a006ecb09b" providerId="AD" clId="Web-{D6F07BC8-F785-250B-27B2-7EEA7F4EA90F}" dt="2023-02-21T11:57:33.804" v="140"/>
        <pc:sldMkLst>
          <pc:docMk/>
          <pc:sldMk cId="659824481" sldId="5310"/>
        </pc:sldMkLst>
      </pc:sldChg>
    </pc:docChg>
  </pc:docChgLst>
  <pc:docChgLst>
    <pc:chgData name="Viliam Čillík" userId="S::vcillik@ohpen.com::30894447-e0ac-4615-915d-14a006ecb09b" providerId="AD" clId="Web-{CC8EB84C-4F78-BE82-6D73-2D9DC4EDB272}"/>
    <pc:docChg chg="modSld">
      <pc:chgData name="Viliam Čillík" userId="S::vcillik@ohpen.com::30894447-e0ac-4615-915d-14a006ecb09b" providerId="AD" clId="Web-{CC8EB84C-4F78-BE82-6D73-2D9DC4EDB272}" dt="2023-02-22T14:30:10.191" v="0" actId="14100"/>
      <pc:docMkLst>
        <pc:docMk/>
      </pc:docMkLst>
      <pc:sldChg chg="modSp">
        <pc:chgData name="Viliam Čillík" userId="S::vcillik@ohpen.com::30894447-e0ac-4615-915d-14a006ecb09b" providerId="AD" clId="Web-{CC8EB84C-4F78-BE82-6D73-2D9DC4EDB272}" dt="2023-02-22T14:30:10.191" v="0" actId="14100"/>
        <pc:sldMkLst>
          <pc:docMk/>
          <pc:sldMk cId="4127150207" sldId="5315"/>
        </pc:sldMkLst>
        <pc:spChg chg="mod">
          <ac:chgData name="Viliam Čillík" userId="S::vcillik@ohpen.com::30894447-e0ac-4615-915d-14a006ecb09b" providerId="AD" clId="Web-{CC8EB84C-4F78-BE82-6D73-2D9DC4EDB272}" dt="2023-02-22T14:30:10.191" v="0" actId="14100"/>
          <ac:spMkLst>
            <pc:docMk/>
            <pc:sldMk cId="4127150207" sldId="5315"/>
            <ac:spMk id="2" creationId="{E0310174-1C80-D6DE-6CDF-5228C92791A4}"/>
          </ac:spMkLst>
        </pc:spChg>
      </pc:sldChg>
    </pc:docChg>
  </pc:docChgLst>
  <pc:docChgLst>
    <pc:chgData name="Viliam Čillík" userId="S::vcillik@ohpen.com::30894447-e0ac-4615-915d-14a006ecb09b" providerId="AD" clId="Web-{DD2BA6C9-ED50-72E6-4F35-E98A039D3F35}"/>
    <pc:docChg chg="modSld">
      <pc:chgData name="Viliam Čillík" userId="S::vcillik@ohpen.com::30894447-e0ac-4615-915d-14a006ecb09b" providerId="AD" clId="Web-{DD2BA6C9-ED50-72E6-4F35-E98A039D3F35}" dt="2023-03-15T15:13:42.139" v="83" actId="20577"/>
      <pc:docMkLst>
        <pc:docMk/>
      </pc:docMkLst>
      <pc:sldChg chg="modSp">
        <pc:chgData name="Viliam Čillík" userId="S::vcillik@ohpen.com::30894447-e0ac-4615-915d-14a006ecb09b" providerId="AD" clId="Web-{DD2BA6C9-ED50-72E6-4F35-E98A039D3F35}" dt="2023-03-15T15:11:09.151" v="48" actId="20577"/>
        <pc:sldMkLst>
          <pc:docMk/>
          <pc:sldMk cId="1158476659" sldId="5266"/>
        </pc:sldMkLst>
        <pc:spChg chg="mod">
          <ac:chgData name="Viliam Čillík" userId="S::vcillik@ohpen.com::30894447-e0ac-4615-915d-14a006ecb09b" providerId="AD" clId="Web-{DD2BA6C9-ED50-72E6-4F35-E98A039D3F35}" dt="2023-03-15T15:09:33.851" v="10" actId="20577"/>
          <ac:spMkLst>
            <pc:docMk/>
            <pc:sldMk cId="1158476659" sldId="5266"/>
            <ac:spMk id="2" creationId="{92D807B4-EFBF-E399-7C81-A7481016710B}"/>
          </ac:spMkLst>
        </pc:spChg>
        <pc:spChg chg="mod">
          <ac:chgData name="Viliam Čillík" userId="S::vcillik@ohpen.com::30894447-e0ac-4615-915d-14a006ecb09b" providerId="AD" clId="Web-{DD2BA6C9-ED50-72E6-4F35-E98A039D3F35}" dt="2023-03-15T15:09:56.461" v="15" actId="20577"/>
          <ac:spMkLst>
            <pc:docMk/>
            <pc:sldMk cId="1158476659" sldId="5266"/>
            <ac:spMk id="3" creationId="{91E2C504-EA1A-59C1-AD9B-03EEC658267C}"/>
          </ac:spMkLst>
        </pc:spChg>
        <pc:spChg chg="mod">
          <ac:chgData name="Viliam Čillík" userId="S::vcillik@ohpen.com::30894447-e0ac-4615-915d-14a006ecb09b" providerId="AD" clId="Web-{DD2BA6C9-ED50-72E6-4F35-E98A039D3F35}" dt="2023-03-15T15:11:04.651" v="46" actId="20577"/>
          <ac:spMkLst>
            <pc:docMk/>
            <pc:sldMk cId="1158476659" sldId="5266"/>
            <ac:spMk id="6" creationId="{2535EBD6-1E27-779B-925D-B3929E6117F7}"/>
          </ac:spMkLst>
        </pc:spChg>
        <pc:spChg chg="mod">
          <ac:chgData name="Viliam Čillík" userId="S::vcillik@ohpen.com::30894447-e0ac-4615-915d-14a006ecb09b" providerId="AD" clId="Web-{DD2BA6C9-ED50-72E6-4F35-E98A039D3F35}" dt="2023-03-15T15:11:09.151" v="48" actId="20577"/>
          <ac:spMkLst>
            <pc:docMk/>
            <pc:sldMk cId="1158476659" sldId="5266"/>
            <ac:spMk id="7" creationId="{DDB64BF3-7D74-3EF6-1606-B13BB5EFA7D2}"/>
          </ac:spMkLst>
        </pc:spChg>
      </pc:sldChg>
      <pc:sldChg chg="modSp">
        <pc:chgData name="Viliam Čillík" userId="S::vcillik@ohpen.com::30894447-e0ac-4615-915d-14a006ecb09b" providerId="AD" clId="Web-{DD2BA6C9-ED50-72E6-4F35-E98A039D3F35}" dt="2023-03-15T15:10:53.744" v="37" actId="20577"/>
        <pc:sldMkLst>
          <pc:docMk/>
          <pc:sldMk cId="1643684987" sldId="5273"/>
        </pc:sldMkLst>
        <pc:spChg chg="mod">
          <ac:chgData name="Viliam Čillík" userId="S::vcillik@ohpen.com::30894447-e0ac-4615-915d-14a006ecb09b" providerId="AD" clId="Web-{DD2BA6C9-ED50-72E6-4F35-E98A039D3F35}" dt="2023-03-15T15:10:53.744" v="37" actId="20577"/>
          <ac:spMkLst>
            <pc:docMk/>
            <pc:sldMk cId="1643684987" sldId="5273"/>
            <ac:spMk id="12" creationId="{040F14EF-A05D-8C37-ED75-AD18463CF7CB}"/>
          </ac:spMkLst>
        </pc:spChg>
        <pc:spChg chg="mod">
          <ac:chgData name="Viliam Čillík" userId="S::vcillik@ohpen.com::30894447-e0ac-4615-915d-14a006ecb09b" providerId="AD" clId="Web-{DD2BA6C9-ED50-72E6-4F35-E98A039D3F35}" dt="2023-03-15T15:10:11.149" v="25" actId="20577"/>
          <ac:spMkLst>
            <pc:docMk/>
            <pc:sldMk cId="1643684987" sldId="5273"/>
            <ac:spMk id="13" creationId="{08783A1D-F7C1-0B6C-10CE-E3D3CB667989}"/>
          </ac:spMkLst>
        </pc:spChg>
      </pc:sldChg>
      <pc:sldChg chg="delSp modSp">
        <pc:chgData name="Viliam Čillík" userId="S::vcillik@ohpen.com::30894447-e0ac-4615-915d-14a006ecb09b" providerId="AD" clId="Web-{DD2BA6C9-ED50-72E6-4F35-E98A039D3F35}" dt="2023-03-15T15:13:42.139" v="83" actId="20577"/>
        <pc:sldMkLst>
          <pc:docMk/>
          <pc:sldMk cId="1726163092" sldId="5282"/>
        </pc:sldMkLst>
        <pc:spChg chg="mod">
          <ac:chgData name="Viliam Čillík" userId="S::vcillik@ohpen.com::30894447-e0ac-4615-915d-14a006ecb09b" providerId="AD" clId="Web-{DD2BA6C9-ED50-72E6-4F35-E98A039D3F35}" dt="2023-03-15T15:13:42.139" v="83" actId="20577"/>
          <ac:spMkLst>
            <pc:docMk/>
            <pc:sldMk cId="1726163092" sldId="5282"/>
            <ac:spMk id="2" creationId="{E62AAF5F-7D1A-5805-8E28-5F1859AD2E25}"/>
          </ac:spMkLst>
        </pc:spChg>
        <pc:spChg chg="mod">
          <ac:chgData name="Viliam Čillík" userId="S::vcillik@ohpen.com::30894447-e0ac-4615-915d-14a006ecb09b" providerId="AD" clId="Web-{DD2BA6C9-ED50-72E6-4F35-E98A039D3F35}" dt="2023-03-15T15:10:18.306" v="26" actId="20577"/>
          <ac:spMkLst>
            <pc:docMk/>
            <pc:sldMk cId="1726163092" sldId="5282"/>
            <ac:spMk id="5" creationId="{C955FE6A-3CAD-0BFD-F106-67A41D2EE041}"/>
          </ac:spMkLst>
        </pc:spChg>
        <pc:picChg chg="del">
          <ac:chgData name="Viliam Čillík" userId="S::vcillik@ohpen.com::30894447-e0ac-4615-915d-14a006ecb09b" providerId="AD" clId="Web-{DD2BA6C9-ED50-72E6-4F35-E98A039D3F35}" dt="2023-03-15T15:12:31.215" v="61"/>
          <ac:picMkLst>
            <pc:docMk/>
            <pc:sldMk cId="1726163092" sldId="5282"/>
            <ac:picMk id="7" creationId="{F1247DD4-CDF2-D355-B019-5A15038289A3}"/>
          </ac:picMkLst>
        </pc:picChg>
        <pc:picChg chg="del">
          <ac:chgData name="Viliam Čillík" userId="S::vcillik@ohpen.com::30894447-e0ac-4615-915d-14a006ecb09b" providerId="AD" clId="Web-{DD2BA6C9-ED50-72E6-4F35-E98A039D3F35}" dt="2023-03-15T15:12:30.606" v="60"/>
          <ac:picMkLst>
            <pc:docMk/>
            <pc:sldMk cId="1726163092" sldId="5282"/>
            <ac:picMk id="8" creationId="{0863B4BD-A9A7-1281-04CD-95F40802F7D7}"/>
          </ac:picMkLst>
        </pc:picChg>
        <pc:picChg chg="del">
          <ac:chgData name="Viliam Čillík" userId="S::vcillik@ohpen.com::30894447-e0ac-4615-915d-14a006ecb09b" providerId="AD" clId="Web-{DD2BA6C9-ED50-72E6-4F35-E98A039D3F35}" dt="2023-03-15T15:12:30.153" v="59"/>
          <ac:picMkLst>
            <pc:docMk/>
            <pc:sldMk cId="1726163092" sldId="5282"/>
            <ac:picMk id="9" creationId="{23242CDB-CF77-DF67-A1CC-DAD576B7444D}"/>
          </ac:picMkLst>
        </pc:picChg>
        <pc:picChg chg="del">
          <ac:chgData name="Viliam Čillík" userId="S::vcillik@ohpen.com::30894447-e0ac-4615-915d-14a006ecb09b" providerId="AD" clId="Web-{DD2BA6C9-ED50-72E6-4F35-E98A039D3F35}" dt="2023-03-15T15:12:29.512" v="58"/>
          <ac:picMkLst>
            <pc:docMk/>
            <pc:sldMk cId="1726163092" sldId="5282"/>
            <ac:picMk id="10" creationId="{6869A2BB-68E0-DF5E-0A32-4B21590F8EAC}"/>
          </ac:picMkLst>
        </pc:picChg>
        <pc:picChg chg="del">
          <ac:chgData name="Viliam Čillík" userId="S::vcillik@ohpen.com::30894447-e0ac-4615-915d-14a006ecb09b" providerId="AD" clId="Web-{DD2BA6C9-ED50-72E6-4F35-E98A039D3F35}" dt="2023-03-15T15:12:28.871" v="57"/>
          <ac:picMkLst>
            <pc:docMk/>
            <pc:sldMk cId="1726163092" sldId="5282"/>
            <ac:picMk id="12" creationId="{D4E516A3-B832-7121-DBD9-9BC5E1062AF8}"/>
          </ac:picMkLst>
        </pc:picChg>
      </pc:sldChg>
    </pc:docChg>
  </pc:docChgLst>
  <pc:docChgLst>
    <pc:chgData name="Viliam Čillík" userId="S::vcillik@ohpen.com::30894447-e0ac-4615-915d-14a006ecb09b" providerId="AD" clId="Web-{923C02D8-B5D3-6E80-42D0-72A0A9E7C52A}"/>
    <pc:docChg chg="modSld">
      <pc:chgData name="Viliam Čillík" userId="S::vcillik@ohpen.com::30894447-e0ac-4615-915d-14a006ecb09b" providerId="AD" clId="Web-{923C02D8-B5D3-6E80-42D0-72A0A9E7C52A}" dt="2023-03-20T08:24:13.198" v="76" actId="1076"/>
      <pc:docMkLst>
        <pc:docMk/>
      </pc:docMkLst>
      <pc:sldChg chg="addSp delSp modSp">
        <pc:chgData name="Viliam Čillík" userId="S::vcillik@ohpen.com::30894447-e0ac-4615-915d-14a006ecb09b" providerId="AD" clId="Web-{923C02D8-B5D3-6E80-42D0-72A0A9E7C52A}" dt="2023-03-20T08:24:02.651" v="73" actId="1076"/>
        <pc:sldMkLst>
          <pc:docMk/>
          <pc:sldMk cId="1726163092" sldId="5282"/>
        </pc:sldMkLst>
        <pc:spChg chg="mod">
          <ac:chgData name="Viliam Čillík" userId="S::vcillik@ohpen.com::30894447-e0ac-4615-915d-14a006ecb09b" providerId="AD" clId="Web-{923C02D8-B5D3-6E80-42D0-72A0A9E7C52A}" dt="2023-03-20T08:23:54.072" v="68" actId="20577"/>
          <ac:spMkLst>
            <pc:docMk/>
            <pc:sldMk cId="1726163092" sldId="5282"/>
            <ac:spMk id="2" creationId="{E62AAF5F-7D1A-5805-8E28-5F1859AD2E25}"/>
          </ac:spMkLst>
        </pc:spChg>
        <pc:picChg chg="add del mod">
          <ac:chgData name="Viliam Čillík" userId="S::vcillik@ohpen.com::30894447-e0ac-4615-915d-14a006ecb09b" providerId="AD" clId="Web-{923C02D8-B5D3-6E80-42D0-72A0A9E7C52A}" dt="2023-03-20T08:23:59.151" v="72"/>
          <ac:picMkLst>
            <pc:docMk/>
            <pc:sldMk cId="1726163092" sldId="5282"/>
            <ac:picMk id="3" creationId="{35968E19-7FD4-68DC-2A8D-DAE1017FAADC}"/>
          </ac:picMkLst>
        </pc:picChg>
        <pc:picChg chg="add mod">
          <ac:chgData name="Viliam Čillík" userId="S::vcillik@ohpen.com::30894447-e0ac-4615-915d-14a006ecb09b" providerId="AD" clId="Web-{923C02D8-B5D3-6E80-42D0-72A0A9E7C52A}" dt="2023-03-20T08:24:02.651" v="73" actId="1076"/>
          <ac:picMkLst>
            <pc:docMk/>
            <pc:sldMk cId="1726163092" sldId="5282"/>
            <ac:picMk id="4" creationId="{31ED243A-A73C-2EF4-7460-963C90FD0714}"/>
          </ac:picMkLst>
        </pc:picChg>
      </pc:sldChg>
      <pc:sldChg chg="addSp delSp modSp">
        <pc:chgData name="Viliam Čillík" userId="S::vcillik@ohpen.com::30894447-e0ac-4615-915d-14a006ecb09b" providerId="AD" clId="Web-{923C02D8-B5D3-6E80-42D0-72A0A9E7C52A}" dt="2023-03-20T08:24:13.198" v="76" actId="1076"/>
        <pc:sldMkLst>
          <pc:docMk/>
          <pc:sldMk cId="551817574" sldId="5284"/>
        </pc:sldMkLst>
        <pc:picChg chg="del">
          <ac:chgData name="Viliam Čillík" userId="S::vcillik@ohpen.com::30894447-e0ac-4615-915d-14a006ecb09b" providerId="AD" clId="Web-{923C02D8-B5D3-6E80-42D0-72A0A9E7C52A}" dt="2023-03-20T08:24:08.823" v="74"/>
          <ac:picMkLst>
            <pc:docMk/>
            <pc:sldMk cId="551817574" sldId="5284"/>
            <ac:picMk id="4" creationId="{E8F76933-F65B-F67B-133C-AE99F846E43C}"/>
          </ac:picMkLst>
        </pc:picChg>
        <pc:picChg chg="add mod">
          <ac:chgData name="Viliam Čillík" userId="S::vcillik@ohpen.com::30894447-e0ac-4615-915d-14a006ecb09b" providerId="AD" clId="Web-{923C02D8-B5D3-6E80-42D0-72A0A9E7C52A}" dt="2023-03-20T08:24:13.198" v="76" actId="1076"/>
          <ac:picMkLst>
            <pc:docMk/>
            <pc:sldMk cId="551817574" sldId="5284"/>
            <ac:picMk id="5" creationId="{10055D23-5CA1-4AC6-C24B-930F114EB197}"/>
          </ac:picMkLst>
        </pc:picChg>
      </pc:sldChg>
    </pc:docChg>
  </pc:docChgLst>
  <pc:docChgLst>
    <pc:chgData name="Tomáš Zuzčák" userId="S::tzuzcak@ohpen.com::e0ed375d-0f01-4f06-9166-4fdf76188cf7" providerId="AD" clId="Web-{6CB1E7F9-B772-8ADF-DAA3-B697313D5273}"/>
    <pc:docChg chg="modSld">
      <pc:chgData name="Tomáš Zuzčák" userId="S::tzuzcak@ohpen.com::e0ed375d-0f01-4f06-9166-4fdf76188cf7" providerId="AD" clId="Web-{6CB1E7F9-B772-8ADF-DAA3-B697313D5273}" dt="2023-02-21T15:51:21.399" v="58" actId="14100"/>
      <pc:docMkLst>
        <pc:docMk/>
      </pc:docMkLst>
      <pc:sldChg chg="modSp">
        <pc:chgData name="Tomáš Zuzčák" userId="S::tzuzcak@ohpen.com::e0ed375d-0f01-4f06-9166-4fdf76188cf7" providerId="AD" clId="Web-{6CB1E7F9-B772-8ADF-DAA3-B697313D5273}" dt="2023-02-21T15:43:34.747" v="36" actId="20577"/>
        <pc:sldMkLst>
          <pc:docMk/>
          <pc:sldMk cId="863498291" sldId="5316"/>
        </pc:sldMkLst>
        <pc:spChg chg="mod">
          <ac:chgData name="Tomáš Zuzčák" userId="S::tzuzcak@ohpen.com::e0ed375d-0f01-4f06-9166-4fdf76188cf7" providerId="AD" clId="Web-{6CB1E7F9-B772-8ADF-DAA3-B697313D5273}" dt="2023-02-21T15:43:34.747" v="36" actId="20577"/>
          <ac:spMkLst>
            <pc:docMk/>
            <pc:sldMk cId="863498291" sldId="5316"/>
            <ac:spMk id="4" creationId="{3B6C5C41-D3B3-E42E-6B3E-8628A80CE6A0}"/>
          </ac:spMkLst>
        </pc:spChg>
        <pc:spChg chg="mod">
          <ac:chgData name="Tomáš Zuzčák" userId="S::tzuzcak@ohpen.com::e0ed375d-0f01-4f06-9166-4fdf76188cf7" providerId="AD" clId="Web-{6CB1E7F9-B772-8ADF-DAA3-B697313D5273}" dt="2023-02-21T15:43:26.669" v="34" actId="20577"/>
          <ac:spMkLst>
            <pc:docMk/>
            <pc:sldMk cId="863498291" sldId="5316"/>
            <ac:spMk id="25" creationId="{6E9C3344-92E4-01AC-20C8-DE4C5CAEC152}"/>
          </ac:spMkLst>
        </pc:spChg>
      </pc:sldChg>
      <pc:sldChg chg="addSp modSp">
        <pc:chgData name="Tomáš Zuzčák" userId="S::tzuzcak@ohpen.com::e0ed375d-0f01-4f06-9166-4fdf76188cf7" providerId="AD" clId="Web-{6CB1E7F9-B772-8ADF-DAA3-B697313D5273}" dt="2023-02-21T15:51:21.399" v="58" actId="14100"/>
        <pc:sldMkLst>
          <pc:docMk/>
          <pc:sldMk cId="346360356" sldId="5317"/>
        </pc:sldMkLst>
        <pc:spChg chg="mod">
          <ac:chgData name="Tomáš Zuzčák" userId="S::tzuzcak@ohpen.com::e0ed375d-0f01-4f06-9166-4fdf76188cf7" providerId="AD" clId="Web-{6CB1E7F9-B772-8ADF-DAA3-B697313D5273}" dt="2023-02-21T15:51:05.398" v="56" actId="20577"/>
          <ac:spMkLst>
            <pc:docMk/>
            <pc:sldMk cId="346360356" sldId="5317"/>
            <ac:spMk id="4" creationId="{166973E7-9B72-0BBF-E029-BAC7E009E64C}"/>
          </ac:spMkLst>
        </pc:spChg>
        <pc:picChg chg="add mod">
          <ac:chgData name="Tomáš Zuzčák" userId="S::tzuzcak@ohpen.com::e0ed375d-0f01-4f06-9166-4fdf76188cf7" providerId="AD" clId="Web-{6CB1E7F9-B772-8ADF-DAA3-B697313D5273}" dt="2023-02-21T15:51:21.399" v="58" actId="14100"/>
          <ac:picMkLst>
            <pc:docMk/>
            <pc:sldMk cId="346360356" sldId="5317"/>
            <ac:picMk id="5" creationId="{EB183552-9091-9D93-E016-F0EA3ACDEFD6}"/>
          </ac:picMkLst>
        </pc:picChg>
      </pc:sldChg>
    </pc:docChg>
  </pc:docChgLst>
  <pc:docChgLst>
    <pc:chgData name="Tomáš Zuzčák" userId="S::tzuzcak@ohpen.com::e0ed375d-0f01-4f06-9166-4fdf76188cf7" providerId="AD" clId="Web-{C852E5DB-6B21-9105-5968-194999093C0E}"/>
    <pc:docChg chg="addSld delSld modSld">
      <pc:chgData name="Tomáš Zuzčák" userId="S::tzuzcak@ohpen.com::e0ed375d-0f01-4f06-9166-4fdf76188cf7" providerId="AD" clId="Web-{C852E5DB-6B21-9105-5968-194999093C0E}" dt="2023-02-20T13:46:52.793" v="142" actId="20577"/>
      <pc:docMkLst>
        <pc:docMk/>
      </pc:docMkLst>
      <pc:sldChg chg="del">
        <pc:chgData name="Tomáš Zuzčák" userId="S::tzuzcak@ohpen.com::e0ed375d-0f01-4f06-9166-4fdf76188cf7" providerId="AD" clId="Web-{C852E5DB-6B21-9105-5968-194999093C0E}" dt="2023-02-20T12:37:15.444" v="0"/>
        <pc:sldMkLst>
          <pc:docMk/>
          <pc:sldMk cId="653593183" sldId="5251"/>
        </pc:sldMkLst>
      </pc:sldChg>
      <pc:sldChg chg="del">
        <pc:chgData name="Tomáš Zuzčák" userId="S::tzuzcak@ohpen.com::e0ed375d-0f01-4f06-9166-4fdf76188cf7" providerId="AD" clId="Web-{C852E5DB-6B21-9105-5968-194999093C0E}" dt="2023-02-20T13:41:08.093" v="75"/>
        <pc:sldMkLst>
          <pc:docMk/>
          <pc:sldMk cId="312934069" sldId="5259"/>
        </pc:sldMkLst>
      </pc:sldChg>
      <pc:sldChg chg="del">
        <pc:chgData name="Tomáš Zuzčák" userId="S::tzuzcak@ohpen.com::e0ed375d-0f01-4f06-9166-4fdf76188cf7" providerId="AD" clId="Web-{C852E5DB-6B21-9105-5968-194999093C0E}" dt="2023-02-20T13:41:10.890" v="76"/>
        <pc:sldMkLst>
          <pc:docMk/>
          <pc:sldMk cId="462512723" sldId="5260"/>
        </pc:sldMkLst>
      </pc:sldChg>
      <pc:sldChg chg="del">
        <pc:chgData name="Tomáš Zuzčák" userId="S::tzuzcak@ohpen.com::e0ed375d-0f01-4f06-9166-4fdf76188cf7" providerId="AD" clId="Web-{C852E5DB-6B21-9105-5968-194999093C0E}" dt="2023-02-20T13:41:12.812" v="77"/>
        <pc:sldMkLst>
          <pc:docMk/>
          <pc:sldMk cId="2783228221" sldId="5262"/>
        </pc:sldMkLst>
      </pc:sldChg>
      <pc:sldChg chg="del">
        <pc:chgData name="Tomáš Zuzčák" userId="S::tzuzcak@ohpen.com::e0ed375d-0f01-4f06-9166-4fdf76188cf7" providerId="AD" clId="Web-{C852E5DB-6B21-9105-5968-194999093C0E}" dt="2023-02-20T13:41:14.296" v="78"/>
        <pc:sldMkLst>
          <pc:docMk/>
          <pc:sldMk cId="465927624" sldId="5263"/>
        </pc:sldMkLst>
      </pc:sldChg>
      <pc:sldChg chg="addSp modSp">
        <pc:chgData name="Tomáš Zuzčák" userId="S::tzuzcak@ohpen.com::e0ed375d-0f01-4f06-9166-4fdf76188cf7" providerId="AD" clId="Web-{C852E5DB-6B21-9105-5968-194999093C0E}" dt="2023-02-20T13:29:08.005" v="74" actId="1076"/>
        <pc:sldMkLst>
          <pc:docMk/>
          <pc:sldMk cId="1158476659" sldId="5266"/>
        </pc:sldMkLst>
        <pc:spChg chg="mod">
          <ac:chgData name="Tomáš Zuzčák" userId="S::tzuzcak@ohpen.com::e0ed375d-0f01-4f06-9166-4fdf76188cf7" providerId="AD" clId="Web-{C852E5DB-6B21-9105-5968-194999093C0E}" dt="2023-02-20T12:53:34.017" v="32" actId="20577"/>
          <ac:spMkLst>
            <pc:docMk/>
            <pc:sldMk cId="1158476659" sldId="5266"/>
            <ac:spMk id="2" creationId="{92D807B4-EFBF-E399-7C81-A7481016710B}"/>
          </ac:spMkLst>
        </pc:spChg>
        <pc:spChg chg="mod">
          <ac:chgData name="Tomáš Zuzčák" userId="S::tzuzcak@ohpen.com::e0ed375d-0f01-4f06-9166-4fdf76188cf7" providerId="AD" clId="Web-{C852E5DB-6B21-9105-5968-194999093C0E}" dt="2023-02-20T12:54:16.534" v="47" actId="20577"/>
          <ac:spMkLst>
            <pc:docMk/>
            <pc:sldMk cId="1158476659" sldId="5266"/>
            <ac:spMk id="3" creationId="{91E2C504-EA1A-59C1-AD9B-03EEC658267C}"/>
          </ac:spMkLst>
        </pc:spChg>
        <pc:spChg chg="add mod">
          <ac:chgData name="Tomáš Zuzčák" userId="S::tzuzcak@ohpen.com::e0ed375d-0f01-4f06-9166-4fdf76188cf7" providerId="AD" clId="Web-{C852E5DB-6B21-9105-5968-194999093C0E}" dt="2023-02-20T13:28:10.034" v="60" actId="14100"/>
          <ac:spMkLst>
            <pc:docMk/>
            <pc:sldMk cId="1158476659" sldId="5266"/>
            <ac:spMk id="4" creationId="{243EE14B-DD8F-53DF-090F-CC20E972130E}"/>
          </ac:spMkLst>
        </pc:spChg>
        <pc:spChg chg="mod">
          <ac:chgData name="Tomáš Zuzčák" userId="S::tzuzcak@ohpen.com::e0ed375d-0f01-4f06-9166-4fdf76188cf7" providerId="AD" clId="Web-{C852E5DB-6B21-9105-5968-194999093C0E}" dt="2023-02-20T12:39:08.291" v="9" actId="20577"/>
          <ac:spMkLst>
            <pc:docMk/>
            <pc:sldMk cId="1158476659" sldId="5266"/>
            <ac:spMk id="5" creationId="{5CFC9F77-95FC-1C29-9F4D-3E80CEE4098F}"/>
          </ac:spMkLst>
        </pc:spChg>
        <pc:spChg chg="add mod">
          <ac:chgData name="Tomáš Zuzčák" userId="S::tzuzcak@ohpen.com::e0ed375d-0f01-4f06-9166-4fdf76188cf7" providerId="AD" clId="Web-{C852E5DB-6B21-9105-5968-194999093C0E}" dt="2023-02-20T13:29:08.005" v="74" actId="1076"/>
          <ac:spMkLst>
            <pc:docMk/>
            <pc:sldMk cId="1158476659" sldId="5266"/>
            <ac:spMk id="6" creationId="{2535EBD6-1E27-779B-925D-B3929E6117F7}"/>
          </ac:spMkLst>
        </pc:spChg>
      </pc:sldChg>
      <pc:sldChg chg="del">
        <pc:chgData name="Tomáš Zuzčák" userId="S::tzuzcak@ohpen.com::e0ed375d-0f01-4f06-9166-4fdf76188cf7" providerId="AD" clId="Web-{C852E5DB-6B21-9105-5968-194999093C0E}" dt="2023-02-20T13:41:15.702" v="79"/>
        <pc:sldMkLst>
          <pc:docMk/>
          <pc:sldMk cId="3291451058" sldId="5267"/>
        </pc:sldMkLst>
      </pc:sldChg>
      <pc:sldChg chg="del">
        <pc:chgData name="Tomáš Zuzčák" userId="S::tzuzcak@ohpen.com::e0ed375d-0f01-4f06-9166-4fdf76188cf7" providerId="AD" clId="Web-{C852E5DB-6B21-9105-5968-194999093C0E}" dt="2023-02-20T13:41:18.328" v="80"/>
        <pc:sldMkLst>
          <pc:docMk/>
          <pc:sldMk cId="1379285518" sldId="5275"/>
        </pc:sldMkLst>
      </pc:sldChg>
      <pc:sldChg chg="del">
        <pc:chgData name="Tomáš Zuzčák" userId="S::tzuzcak@ohpen.com::e0ed375d-0f01-4f06-9166-4fdf76188cf7" providerId="AD" clId="Web-{C852E5DB-6B21-9105-5968-194999093C0E}" dt="2023-02-20T13:41:26.625" v="83"/>
        <pc:sldMkLst>
          <pc:docMk/>
          <pc:sldMk cId="2603247315" sldId="5276"/>
        </pc:sldMkLst>
      </pc:sldChg>
      <pc:sldChg chg="del">
        <pc:chgData name="Tomáš Zuzčák" userId="S::tzuzcak@ohpen.com::e0ed375d-0f01-4f06-9166-4fdf76188cf7" providerId="AD" clId="Web-{C852E5DB-6B21-9105-5968-194999093C0E}" dt="2023-02-20T13:41:23.140" v="82"/>
        <pc:sldMkLst>
          <pc:docMk/>
          <pc:sldMk cId="1719450145" sldId="5278"/>
        </pc:sldMkLst>
      </pc:sldChg>
      <pc:sldChg chg="del">
        <pc:chgData name="Tomáš Zuzčák" userId="S::tzuzcak@ohpen.com::e0ed375d-0f01-4f06-9166-4fdf76188cf7" providerId="AD" clId="Web-{C852E5DB-6B21-9105-5968-194999093C0E}" dt="2023-02-20T13:41:21.171" v="81"/>
        <pc:sldMkLst>
          <pc:docMk/>
          <pc:sldMk cId="399270165" sldId="5279"/>
        </pc:sldMkLst>
      </pc:sldChg>
      <pc:sldChg chg="del">
        <pc:chgData name="Tomáš Zuzčák" userId="S::tzuzcak@ohpen.com::e0ed375d-0f01-4f06-9166-4fdf76188cf7" providerId="AD" clId="Web-{C852E5DB-6B21-9105-5968-194999093C0E}" dt="2023-02-20T12:37:18.194" v="1"/>
        <pc:sldMkLst>
          <pc:docMk/>
          <pc:sldMk cId="3670728382" sldId="5280"/>
        </pc:sldMkLst>
      </pc:sldChg>
      <pc:sldChg chg="addSp delSp modSp new mod modClrScheme chgLayout">
        <pc:chgData name="Tomáš Zuzčák" userId="S::tzuzcak@ohpen.com::e0ed375d-0f01-4f06-9166-4fdf76188cf7" providerId="AD" clId="Web-{C852E5DB-6B21-9105-5968-194999093C0E}" dt="2023-02-20T12:38:04.367" v="5"/>
        <pc:sldMkLst>
          <pc:docMk/>
          <pc:sldMk cId="1726163092" sldId="5282"/>
        </pc:sldMkLst>
        <pc:spChg chg="mod ord">
          <ac:chgData name="Tomáš Zuzčák" userId="S::tzuzcak@ohpen.com::e0ed375d-0f01-4f06-9166-4fdf76188cf7" providerId="AD" clId="Web-{C852E5DB-6B21-9105-5968-194999093C0E}" dt="2023-02-20T12:38:04.367" v="5"/>
          <ac:spMkLst>
            <pc:docMk/>
            <pc:sldMk cId="1726163092" sldId="5282"/>
            <ac:spMk id="2" creationId="{E62AAF5F-7D1A-5805-8E28-5F1859AD2E25}"/>
          </ac:spMkLst>
        </pc:spChg>
        <pc:spChg chg="mod ord">
          <ac:chgData name="Tomáš Zuzčák" userId="S::tzuzcak@ohpen.com::e0ed375d-0f01-4f06-9166-4fdf76188cf7" providerId="AD" clId="Web-{C852E5DB-6B21-9105-5968-194999093C0E}" dt="2023-02-20T12:38:04.367" v="5"/>
          <ac:spMkLst>
            <pc:docMk/>
            <pc:sldMk cId="1726163092" sldId="5282"/>
            <ac:spMk id="3" creationId="{839C12A5-C740-9BD3-AA46-13400B26FD72}"/>
          </ac:spMkLst>
        </pc:spChg>
        <pc:spChg chg="add del mod ord">
          <ac:chgData name="Tomáš Zuzčák" userId="S::tzuzcak@ohpen.com::e0ed375d-0f01-4f06-9166-4fdf76188cf7" providerId="AD" clId="Web-{C852E5DB-6B21-9105-5968-194999093C0E}" dt="2023-02-20T12:38:04.367" v="5"/>
          <ac:spMkLst>
            <pc:docMk/>
            <pc:sldMk cId="1726163092" sldId="5282"/>
            <ac:spMk id="4" creationId="{8131CBEE-6A71-7C53-D2C7-DDCB7833F049}"/>
          </ac:spMkLst>
        </pc:spChg>
        <pc:spChg chg="add del mod ord">
          <ac:chgData name="Tomáš Zuzčák" userId="S::tzuzcak@ohpen.com::e0ed375d-0f01-4f06-9166-4fdf76188cf7" providerId="AD" clId="Web-{C852E5DB-6B21-9105-5968-194999093C0E}" dt="2023-02-20T12:38:04.367" v="5"/>
          <ac:spMkLst>
            <pc:docMk/>
            <pc:sldMk cId="1726163092" sldId="5282"/>
            <ac:spMk id="5" creationId="{1DF17F76-0F71-999B-FF68-47BB507E8FF0}"/>
          </ac:spMkLst>
        </pc:spChg>
        <pc:spChg chg="add del mod ord">
          <ac:chgData name="Tomáš Zuzčák" userId="S::tzuzcak@ohpen.com::e0ed375d-0f01-4f06-9166-4fdf76188cf7" providerId="AD" clId="Web-{C852E5DB-6B21-9105-5968-194999093C0E}" dt="2023-02-20T12:38:04.367" v="5"/>
          <ac:spMkLst>
            <pc:docMk/>
            <pc:sldMk cId="1726163092" sldId="5282"/>
            <ac:spMk id="6" creationId="{12E3A3EA-78C7-F194-866F-DC232459F9F0}"/>
          </ac:spMkLst>
        </pc:spChg>
        <pc:spChg chg="add del mod ord">
          <ac:chgData name="Tomáš Zuzčák" userId="S::tzuzcak@ohpen.com::e0ed375d-0f01-4f06-9166-4fdf76188cf7" providerId="AD" clId="Web-{C852E5DB-6B21-9105-5968-194999093C0E}" dt="2023-02-20T12:38:04.367" v="5"/>
          <ac:spMkLst>
            <pc:docMk/>
            <pc:sldMk cId="1726163092" sldId="5282"/>
            <ac:spMk id="7" creationId="{90F70004-00B0-3464-1FAF-10D0CBED3269}"/>
          </ac:spMkLst>
        </pc:spChg>
        <pc:spChg chg="add del mod ord">
          <ac:chgData name="Tomáš Zuzčák" userId="S::tzuzcak@ohpen.com::e0ed375d-0f01-4f06-9166-4fdf76188cf7" providerId="AD" clId="Web-{C852E5DB-6B21-9105-5968-194999093C0E}" dt="2023-02-20T12:38:04.367" v="5"/>
          <ac:spMkLst>
            <pc:docMk/>
            <pc:sldMk cId="1726163092" sldId="5282"/>
            <ac:spMk id="8" creationId="{8CFFFF48-3346-AAC9-F9B3-CFFFA2C72ACE}"/>
          </ac:spMkLst>
        </pc:spChg>
        <pc:spChg chg="add del mod ord">
          <ac:chgData name="Tomáš Zuzčák" userId="S::tzuzcak@ohpen.com::e0ed375d-0f01-4f06-9166-4fdf76188cf7" providerId="AD" clId="Web-{C852E5DB-6B21-9105-5968-194999093C0E}" dt="2023-02-20T12:38:04.367" v="5"/>
          <ac:spMkLst>
            <pc:docMk/>
            <pc:sldMk cId="1726163092" sldId="5282"/>
            <ac:spMk id="9" creationId="{58B49312-FFF2-DCFA-2F40-CDAEB3139946}"/>
          </ac:spMkLst>
        </pc:spChg>
        <pc:spChg chg="add del mod ord">
          <ac:chgData name="Tomáš Zuzčák" userId="S::tzuzcak@ohpen.com::e0ed375d-0f01-4f06-9166-4fdf76188cf7" providerId="AD" clId="Web-{C852E5DB-6B21-9105-5968-194999093C0E}" dt="2023-02-20T12:38:04.367" v="5"/>
          <ac:spMkLst>
            <pc:docMk/>
            <pc:sldMk cId="1726163092" sldId="5282"/>
            <ac:spMk id="10" creationId="{C3AA4872-6588-DADD-160B-560C0F209110}"/>
          </ac:spMkLst>
        </pc:spChg>
        <pc:spChg chg="add del mod ord">
          <ac:chgData name="Tomáš Zuzčák" userId="S::tzuzcak@ohpen.com::e0ed375d-0f01-4f06-9166-4fdf76188cf7" providerId="AD" clId="Web-{C852E5DB-6B21-9105-5968-194999093C0E}" dt="2023-02-20T12:38:04.367" v="5"/>
          <ac:spMkLst>
            <pc:docMk/>
            <pc:sldMk cId="1726163092" sldId="5282"/>
            <ac:spMk id="11" creationId="{32B25ABD-CA14-5B0B-7D20-18EDEE2F9B68}"/>
          </ac:spMkLst>
        </pc:spChg>
        <pc:spChg chg="add del mod ord">
          <ac:chgData name="Tomáš Zuzčák" userId="S::tzuzcak@ohpen.com::e0ed375d-0f01-4f06-9166-4fdf76188cf7" providerId="AD" clId="Web-{C852E5DB-6B21-9105-5968-194999093C0E}" dt="2023-02-20T12:38:04.367" v="5"/>
          <ac:spMkLst>
            <pc:docMk/>
            <pc:sldMk cId="1726163092" sldId="5282"/>
            <ac:spMk id="12" creationId="{38339526-7D2E-D6F7-3172-3D89DB74E38F}"/>
          </ac:spMkLst>
        </pc:spChg>
      </pc:sldChg>
      <pc:sldChg chg="addSp modSp new mod modClrScheme chgLayout">
        <pc:chgData name="Tomáš Zuzčák" userId="S::tzuzcak@ohpen.com::e0ed375d-0f01-4f06-9166-4fdf76188cf7" providerId="AD" clId="Web-{C852E5DB-6B21-9105-5968-194999093C0E}" dt="2023-02-20T13:46:52.793" v="142" actId="20577"/>
        <pc:sldMkLst>
          <pc:docMk/>
          <pc:sldMk cId="499051848" sldId="5283"/>
        </pc:sldMkLst>
        <pc:spChg chg="add mod">
          <ac:chgData name="Tomáš Zuzčák" userId="S::tzuzcak@ohpen.com::e0ed375d-0f01-4f06-9166-4fdf76188cf7" providerId="AD" clId="Web-{C852E5DB-6B21-9105-5968-194999093C0E}" dt="2023-02-20T13:46:52.793" v="142" actId="20577"/>
          <ac:spMkLst>
            <pc:docMk/>
            <pc:sldMk cId="499051848" sldId="5283"/>
            <ac:spMk id="2" creationId="{A8F2AE97-60AE-0369-5A16-59CDF6FF4C1F}"/>
          </ac:spMkLst>
        </pc:spChg>
        <pc:spChg chg="add mod">
          <ac:chgData name="Tomáš Zuzčák" userId="S::tzuzcak@ohpen.com::e0ed375d-0f01-4f06-9166-4fdf76188cf7" providerId="AD" clId="Web-{C852E5DB-6B21-9105-5968-194999093C0E}" dt="2023-02-20T13:42:05.657" v="93" actId="20577"/>
          <ac:spMkLst>
            <pc:docMk/>
            <pc:sldMk cId="499051848" sldId="5283"/>
            <ac:spMk id="3" creationId="{4A48F202-E629-DE8F-51AF-0133DB605812}"/>
          </ac:spMkLst>
        </pc:spChg>
      </pc:sldChg>
    </pc:docChg>
  </pc:docChgLst>
  <pc:docChgLst>
    <pc:chgData name="Tomáš Zuzčák" userId="S::tzuzcak@ohpen.com::e0ed375d-0f01-4f06-9166-4fdf76188cf7" providerId="AD" clId="Web-{3598C1F4-7648-7C12-A958-916C49B371C1}"/>
    <pc:docChg chg="addSld modSld">
      <pc:chgData name="Tomáš Zuzčák" userId="S::tzuzcak@ohpen.com::e0ed375d-0f01-4f06-9166-4fdf76188cf7" providerId="AD" clId="Web-{3598C1F4-7648-7C12-A958-916C49B371C1}" dt="2023-02-21T09:48:24.766" v="49" actId="1076"/>
      <pc:docMkLst>
        <pc:docMk/>
      </pc:docMkLst>
      <pc:sldChg chg="modSp">
        <pc:chgData name="Tomáš Zuzčák" userId="S::tzuzcak@ohpen.com::e0ed375d-0f01-4f06-9166-4fdf76188cf7" providerId="AD" clId="Web-{3598C1F4-7648-7C12-A958-916C49B371C1}" dt="2023-02-21T09:32:51.732" v="11" actId="20577"/>
        <pc:sldMkLst>
          <pc:docMk/>
          <pc:sldMk cId="2770184074" sldId="5306"/>
        </pc:sldMkLst>
        <pc:spChg chg="mod">
          <ac:chgData name="Tomáš Zuzčák" userId="S::tzuzcak@ohpen.com::e0ed375d-0f01-4f06-9166-4fdf76188cf7" providerId="AD" clId="Web-{3598C1F4-7648-7C12-A958-916C49B371C1}" dt="2023-02-21T09:32:51.732" v="11" actId="20577"/>
          <ac:spMkLst>
            <pc:docMk/>
            <pc:sldMk cId="2770184074" sldId="5306"/>
            <ac:spMk id="2" creationId="{71A728ED-EDDD-ABF1-5590-7D5427A3BDAC}"/>
          </ac:spMkLst>
        </pc:spChg>
      </pc:sldChg>
      <pc:sldChg chg="addSp delSp modSp new mod modClrScheme chgLayout">
        <pc:chgData name="Tomáš Zuzčák" userId="S::tzuzcak@ohpen.com::e0ed375d-0f01-4f06-9166-4fdf76188cf7" providerId="AD" clId="Web-{3598C1F4-7648-7C12-A958-916C49B371C1}" dt="2023-02-21T09:45:33.057" v="33" actId="20577"/>
        <pc:sldMkLst>
          <pc:docMk/>
          <pc:sldMk cId="3638759017" sldId="5307"/>
        </pc:sldMkLst>
        <pc:spChg chg="mod ord">
          <ac:chgData name="Tomáš Zuzčák" userId="S::tzuzcak@ohpen.com::e0ed375d-0f01-4f06-9166-4fdf76188cf7" providerId="AD" clId="Web-{3598C1F4-7648-7C12-A958-916C49B371C1}" dt="2023-02-21T09:45:33.057" v="33" actId="20577"/>
          <ac:spMkLst>
            <pc:docMk/>
            <pc:sldMk cId="3638759017" sldId="5307"/>
            <ac:spMk id="2" creationId="{603C3759-C7E2-A97A-C61E-2E72A3A308BF}"/>
          </ac:spMkLst>
        </pc:spChg>
        <pc:spChg chg="mod ord">
          <ac:chgData name="Tomáš Zuzčák" userId="S::tzuzcak@ohpen.com::e0ed375d-0f01-4f06-9166-4fdf76188cf7" providerId="AD" clId="Web-{3598C1F4-7648-7C12-A958-916C49B371C1}" dt="2023-02-21T09:40:05.045" v="15" actId="20577"/>
          <ac:spMkLst>
            <pc:docMk/>
            <pc:sldMk cId="3638759017" sldId="5307"/>
            <ac:spMk id="3" creationId="{44A57982-79D3-5A00-9268-011059356AC7}"/>
          </ac:spMkLst>
        </pc:spChg>
        <pc:spChg chg="add del">
          <ac:chgData name="Tomáš Zuzčák" userId="S::tzuzcak@ohpen.com::e0ed375d-0f01-4f06-9166-4fdf76188cf7" providerId="AD" clId="Web-{3598C1F4-7648-7C12-A958-916C49B371C1}" dt="2023-02-21T09:41:02" v="17"/>
          <ac:spMkLst>
            <pc:docMk/>
            <pc:sldMk cId="3638759017" sldId="5307"/>
            <ac:spMk id="4" creationId="{A3B17E11-9E81-7CB1-7E88-297BEB02A1A9}"/>
          </ac:spMkLst>
        </pc:spChg>
        <pc:picChg chg="add mod">
          <ac:chgData name="Tomáš Zuzčák" userId="S::tzuzcak@ohpen.com::e0ed375d-0f01-4f06-9166-4fdf76188cf7" providerId="AD" clId="Web-{3598C1F4-7648-7C12-A958-916C49B371C1}" dt="2023-02-21T09:42:05.237" v="23" actId="1076"/>
          <ac:picMkLst>
            <pc:docMk/>
            <pc:sldMk cId="3638759017" sldId="5307"/>
            <ac:picMk id="5" creationId="{EFFDE402-CEA1-7E33-BFD7-400B10F44B17}"/>
          </ac:picMkLst>
        </pc:picChg>
      </pc:sldChg>
      <pc:sldChg chg="addSp modSp new">
        <pc:chgData name="Tomáš Zuzčák" userId="S::tzuzcak@ohpen.com::e0ed375d-0f01-4f06-9166-4fdf76188cf7" providerId="AD" clId="Web-{3598C1F4-7648-7C12-A958-916C49B371C1}" dt="2023-02-21T09:48:24.766" v="49" actId="1076"/>
        <pc:sldMkLst>
          <pc:docMk/>
          <pc:sldMk cId="2651457354" sldId="5308"/>
        </pc:sldMkLst>
        <pc:spChg chg="mod">
          <ac:chgData name="Tomáš Zuzčák" userId="S::tzuzcak@ohpen.com::e0ed375d-0f01-4f06-9166-4fdf76188cf7" providerId="AD" clId="Web-{3598C1F4-7648-7C12-A958-916C49B371C1}" dt="2023-02-21T09:47:57.984" v="45" actId="20577"/>
          <ac:spMkLst>
            <pc:docMk/>
            <pc:sldMk cId="2651457354" sldId="5308"/>
            <ac:spMk id="2" creationId="{5893ACD8-FEB4-209B-1490-81C4360CC53B}"/>
          </ac:spMkLst>
        </pc:spChg>
        <pc:picChg chg="add mod">
          <ac:chgData name="Tomáš Zuzčák" userId="S::tzuzcak@ohpen.com::e0ed375d-0f01-4f06-9166-4fdf76188cf7" providerId="AD" clId="Web-{3598C1F4-7648-7C12-A958-916C49B371C1}" dt="2023-02-21T09:48:24.766" v="49" actId="1076"/>
          <ac:picMkLst>
            <pc:docMk/>
            <pc:sldMk cId="2651457354" sldId="5308"/>
            <ac:picMk id="4" creationId="{983CFEC3-8679-FE52-CBB5-4442D8E4A6B6}"/>
          </ac:picMkLst>
        </pc:picChg>
      </pc:sldChg>
    </pc:docChg>
  </pc:docChgLst>
  <pc:docChgLst>
    <pc:chgData name="Tomáš Zuzčák" userId="S::tzuzcak@ohpen.com::e0ed375d-0f01-4f06-9166-4fdf76188cf7" providerId="AD" clId="Web-{8A2E5629-613D-44D6-0A71-B784B60723BE}"/>
    <pc:docChg chg="modSld">
      <pc:chgData name="Tomáš Zuzčák" userId="S::tzuzcak@ohpen.com::e0ed375d-0f01-4f06-9166-4fdf76188cf7" providerId="AD" clId="Web-{8A2E5629-613D-44D6-0A71-B784B60723BE}" dt="2023-02-21T13:24:20.610" v="1" actId="14100"/>
      <pc:docMkLst>
        <pc:docMk/>
      </pc:docMkLst>
      <pc:sldChg chg="modSp">
        <pc:chgData name="Tomáš Zuzčák" userId="S::tzuzcak@ohpen.com::e0ed375d-0f01-4f06-9166-4fdf76188cf7" providerId="AD" clId="Web-{8A2E5629-613D-44D6-0A71-B784B60723BE}" dt="2023-02-21T13:24:20.610" v="1" actId="14100"/>
        <pc:sldMkLst>
          <pc:docMk/>
          <pc:sldMk cId="4127150207" sldId="5315"/>
        </pc:sldMkLst>
        <pc:spChg chg="mod">
          <ac:chgData name="Tomáš Zuzčák" userId="S::tzuzcak@ohpen.com::e0ed375d-0f01-4f06-9166-4fdf76188cf7" providerId="AD" clId="Web-{8A2E5629-613D-44D6-0A71-B784B60723BE}" dt="2023-02-21T13:24:20.610" v="1" actId="14100"/>
          <ac:spMkLst>
            <pc:docMk/>
            <pc:sldMk cId="4127150207" sldId="5315"/>
            <ac:spMk id="2" creationId="{E0310174-1C80-D6DE-6CDF-5228C92791A4}"/>
          </ac:spMkLst>
        </pc:spChg>
        <pc:graphicFrameChg chg="mod">
          <ac:chgData name="Tomáš Zuzčák" userId="S::tzuzcak@ohpen.com::e0ed375d-0f01-4f06-9166-4fdf76188cf7" providerId="AD" clId="Web-{8A2E5629-613D-44D6-0A71-B784B60723BE}" dt="2023-02-21T13:24:09.266" v="0" actId="1076"/>
          <ac:graphicFrameMkLst>
            <pc:docMk/>
            <pc:sldMk cId="4127150207" sldId="5315"/>
            <ac:graphicFrameMk id="4" creationId="{4D9B7382-B934-9AF0-6F09-C58D18BF8157}"/>
          </ac:graphicFrameMkLst>
        </pc:graphicFrameChg>
      </pc:sldChg>
    </pc:docChg>
  </pc:docChgLst>
  <pc:docChgLst>
    <pc:chgData name="Viliam Čillík" userId="S::vcillik@ohpen.com::30894447-e0ac-4615-915d-14a006ecb09b" providerId="AD" clId="Web-{67182E86-820F-FD2D-E457-E0262724C178}"/>
    <pc:docChg chg="addSld delSld modSld">
      <pc:chgData name="Viliam Čillík" userId="S::vcillik@ohpen.com::30894447-e0ac-4615-915d-14a006ecb09b" providerId="AD" clId="Web-{67182E86-820F-FD2D-E457-E0262724C178}" dt="2023-02-20T17:06:39.834" v="1277" actId="20577"/>
      <pc:docMkLst>
        <pc:docMk/>
      </pc:docMkLst>
      <pc:sldChg chg="modSp">
        <pc:chgData name="Viliam Čillík" userId="S::vcillik@ohpen.com::30894447-e0ac-4615-915d-14a006ecb09b" providerId="AD" clId="Web-{67182E86-820F-FD2D-E457-E0262724C178}" dt="2023-02-20T15:05:19.605" v="781" actId="1076"/>
        <pc:sldMkLst>
          <pc:docMk/>
          <pc:sldMk cId="1158476659" sldId="5266"/>
        </pc:sldMkLst>
        <pc:spChg chg="mod">
          <ac:chgData name="Viliam Čillík" userId="S::vcillik@ohpen.com::30894447-e0ac-4615-915d-14a006ecb09b" providerId="AD" clId="Web-{67182E86-820F-FD2D-E457-E0262724C178}" dt="2023-02-20T15:05:19.605" v="781" actId="1076"/>
          <ac:spMkLst>
            <pc:docMk/>
            <pc:sldMk cId="1158476659" sldId="5266"/>
            <ac:spMk id="6" creationId="{2535EBD6-1E27-779B-925D-B3929E6117F7}"/>
          </ac:spMkLst>
        </pc:spChg>
      </pc:sldChg>
      <pc:sldChg chg="modSp">
        <pc:chgData name="Viliam Čillík" userId="S::vcillik@ohpen.com::30894447-e0ac-4615-915d-14a006ecb09b" providerId="AD" clId="Web-{67182E86-820F-FD2D-E457-E0262724C178}" dt="2023-02-20T14:36:40.747" v="443" actId="20577"/>
        <pc:sldMkLst>
          <pc:docMk/>
          <pc:sldMk cId="1643684987" sldId="5273"/>
        </pc:sldMkLst>
        <pc:spChg chg="mod">
          <ac:chgData name="Viliam Čillík" userId="S::vcillik@ohpen.com::30894447-e0ac-4615-915d-14a006ecb09b" providerId="AD" clId="Web-{67182E86-820F-FD2D-E457-E0262724C178}" dt="2023-02-20T14:04:59.884" v="6" actId="20577"/>
          <ac:spMkLst>
            <pc:docMk/>
            <pc:sldMk cId="1643684987" sldId="5273"/>
            <ac:spMk id="10" creationId="{AA753DDC-DA48-F075-7EC9-0BDE4C06CD74}"/>
          </ac:spMkLst>
        </pc:spChg>
        <pc:spChg chg="mod">
          <ac:chgData name="Viliam Čillík" userId="S::vcillik@ohpen.com::30894447-e0ac-4615-915d-14a006ecb09b" providerId="AD" clId="Web-{67182E86-820F-FD2D-E457-E0262724C178}" dt="2023-02-20T14:04:56.587" v="5" actId="20577"/>
          <ac:spMkLst>
            <pc:docMk/>
            <pc:sldMk cId="1643684987" sldId="5273"/>
            <ac:spMk id="11" creationId="{3B40FCAA-0A0C-8524-B8D8-852650C9759D}"/>
          </ac:spMkLst>
        </pc:spChg>
        <pc:spChg chg="mod">
          <ac:chgData name="Viliam Čillík" userId="S::vcillik@ohpen.com::30894447-e0ac-4615-915d-14a006ecb09b" providerId="AD" clId="Web-{67182E86-820F-FD2D-E457-E0262724C178}" dt="2023-02-20T14:36:40.747" v="443" actId="20577"/>
          <ac:spMkLst>
            <pc:docMk/>
            <pc:sldMk cId="1643684987" sldId="5273"/>
            <ac:spMk id="12" creationId="{040F14EF-A05D-8C37-ED75-AD18463CF7CB}"/>
          </ac:spMkLst>
        </pc:spChg>
        <pc:spChg chg="mod">
          <ac:chgData name="Viliam Čillík" userId="S::vcillik@ohpen.com::30894447-e0ac-4615-915d-14a006ecb09b" providerId="AD" clId="Web-{67182E86-820F-FD2D-E457-E0262724C178}" dt="2023-02-20T14:03:54.101" v="1" actId="20577"/>
          <ac:spMkLst>
            <pc:docMk/>
            <pc:sldMk cId="1643684987" sldId="5273"/>
            <ac:spMk id="13" creationId="{08783A1D-F7C1-0B6C-10CE-E3D3CB667989}"/>
          </ac:spMkLst>
        </pc:spChg>
      </pc:sldChg>
      <pc:sldChg chg="addSp delSp modSp">
        <pc:chgData name="Viliam Čillík" userId="S::vcillik@ohpen.com::30894447-e0ac-4615-915d-14a006ecb09b" providerId="AD" clId="Web-{67182E86-820F-FD2D-E457-E0262724C178}" dt="2023-02-20T14:14:29.946" v="122" actId="1076"/>
        <pc:sldMkLst>
          <pc:docMk/>
          <pc:sldMk cId="1726163092" sldId="5282"/>
        </pc:sldMkLst>
        <pc:spChg chg="mod">
          <ac:chgData name="Viliam Čillík" userId="S::vcillik@ohpen.com::30894447-e0ac-4615-915d-14a006ecb09b" providerId="AD" clId="Web-{67182E86-820F-FD2D-E457-E0262724C178}" dt="2023-02-20T14:12:13.864" v="107" actId="20577"/>
          <ac:spMkLst>
            <pc:docMk/>
            <pc:sldMk cId="1726163092" sldId="5282"/>
            <ac:spMk id="2" creationId="{E62AAF5F-7D1A-5805-8E28-5F1859AD2E25}"/>
          </ac:spMkLst>
        </pc:spChg>
        <pc:spChg chg="del mod">
          <ac:chgData name="Viliam Čillík" userId="S::vcillik@ohpen.com::30894447-e0ac-4615-915d-14a006ecb09b" providerId="AD" clId="Web-{67182E86-820F-FD2D-E457-E0262724C178}" dt="2023-02-20T14:06:07.433" v="53"/>
          <ac:spMkLst>
            <pc:docMk/>
            <pc:sldMk cId="1726163092" sldId="5282"/>
            <ac:spMk id="3" creationId="{839C12A5-C740-9BD3-AA46-13400B26FD72}"/>
          </ac:spMkLst>
        </pc:spChg>
        <pc:spChg chg="add mod">
          <ac:chgData name="Viliam Čillík" userId="S::vcillik@ohpen.com::30894447-e0ac-4615-915d-14a006ecb09b" providerId="AD" clId="Web-{67182E86-820F-FD2D-E457-E0262724C178}" dt="2023-02-20T14:06:12.183" v="55" actId="20577"/>
          <ac:spMkLst>
            <pc:docMk/>
            <pc:sldMk cId="1726163092" sldId="5282"/>
            <ac:spMk id="5" creationId="{C955FE6A-3CAD-0BFD-F106-67A41D2EE041}"/>
          </ac:spMkLst>
        </pc:spChg>
        <pc:picChg chg="add mod">
          <ac:chgData name="Viliam Čillík" userId="S::vcillik@ohpen.com::30894447-e0ac-4615-915d-14a006ecb09b" providerId="AD" clId="Web-{67182E86-820F-FD2D-E457-E0262724C178}" dt="2023-02-20T14:10:58.190" v="63" actId="1076"/>
          <ac:picMkLst>
            <pc:docMk/>
            <pc:sldMk cId="1726163092" sldId="5282"/>
            <ac:picMk id="6" creationId="{4E6760F0-9E7F-6393-D1CA-F983F00666AC}"/>
          </ac:picMkLst>
        </pc:picChg>
        <pc:picChg chg="add">
          <ac:chgData name="Viliam Čillík" userId="S::vcillik@ohpen.com::30894447-e0ac-4615-915d-14a006ecb09b" providerId="AD" clId="Web-{67182E86-820F-FD2D-E457-E0262724C178}" dt="2023-02-20T14:12:19.146" v="108"/>
          <ac:picMkLst>
            <pc:docMk/>
            <pc:sldMk cId="1726163092" sldId="5282"/>
            <ac:picMk id="7" creationId="{F1247DD4-CDF2-D355-B019-5A15038289A3}"/>
          </ac:picMkLst>
        </pc:picChg>
        <pc:picChg chg="add mod">
          <ac:chgData name="Viliam Čillík" userId="S::vcillik@ohpen.com::30894447-e0ac-4615-915d-14a006ecb09b" providerId="AD" clId="Web-{67182E86-820F-FD2D-E457-E0262724C178}" dt="2023-02-20T14:12:32.552" v="110" actId="1076"/>
          <ac:picMkLst>
            <pc:docMk/>
            <pc:sldMk cId="1726163092" sldId="5282"/>
            <ac:picMk id="8" creationId="{0863B4BD-A9A7-1281-04CD-95F40802F7D7}"/>
          </ac:picMkLst>
        </pc:picChg>
        <pc:picChg chg="add mod">
          <ac:chgData name="Viliam Čillík" userId="S::vcillik@ohpen.com::30894447-e0ac-4615-915d-14a006ecb09b" providerId="AD" clId="Web-{67182E86-820F-FD2D-E457-E0262724C178}" dt="2023-02-20T14:12:40.912" v="112" actId="1076"/>
          <ac:picMkLst>
            <pc:docMk/>
            <pc:sldMk cId="1726163092" sldId="5282"/>
            <ac:picMk id="9" creationId="{23242CDB-CF77-DF67-A1CC-DAD576B7444D}"/>
          </ac:picMkLst>
        </pc:picChg>
        <pc:picChg chg="add mod">
          <ac:chgData name="Viliam Čillík" userId="S::vcillik@ohpen.com::30894447-e0ac-4615-915d-14a006ecb09b" providerId="AD" clId="Web-{67182E86-820F-FD2D-E457-E0262724C178}" dt="2023-02-20T14:12:53.615" v="114" actId="1076"/>
          <ac:picMkLst>
            <pc:docMk/>
            <pc:sldMk cId="1726163092" sldId="5282"/>
            <ac:picMk id="10" creationId="{6869A2BB-68E0-DF5E-0A32-4B21590F8EAC}"/>
          </ac:picMkLst>
        </pc:picChg>
        <pc:picChg chg="add del mod">
          <ac:chgData name="Viliam Čillík" userId="S::vcillik@ohpen.com::30894447-e0ac-4615-915d-14a006ecb09b" providerId="AD" clId="Web-{67182E86-820F-FD2D-E457-E0262724C178}" dt="2023-02-20T14:13:49.570" v="117"/>
          <ac:picMkLst>
            <pc:docMk/>
            <pc:sldMk cId="1726163092" sldId="5282"/>
            <ac:picMk id="11" creationId="{36ACAD8B-28EC-2B05-1F3E-D166C540ECB8}"/>
          </ac:picMkLst>
        </pc:picChg>
        <pc:picChg chg="add mod">
          <ac:chgData name="Viliam Čillík" userId="S::vcillik@ohpen.com::30894447-e0ac-4615-915d-14a006ecb09b" providerId="AD" clId="Web-{67182E86-820F-FD2D-E457-E0262724C178}" dt="2023-02-20T14:14:29.946" v="122" actId="1076"/>
          <ac:picMkLst>
            <pc:docMk/>
            <pc:sldMk cId="1726163092" sldId="5282"/>
            <ac:picMk id="12" creationId="{D4E516A3-B832-7121-DBD9-9BC5E1062AF8}"/>
          </ac:picMkLst>
        </pc:picChg>
      </pc:sldChg>
      <pc:sldChg chg="modSp">
        <pc:chgData name="Viliam Čillík" userId="S::vcillik@ohpen.com::30894447-e0ac-4615-915d-14a006ecb09b" providerId="AD" clId="Web-{67182E86-820F-FD2D-E457-E0262724C178}" dt="2023-02-20T15:04:54.323" v="780" actId="20577"/>
        <pc:sldMkLst>
          <pc:docMk/>
          <pc:sldMk cId="499051848" sldId="5283"/>
        </pc:sldMkLst>
        <pc:spChg chg="mod">
          <ac:chgData name="Viliam Čillík" userId="S::vcillik@ohpen.com::30894447-e0ac-4615-915d-14a006ecb09b" providerId="AD" clId="Web-{67182E86-820F-FD2D-E457-E0262724C178}" dt="2023-02-20T15:04:54.323" v="780" actId="20577"/>
          <ac:spMkLst>
            <pc:docMk/>
            <pc:sldMk cId="499051848" sldId="5283"/>
            <ac:spMk id="2" creationId="{A8F2AE97-60AE-0369-5A16-59CDF6FF4C1F}"/>
          </ac:spMkLst>
        </pc:spChg>
      </pc:sldChg>
      <pc:sldChg chg="addSp modSp new mod modClrScheme chgLayout">
        <pc:chgData name="Viliam Čillík" userId="S::vcillik@ohpen.com::30894447-e0ac-4615-915d-14a006ecb09b" providerId="AD" clId="Web-{67182E86-820F-FD2D-E457-E0262724C178}" dt="2023-02-20T14:16:35.074" v="145" actId="20577"/>
        <pc:sldMkLst>
          <pc:docMk/>
          <pc:sldMk cId="551817574" sldId="5284"/>
        </pc:sldMkLst>
        <pc:spChg chg="mod ord">
          <ac:chgData name="Viliam Čillík" userId="S::vcillik@ohpen.com::30894447-e0ac-4615-915d-14a006ecb09b" providerId="AD" clId="Web-{67182E86-820F-FD2D-E457-E0262724C178}" dt="2023-02-20T14:16:26.855" v="143"/>
          <ac:spMkLst>
            <pc:docMk/>
            <pc:sldMk cId="551817574" sldId="5284"/>
            <ac:spMk id="2" creationId="{A823B50C-F220-62E0-004E-FA3D1AD87D50}"/>
          </ac:spMkLst>
        </pc:spChg>
        <pc:spChg chg="mod ord">
          <ac:chgData name="Viliam Čillík" userId="S::vcillik@ohpen.com::30894447-e0ac-4615-915d-14a006ecb09b" providerId="AD" clId="Web-{67182E86-820F-FD2D-E457-E0262724C178}" dt="2023-02-20T14:16:35.074" v="145" actId="20577"/>
          <ac:spMkLst>
            <pc:docMk/>
            <pc:sldMk cId="551817574" sldId="5284"/>
            <ac:spMk id="3" creationId="{994B8198-80CA-D2EB-66D4-2CFFD974A3D3}"/>
          </ac:spMkLst>
        </pc:spChg>
        <pc:picChg chg="add mod">
          <ac:chgData name="Viliam Čillík" userId="S::vcillik@ohpen.com::30894447-e0ac-4615-915d-14a006ecb09b" providerId="AD" clId="Web-{67182E86-820F-FD2D-E457-E0262724C178}" dt="2023-02-20T14:15:42.166" v="133" actId="1076"/>
          <ac:picMkLst>
            <pc:docMk/>
            <pc:sldMk cId="551817574" sldId="5284"/>
            <ac:picMk id="4" creationId="{E8F76933-F65B-F67B-133C-AE99F846E43C}"/>
          </ac:picMkLst>
        </pc:picChg>
      </pc:sldChg>
      <pc:sldChg chg="addSp delSp modSp new mod modClrScheme chgLayout">
        <pc:chgData name="Viliam Čillík" userId="S::vcillik@ohpen.com::30894447-e0ac-4615-915d-14a006ecb09b" providerId="AD" clId="Web-{67182E86-820F-FD2D-E457-E0262724C178}" dt="2023-02-20T14:36:31.668" v="442" actId="20577"/>
        <pc:sldMkLst>
          <pc:docMk/>
          <pc:sldMk cId="2629294049" sldId="5285"/>
        </pc:sldMkLst>
        <pc:spChg chg="mod ord">
          <ac:chgData name="Viliam Čillík" userId="S::vcillik@ohpen.com::30894447-e0ac-4615-915d-14a006ecb09b" providerId="AD" clId="Web-{67182E86-820F-FD2D-E457-E0262724C178}" dt="2023-02-20T14:17:26.247" v="155" actId="20577"/>
          <ac:spMkLst>
            <pc:docMk/>
            <pc:sldMk cId="2629294049" sldId="5285"/>
            <ac:spMk id="2" creationId="{6419F41D-5260-F986-0C6C-0D941126E251}"/>
          </ac:spMkLst>
        </pc:spChg>
        <pc:spChg chg="mod ord">
          <ac:chgData name="Viliam Čillík" userId="S::vcillik@ohpen.com::30894447-e0ac-4615-915d-14a006ecb09b" providerId="AD" clId="Web-{67182E86-820F-FD2D-E457-E0262724C178}" dt="2023-02-20T14:17:54.139" v="167" actId="20577"/>
          <ac:spMkLst>
            <pc:docMk/>
            <pc:sldMk cId="2629294049" sldId="5285"/>
            <ac:spMk id="3" creationId="{7E9DCBA1-D684-463C-76BD-1BED2637481C}"/>
          </ac:spMkLst>
        </pc:spChg>
        <pc:spChg chg="add mod ord">
          <ac:chgData name="Viliam Čillík" userId="S::vcillik@ohpen.com::30894447-e0ac-4615-915d-14a006ecb09b" providerId="AD" clId="Web-{67182E86-820F-FD2D-E457-E0262724C178}" dt="2023-02-20T14:36:31.668" v="442" actId="20577"/>
          <ac:spMkLst>
            <pc:docMk/>
            <pc:sldMk cId="2629294049" sldId="5285"/>
            <ac:spMk id="5" creationId="{F87CBD02-5174-99EA-CA45-8525FF3C8BF6}"/>
          </ac:spMkLst>
        </pc:spChg>
        <pc:spChg chg="add del mod ord">
          <ac:chgData name="Viliam Čillík" userId="S::vcillik@ohpen.com::30894447-e0ac-4615-915d-14a006ecb09b" providerId="AD" clId="Web-{67182E86-820F-FD2D-E457-E0262724C178}" dt="2023-02-20T14:20:47.565" v="224"/>
          <ac:spMkLst>
            <pc:docMk/>
            <pc:sldMk cId="2629294049" sldId="5285"/>
            <ac:spMk id="6" creationId="{007050D0-4140-7729-B4F3-2C319903351F}"/>
          </ac:spMkLst>
        </pc:spChg>
        <pc:spChg chg="add del mod ord">
          <ac:chgData name="Viliam Čillík" userId="S::vcillik@ohpen.com::30894447-e0ac-4615-915d-14a006ecb09b" providerId="AD" clId="Web-{67182E86-820F-FD2D-E457-E0262724C178}" dt="2023-02-20T14:20:49.096" v="225"/>
          <ac:spMkLst>
            <pc:docMk/>
            <pc:sldMk cId="2629294049" sldId="5285"/>
            <ac:spMk id="7" creationId="{6E5D940D-46D7-B42B-03E5-F6690C86D10C}"/>
          </ac:spMkLst>
        </pc:spChg>
        <pc:spChg chg="add mod ord">
          <ac:chgData name="Viliam Čillík" userId="S::vcillik@ohpen.com::30894447-e0ac-4615-915d-14a006ecb09b" providerId="AD" clId="Web-{67182E86-820F-FD2D-E457-E0262724C178}" dt="2023-02-20T14:17:49.811" v="158" actId="20577"/>
          <ac:spMkLst>
            <pc:docMk/>
            <pc:sldMk cId="2629294049" sldId="5285"/>
            <ac:spMk id="8" creationId="{9E09A3E6-756E-F47B-CC42-28BC10923CE3}"/>
          </ac:spMkLst>
        </pc:spChg>
        <pc:picChg chg="add del mod">
          <ac:chgData name="Viliam Čillík" userId="S::vcillik@ohpen.com::30894447-e0ac-4615-915d-14a006ecb09b" providerId="AD" clId="Web-{67182E86-820F-FD2D-E457-E0262724C178}" dt="2023-02-20T14:18:04.827" v="169"/>
          <ac:picMkLst>
            <pc:docMk/>
            <pc:sldMk cId="2629294049" sldId="5285"/>
            <ac:picMk id="4" creationId="{0EDA7CD0-293E-DFD3-BF4F-C197FC59A522}"/>
          </ac:picMkLst>
        </pc:picChg>
        <pc:picChg chg="add del mod">
          <ac:chgData name="Viliam Čillík" userId="S::vcillik@ohpen.com::30894447-e0ac-4615-915d-14a006ecb09b" providerId="AD" clId="Web-{67182E86-820F-FD2D-E457-E0262724C178}" dt="2023-02-20T14:19:54.564" v="217"/>
          <ac:picMkLst>
            <pc:docMk/>
            <pc:sldMk cId="2629294049" sldId="5285"/>
            <ac:picMk id="9" creationId="{97221D85-5C67-5C55-DDB0-55FBE584A01B}"/>
          </ac:picMkLst>
        </pc:picChg>
        <pc:picChg chg="add mod">
          <ac:chgData name="Viliam Čillík" userId="S::vcillik@ohpen.com::30894447-e0ac-4615-915d-14a006ecb09b" providerId="AD" clId="Web-{67182E86-820F-FD2D-E457-E0262724C178}" dt="2023-02-20T14:23:36.976" v="241" actId="14100"/>
          <ac:picMkLst>
            <pc:docMk/>
            <pc:sldMk cId="2629294049" sldId="5285"/>
            <ac:picMk id="10" creationId="{9D9E96E0-68DD-7965-C2A2-0E3889ABCE90}"/>
          </ac:picMkLst>
        </pc:picChg>
        <pc:picChg chg="add del mod">
          <ac:chgData name="Viliam Čillík" userId="S::vcillik@ohpen.com::30894447-e0ac-4615-915d-14a006ecb09b" providerId="AD" clId="Web-{67182E86-820F-FD2D-E457-E0262724C178}" dt="2023-02-20T14:20:36.596" v="221"/>
          <ac:picMkLst>
            <pc:docMk/>
            <pc:sldMk cId="2629294049" sldId="5285"/>
            <ac:picMk id="11" creationId="{652C6902-AE39-B401-0DD8-4D15C44ECF81}"/>
          </ac:picMkLst>
        </pc:picChg>
        <pc:picChg chg="add mod">
          <ac:chgData name="Viliam Čillík" userId="S::vcillik@ohpen.com::30894447-e0ac-4615-915d-14a006ecb09b" providerId="AD" clId="Web-{67182E86-820F-FD2D-E457-E0262724C178}" dt="2023-02-20T14:23:40.070" v="242" actId="14100"/>
          <ac:picMkLst>
            <pc:docMk/>
            <pc:sldMk cId="2629294049" sldId="5285"/>
            <ac:picMk id="12" creationId="{D5162A03-C47D-E4B2-94FD-0BF446C4A39E}"/>
          </ac:picMkLst>
        </pc:picChg>
        <pc:picChg chg="add mod">
          <ac:chgData name="Viliam Čillík" userId="S::vcillik@ohpen.com::30894447-e0ac-4615-915d-14a006ecb09b" providerId="AD" clId="Web-{67182E86-820F-FD2D-E457-E0262724C178}" dt="2023-02-20T14:23:32.835" v="240" actId="14100"/>
          <ac:picMkLst>
            <pc:docMk/>
            <pc:sldMk cId="2629294049" sldId="5285"/>
            <ac:picMk id="13" creationId="{2CC6994B-63A9-0388-40ED-07987BCB9E76}"/>
          </ac:picMkLst>
        </pc:picChg>
      </pc:sldChg>
      <pc:sldChg chg="addSp delSp modSp new mod modClrScheme chgLayout">
        <pc:chgData name="Viliam Čillík" userId="S::vcillik@ohpen.com::30894447-e0ac-4615-915d-14a006ecb09b" providerId="AD" clId="Web-{67182E86-820F-FD2D-E457-E0262724C178}" dt="2023-02-20T17:06:39.834" v="1277" actId="20577"/>
        <pc:sldMkLst>
          <pc:docMk/>
          <pc:sldMk cId="2086341495" sldId="5286"/>
        </pc:sldMkLst>
        <pc:spChg chg="mod ord">
          <ac:chgData name="Viliam Čillík" userId="S::vcillik@ohpen.com::30894447-e0ac-4615-915d-14a006ecb09b" providerId="AD" clId="Web-{67182E86-820F-FD2D-E457-E0262724C178}" dt="2023-02-20T14:37:16.873" v="450" actId="20577"/>
          <ac:spMkLst>
            <pc:docMk/>
            <pc:sldMk cId="2086341495" sldId="5286"/>
            <ac:spMk id="2" creationId="{CA84320E-B4E8-8867-8F7E-FE255D670E95}"/>
          </ac:spMkLst>
        </pc:spChg>
        <pc:spChg chg="mod ord">
          <ac:chgData name="Viliam Čillík" userId="S::vcillik@ohpen.com::30894447-e0ac-4615-915d-14a006ecb09b" providerId="AD" clId="Web-{67182E86-820F-FD2D-E457-E0262724C178}" dt="2023-02-20T15:35:23.324" v="1005" actId="20577"/>
          <ac:spMkLst>
            <pc:docMk/>
            <pc:sldMk cId="2086341495" sldId="5286"/>
            <ac:spMk id="3" creationId="{A68B75CF-7DCE-C1A4-9FCB-DDACB7ED870B}"/>
          </ac:spMkLst>
        </pc:spChg>
        <pc:spChg chg="mod ord">
          <ac:chgData name="Viliam Čillík" userId="S::vcillik@ohpen.com::30894447-e0ac-4615-915d-14a006ecb09b" providerId="AD" clId="Web-{67182E86-820F-FD2D-E457-E0262724C178}" dt="2023-02-20T17:06:39.834" v="1277" actId="20577"/>
          <ac:spMkLst>
            <pc:docMk/>
            <pc:sldMk cId="2086341495" sldId="5286"/>
            <ac:spMk id="4" creationId="{68336435-A305-662F-3459-F4BE9BE1DDAF}"/>
          </ac:spMkLst>
        </pc:spChg>
        <pc:spChg chg="mod ord">
          <ac:chgData name="Viliam Čillík" userId="S::vcillik@ohpen.com::30894447-e0ac-4615-915d-14a006ecb09b" providerId="AD" clId="Web-{67182E86-820F-FD2D-E457-E0262724C178}" dt="2023-02-20T17:06:37.802" v="1276" actId="20577"/>
          <ac:spMkLst>
            <pc:docMk/>
            <pc:sldMk cId="2086341495" sldId="5286"/>
            <ac:spMk id="5" creationId="{2DECCD09-46FC-EBAE-4FD0-2F527736B5DC}"/>
          </ac:spMkLst>
        </pc:spChg>
        <pc:spChg chg="mod ord">
          <ac:chgData name="Viliam Čillík" userId="S::vcillik@ohpen.com::30894447-e0ac-4615-915d-14a006ecb09b" providerId="AD" clId="Web-{67182E86-820F-FD2D-E457-E0262724C178}" dt="2023-02-20T14:27:59.373" v="280"/>
          <ac:spMkLst>
            <pc:docMk/>
            <pc:sldMk cId="2086341495" sldId="5286"/>
            <ac:spMk id="6" creationId="{097EF0F2-539A-EA70-7AB4-734902189E33}"/>
          </ac:spMkLst>
        </pc:spChg>
        <pc:spChg chg="mod ord">
          <ac:chgData name="Viliam Čillík" userId="S::vcillik@ohpen.com::30894447-e0ac-4615-915d-14a006ecb09b" providerId="AD" clId="Web-{67182E86-820F-FD2D-E457-E0262724C178}" dt="2023-02-20T15:06:46.435" v="796" actId="20577"/>
          <ac:spMkLst>
            <pc:docMk/>
            <pc:sldMk cId="2086341495" sldId="5286"/>
            <ac:spMk id="7" creationId="{B389E6DA-C6D4-1651-AACB-A81DD2B3FA68}"/>
          </ac:spMkLst>
        </pc:spChg>
        <pc:spChg chg="add del mod ord">
          <ac:chgData name="Viliam Čillík" userId="S::vcillik@ohpen.com::30894447-e0ac-4615-915d-14a006ecb09b" providerId="AD" clId="Web-{67182E86-820F-FD2D-E457-E0262724C178}" dt="2023-02-20T14:36:04.386" v="438"/>
          <ac:spMkLst>
            <pc:docMk/>
            <pc:sldMk cId="2086341495" sldId="5286"/>
            <ac:spMk id="8" creationId="{474A37F5-DE2C-19AA-1FE1-7BBD0D1A98F5}"/>
          </ac:spMkLst>
        </pc:spChg>
        <pc:spChg chg="add del mod ord">
          <ac:chgData name="Viliam Čillík" userId="S::vcillik@ohpen.com::30894447-e0ac-4615-915d-14a006ecb09b" providerId="AD" clId="Web-{67182E86-820F-FD2D-E457-E0262724C178}" dt="2023-02-20T14:36:09.058" v="440"/>
          <ac:spMkLst>
            <pc:docMk/>
            <pc:sldMk cId="2086341495" sldId="5286"/>
            <ac:spMk id="9" creationId="{10DA703D-859B-D592-10F9-DE4E01ED656E}"/>
          </ac:spMkLst>
        </pc:spChg>
        <pc:spChg chg="add mod ord">
          <ac:chgData name="Viliam Čillík" userId="S::vcillik@ohpen.com::30894447-e0ac-4615-915d-14a006ecb09b" providerId="AD" clId="Web-{67182E86-820F-FD2D-E457-E0262724C178}" dt="2023-02-20T15:04:07.509" v="776" actId="20577"/>
          <ac:spMkLst>
            <pc:docMk/>
            <pc:sldMk cId="2086341495" sldId="5286"/>
            <ac:spMk id="10" creationId="{A0F2D953-244A-7884-B5BD-BFF93582949C}"/>
          </ac:spMkLst>
        </pc:spChg>
        <pc:spChg chg="add mod ord">
          <ac:chgData name="Viliam Čillík" userId="S::vcillik@ohpen.com::30894447-e0ac-4615-915d-14a006ecb09b" providerId="AD" clId="Web-{67182E86-820F-FD2D-E457-E0262724C178}" dt="2023-02-20T14:28:14.343" v="283" actId="20577"/>
          <ac:spMkLst>
            <pc:docMk/>
            <pc:sldMk cId="2086341495" sldId="5286"/>
            <ac:spMk id="11" creationId="{3D03E332-97FF-1B37-7E98-688D76F6F225}"/>
          </ac:spMkLst>
        </pc:spChg>
        <pc:spChg chg="add del mod">
          <ac:chgData name="Viliam Čillík" userId="S::vcillik@ohpen.com::30894447-e0ac-4615-915d-14a006ecb09b" providerId="AD" clId="Web-{67182E86-820F-FD2D-E457-E0262724C178}" dt="2023-02-20T14:36:11.808" v="441"/>
          <ac:spMkLst>
            <pc:docMk/>
            <pc:sldMk cId="2086341495" sldId="5286"/>
            <ac:spMk id="15" creationId="{5C594D07-2D00-6C47-CF2A-77806560D074}"/>
          </ac:spMkLst>
        </pc:spChg>
        <pc:picChg chg="add del mod ord modCrop">
          <ac:chgData name="Viliam Čillík" userId="S::vcillik@ohpen.com::30894447-e0ac-4615-915d-14a006ecb09b" providerId="AD" clId="Web-{67182E86-820F-FD2D-E457-E0262724C178}" dt="2023-02-20T14:35:55.245" v="437"/>
          <ac:picMkLst>
            <pc:docMk/>
            <pc:sldMk cId="2086341495" sldId="5286"/>
            <ac:picMk id="12" creationId="{1A37BBF7-72B2-ED1D-8EBC-07C53CFA206E}"/>
          </ac:picMkLst>
        </pc:picChg>
        <pc:picChg chg="add del mod ord modCrop">
          <ac:chgData name="Viliam Čillík" userId="S::vcillik@ohpen.com::30894447-e0ac-4615-915d-14a006ecb09b" providerId="AD" clId="Web-{67182E86-820F-FD2D-E457-E0262724C178}" dt="2023-02-20T14:36:07.761" v="439"/>
          <ac:picMkLst>
            <pc:docMk/>
            <pc:sldMk cId="2086341495" sldId="5286"/>
            <ac:picMk id="13" creationId="{7FFAAC8C-90F8-FF9B-CA97-C1BDC9AC77DC}"/>
          </ac:picMkLst>
        </pc:picChg>
      </pc:sldChg>
      <pc:sldChg chg="addSp delSp modSp new mod modClrScheme chgLayout">
        <pc:chgData name="Viliam Čillík" userId="S::vcillik@ohpen.com::30894447-e0ac-4615-915d-14a006ecb09b" providerId="AD" clId="Web-{67182E86-820F-FD2D-E457-E0262724C178}" dt="2023-02-20T15:54:15.776" v="1062" actId="20577"/>
        <pc:sldMkLst>
          <pc:docMk/>
          <pc:sldMk cId="3950297646" sldId="5287"/>
        </pc:sldMkLst>
        <pc:spChg chg="mod ord">
          <ac:chgData name="Viliam Čillík" userId="S::vcillik@ohpen.com::30894447-e0ac-4615-915d-14a006ecb09b" providerId="AD" clId="Web-{67182E86-820F-FD2D-E457-E0262724C178}" dt="2023-02-20T14:41:30.082" v="501" actId="1076"/>
          <ac:spMkLst>
            <pc:docMk/>
            <pc:sldMk cId="3950297646" sldId="5287"/>
            <ac:spMk id="2" creationId="{FFAD8DCA-C6B2-BFA0-F2EC-5830262156C8}"/>
          </ac:spMkLst>
        </pc:spChg>
        <pc:spChg chg="del mod ord">
          <ac:chgData name="Viliam Čillík" userId="S::vcillik@ohpen.com::30894447-e0ac-4615-915d-14a006ecb09b" providerId="AD" clId="Web-{67182E86-820F-FD2D-E457-E0262724C178}" dt="2023-02-20T14:41:14.582" v="497"/>
          <ac:spMkLst>
            <pc:docMk/>
            <pc:sldMk cId="3950297646" sldId="5287"/>
            <ac:spMk id="3" creationId="{92661A07-A86D-CC3F-D84B-ACC70E2D6796}"/>
          </ac:spMkLst>
        </pc:spChg>
        <pc:spChg chg="del">
          <ac:chgData name="Viliam Čillík" userId="S::vcillik@ohpen.com::30894447-e0ac-4615-915d-14a006ecb09b" providerId="AD" clId="Web-{67182E86-820F-FD2D-E457-E0262724C178}" dt="2023-02-20T14:38:24.015" v="455"/>
          <ac:spMkLst>
            <pc:docMk/>
            <pc:sldMk cId="3950297646" sldId="5287"/>
            <ac:spMk id="4" creationId="{4226AA05-AE49-1AA9-53BC-769B8B32CCE4}"/>
          </ac:spMkLst>
        </pc:spChg>
        <pc:spChg chg="del">
          <ac:chgData name="Viliam Čillík" userId="S::vcillik@ohpen.com::30894447-e0ac-4615-915d-14a006ecb09b" providerId="AD" clId="Web-{67182E86-820F-FD2D-E457-E0262724C178}" dt="2023-02-20T14:38:24.015" v="455"/>
          <ac:spMkLst>
            <pc:docMk/>
            <pc:sldMk cId="3950297646" sldId="5287"/>
            <ac:spMk id="5" creationId="{09A4BFA1-9430-5718-ED99-1D6CDB0EFAA7}"/>
          </ac:spMkLst>
        </pc:spChg>
        <pc:spChg chg="mod ord">
          <ac:chgData name="Viliam Čillík" userId="S::vcillik@ohpen.com::30894447-e0ac-4615-915d-14a006ecb09b" providerId="AD" clId="Web-{67182E86-820F-FD2D-E457-E0262724C178}" dt="2023-02-20T14:43:06.164" v="537" actId="20577"/>
          <ac:spMkLst>
            <pc:docMk/>
            <pc:sldMk cId="3950297646" sldId="5287"/>
            <ac:spMk id="6" creationId="{F48A7429-5EC5-03BD-1874-17D6D14DF028}"/>
          </ac:spMkLst>
        </pc:spChg>
        <pc:spChg chg="mod ord">
          <ac:chgData name="Viliam Čillík" userId="S::vcillik@ohpen.com::30894447-e0ac-4615-915d-14a006ecb09b" providerId="AD" clId="Web-{67182E86-820F-FD2D-E457-E0262724C178}" dt="2023-02-20T14:47:01.076" v="570" actId="1076"/>
          <ac:spMkLst>
            <pc:docMk/>
            <pc:sldMk cId="3950297646" sldId="5287"/>
            <ac:spMk id="7" creationId="{B3E6C942-12FB-A389-E752-0834504E71AD}"/>
          </ac:spMkLst>
        </pc:spChg>
        <pc:spChg chg="mod ord">
          <ac:chgData name="Viliam Čillík" userId="S::vcillik@ohpen.com::30894447-e0ac-4615-915d-14a006ecb09b" providerId="AD" clId="Web-{67182E86-820F-FD2D-E457-E0262724C178}" dt="2023-02-20T15:54:04.479" v="1056" actId="20577"/>
          <ac:spMkLst>
            <pc:docMk/>
            <pc:sldMk cId="3950297646" sldId="5287"/>
            <ac:spMk id="8" creationId="{A9752836-A286-7422-C826-13C376AB102F}"/>
          </ac:spMkLst>
        </pc:spChg>
        <pc:spChg chg="mod ord">
          <ac:chgData name="Viliam Čillík" userId="S::vcillik@ohpen.com::30894447-e0ac-4615-915d-14a006ecb09b" providerId="AD" clId="Web-{67182E86-820F-FD2D-E457-E0262724C178}" dt="2023-02-20T15:54:15.776" v="1062" actId="20577"/>
          <ac:spMkLst>
            <pc:docMk/>
            <pc:sldMk cId="3950297646" sldId="5287"/>
            <ac:spMk id="9" creationId="{5825EEE5-2A15-EFBF-C173-99F10A871289}"/>
          </ac:spMkLst>
        </pc:spChg>
        <pc:spChg chg="mod ord">
          <ac:chgData name="Viliam Čillík" userId="S::vcillik@ohpen.com::30894447-e0ac-4615-915d-14a006ecb09b" providerId="AD" clId="Web-{67182E86-820F-FD2D-E457-E0262724C178}" dt="2023-02-20T14:41:24.567" v="500" actId="1076"/>
          <ac:spMkLst>
            <pc:docMk/>
            <pc:sldMk cId="3950297646" sldId="5287"/>
            <ac:spMk id="10" creationId="{4D4ADC41-4688-DEE2-282B-BFE4BE6921A5}"/>
          </ac:spMkLst>
        </pc:spChg>
        <pc:spChg chg="mod ord">
          <ac:chgData name="Viliam Čillík" userId="S::vcillik@ohpen.com::30894447-e0ac-4615-915d-14a006ecb09b" providerId="AD" clId="Web-{67182E86-820F-FD2D-E457-E0262724C178}" dt="2023-02-20T14:55:31.965" v="601" actId="20577"/>
          <ac:spMkLst>
            <pc:docMk/>
            <pc:sldMk cId="3950297646" sldId="5287"/>
            <ac:spMk id="11" creationId="{4B2EE406-E7A2-72BE-AD8E-402053D16372}"/>
          </ac:spMkLst>
        </pc:spChg>
        <pc:spChg chg="add del mod ord">
          <ac:chgData name="Viliam Čillík" userId="S::vcillik@ohpen.com::30894447-e0ac-4615-915d-14a006ecb09b" providerId="AD" clId="Web-{67182E86-820F-FD2D-E457-E0262724C178}" dt="2023-02-20T14:38:35.781" v="456"/>
          <ac:spMkLst>
            <pc:docMk/>
            <pc:sldMk cId="3950297646" sldId="5287"/>
            <ac:spMk id="12" creationId="{346B2AEB-C62D-E326-E50D-EA5096F8AF16}"/>
          </ac:spMkLst>
        </pc:spChg>
        <pc:spChg chg="add del mod ord">
          <ac:chgData name="Viliam Čillík" userId="S::vcillik@ohpen.com::30894447-e0ac-4615-915d-14a006ecb09b" providerId="AD" clId="Web-{67182E86-820F-FD2D-E457-E0262724C178}" dt="2023-02-20T14:38:35.781" v="456"/>
          <ac:spMkLst>
            <pc:docMk/>
            <pc:sldMk cId="3950297646" sldId="5287"/>
            <ac:spMk id="13" creationId="{A4A4E516-4BB7-FFB4-9447-5298F15DB295}"/>
          </ac:spMkLst>
        </pc:spChg>
        <pc:spChg chg="add del mod ord">
          <ac:chgData name="Viliam Čillík" userId="S::vcillik@ohpen.com::30894447-e0ac-4615-915d-14a006ecb09b" providerId="AD" clId="Web-{67182E86-820F-FD2D-E457-E0262724C178}" dt="2023-02-20T14:38:35.781" v="456"/>
          <ac:spMkLst>
            <pc:docMk/>
            <pc:sldMk cId="3950297646" sldId="5287"/>
            <ac:spMk id="14" creationId="{AF34A1C1-C6C1-24B2-142F-C61E3BCA1CC3}"/>
          </ac:spMkLst>
        </pc:spChg>
        <pc:spChg chg="add del mod ord">
          <ac:chgData name="Viliam Čillík" userId="S::vcillik@ohpen.com::30894447-e0ac-4615-915d-14a006ecb09b" providerId="AD" clId="Web-{67182E86-820F-FD2D-E457-E0262724C178}" dt="2023-02-20T14:38:35.781" v="456"/>
          <ac:spMkLst>
            <pc:docMk/>
            <pc:sldMk cId="3950297646" sldId="5287"/>
            <ac:spMk id="15" creationId="{F572DACC-E0D6-DF75-99DD-9BC923C2DF91}"/>
          </ac:spMkLst>
        </pc:spChg>
        <pc:spChg chg="add del mod ord">
          <ac:chgData name="Viliam Čillík" userId="S::vcillik@ohpen.com::30894447-e0ac-4615-915d-14a006ecb09b" providerId="AD" clId="Web-{67182E86-820F-FD2D-E457-E0262724C178}" dt="2023-02-20T14:38:35.781" v="456"/>
          <ac:spMkLst>
            <pc:docMk/>
            <pc:sldMk cId="3950297646" sldId="5287"/>
            <ac:spMk id="16" creationId="{123608C8-34BC-0147-C42B-B61BE44AC81D}"/>
          </ac:spMkLst>
        </pc:spChg>
        <pc:spChg chg="add del mod ord">
          <ac:chgData name="Viliam Čillík" userId="S::vcillik@ohpen.com::30894447-e0ac-4615-915d-14a006ecb09b" providerId="AD" clId="Web-{67182E86-820F-FD2D-E457-E0262724C178}" dt="2023-02-20T14:38:35.781" v="456"/>
          <ac:spMkLst>
            <pc:docMk/>
            <pc:sldMk cId="3950297646" sldId="5287"/>
            <ac:spMk id="17" creationId="{0D642CD5-99A4-02EE-CA42-A1DF33BE695B}"/>
          </ac:spMkLst>
        </pc:spChg>
        <pc:spChg chg="add del mod ord">
          <ac:chgData name="Viliam Čillík" userId="S::vcillik@ohpen.com::30894447-e0ac-4615-915d-14a006ecb09b" providerId="AD" clId="Web-{67182E86-820F-FD2D-E457-E0262724C178}" dt="2023-02-20T14:38:35.781" v="456"/>
          <ac:spMkLst>
            <pc:docMk/>
            <pc:sldMk cId="3950297646" sldId="5287"/>
            <ac:spMk id="18" creationId="{99D29549-E883-F1A4-B08C-1C98AE11CD45}"/>
          </ac:spMkLst>
        </pc:spChg>
        <pc:spChg chg="add del mod ord">
          <ac:chgData name="Viliam Čillík" userId="S::vcillik@ohpen.com::30894447-e0ac-4615-915d-14a006ecb09b" providerId="AD" clId="Web-{67182E86-820F-FD2D-E457-E0262724C178}" dt="2023-02-20T14:38:35.781" v="456"/>
          <ac:spMkLst>
            <pc:docMk/>
            <pc:sldMk cId="3950297646" sldId="5287"/>
            <ac:spMk id="19" creationId="{3BB10E51-C141-776A-A412-5B8CE110A910}"/>
          </ac:spMkLst>
        </pc:spChg>
        <pc:spChg chg="add del mod ord">
          <ac:chgData name="Viliam Čillík" userId="S::vcillik@ohpen.com::30894447-e0ac-4615-915d-14a006ecb09b" providerId="AD" clId="Web-{67182E86-820F-FD2D-E457-E0262724C178}" dt="2023-02-20T14:38:35.781" v="456"/>
          <ac:spMkLst>
            <pc:docMk/>
            <pc:sldMk cId="3950297646" sldId="5287"/>
            <ac:spMk id="20" creationId="{B8830F58-3769-4A93-D913-62A78B96C36E}"/>
          </ac:spMkLst>
        </pc:spChg>
        <pc:spChg chg="add del mod ord">
          <ac:chgData name="Viliam Čillík" userId="S::vcillik@ohpen.com::30894447-e0ac-4615-915d-14a006ecb09b" providerId="AD" clId="Web-{67182E86-820F-FD2D-E457-E0262724C178}" dt="2023-02-20T14:38:35.781" v="456"/>
          <ac:spMkLst>
            <pc:docMk/>
            <pc:sldMk cId="3950297646" sldId="5287"/>
            <ac:spMk id="21" creationId="{D5F4E290-6A03-68C5-F587-8A5E7DF563E5}"/>
          </ac:spMkLst>
        </pc:spChg>
        <pc:spChg chg="add del mod ord">
          <ac:chgData name="Viliam Čillík" userId="S::vcillik@ohpen.com::30894447-e0ac-4615-915d-14a006ecb09b" providerId="AD" clId="Web-{67182E86-820F-FD2D-E457-E0262724C178}" dt="2023-02-20T14:38:35.781" v="456"/>
          <ac:spMkLst>
            <pc:docMk/>
            <pc:sldMk cId="3950297646" sldId="5287"/>
            <ac:spMk id="22" creationId="{20C622A0-F398-2CD0-C5D0-763C0ACEB0FD}"/>
          </ac:spMkLst>
        </pc:spChg>
        <pc:spChg chg="add del mod ord">
          <ac:chgData name="Viliam Čillík" userId="S::vcillik@ohpen.com::30894447-e0ac-4615-915d-14a006ecb09b" providerId="AD" clId="Web-{67182E86-820F-FD2D-E457-E0262724C178}" dt="2023-02-20T14:38:35.781" v="456"/>
          <ac:spMkLst>
            <pc:docMk/>
            <pc:sldMk cId="3950297646" sldId="5287"/>
            <ac:spMk id="23" creationId="{4FBADF99-39F7-3C30-E761-47B52982F021}"/>
          </ac:spMkLst>
        </pc:spChg>
        <pc:spChg chg="add del mod ord">
          <ac:chgData name="Viliam Čillík" userId="S::vcillik@ohpen.com::30894447-e0ac-4615-915d-14a006ecb09b" providerId="AD" clId="Web-{67182E86-820F-FD2D-E457-E0262724C178}" dt="2023-02-20T14:38:35.781" v="456"/>
          <ac:spMkLst>
            <pc:docMk/>
            <pc:sldMk cId="3950297646" sldId="5287"/>
            <ac:spMk id="24" creationId="{F9041791-D769-5019-D977-0472DF996758}"/>
          </ac:spMkLst>
        </pc:spChg>
        <pc:spChg chg="add del mod ord">
          <ac:chgData name="Viliam Čillík" userId="S::vcillik@ohpen.com::30894447-e0ac-4615-915d-14a006ecb09b" providerId="AD" clId="Web-{67182E86-820F-FD2D-E457-E0262724C178}" dt="2023-02-20T14:38:35.781" v="456"/>
          <ac:spMkLst>
            <pc:docMk/>
            <pc:sldMk cId="3950297646" sldId="5287"/>
            <ac:spMk id="25" creationId="{6D730ABA-E4D3-F661-867A-40B7EB094D27}"/>
          </ac:spMkLst>
        </pc:spChg>
        <pc:spChg chg="add del mod ord">
          <ac:chgData name="Viliam Čillík" userId="S::vcillik@ohpen.com::30894447-e0ac-4615-915d-14a006ecb09b" providerId="AD" clId="Web-{67182E86-820F-FD2D-E457-E0262724C178}" dt="2023-02-20T14:38:35.781" v="456"/>
          <ac:spMkLst>
            <pc:docMk/>
            <pc:sldMk cId="3950297646" sldId="5287"/>
            <ac:spMk id="26" creationId="{1FCD9F2D-48D8-EBBE-596A-15CF43025E61}"/>
          </ac:spMkLst>
        </pc:spChg>
        <pc:spChg chg="add del mod ord">
          <ac:chgData name="Viliam Čillík" userId="S::vcillik@ohpen.com::30894447-e0ac-4615-915d-14a006ecb09b" providerId="AD" clId="Web-{67182E86-820F-FD2D-E457-E0262724C178}" dt="2023-02-20T14:42:19.228" v="526"/>
          <ac:spMkLst>
            <pc:docMk/>
            <pc:sldMk cId="3950297646" sldId="5287"/>
            <ac:spMk id="27" creationId="{BB80BEE2-6919-EB6C-549B-58522482F23D}"/>
          </ac:spMkLst>
        </pc:spChg>
        <pc:spChg chg="add del mod ord">
          <ac:chgData name="Viliam Čillík" userId="S::vcillik@ohpen.com::30894447-e0ac-4615-915d-14a006ecb09b" providerId="AD" clId="Web-{67182E86-820F-FD2D-E457-E0262724C178}" dt="2023-02-20T14:42:18.584" v="525"/>
          <ac:spMkLst>
            <pc:docMk/>
            <pc:sldMk cId="3950297646" sldId="5287"/>
            <ac:spMk id="28" creationId="{32E7C714-3606-AAD5-2EB6-7F468187CF1B}"/>
          </ac:spMkLst>
        </pc:spChg>
        <pc:spChg chg="add del mod">
          <ac:chgData name="Viliam Čillík" userId="S::vcillik@ohpen.com::30894447-e0ac-4615-915d-14a006ecb09b" providerId="AD" clId="Web-{67182E86-820F-FD2D-E457-E0262724C178}" dt="2023-02-20T14:41:58.849" v="521"/>
          <ac:spMkLst>
            <pc:docMk/>
            <pc:sldMk cId="3950297646" sldId="5287"/>
            <ac:spMk id="29" creationId="{A8AA1961-9FB6-A0C7-5A3C-2B2357DDDCD0}"/>
          </ac:spMkLst>
        </pc:spChg>
        <pc:picChg chg="add del mod">
          <ac:chgData name="Viliam Čillík" userId="S::vcillik@ohpen.com::30894447-e0ac-4615-915d-14a006ecb09b" providerId="AD" clId="Web-{67182E86-820F-FD2D-E457-E0262724C178}" dt="2023-02-20T14:43:09.116" v="538"/>
          <ac:picMkLst>
            <pc:docMk/>
            <pc:sldMk cId="3950297646" sldId="5287"/>
            <ac:picMk id="30" creationId="{F1E35DE8-CD53-4929-D478-2ECBED62D117}"/>
          </ac:picMkLst>
        </pc:picChg>
        <pc:picChg chg="add del mod">
          <ac:chgData name="Viliam Čillík" userId="S::vcillik@ohpen.com::30894447-e0ac-4615-915d-14a006ecb09b" providerId="AD" clId="Web-{67182E86-820F-FD2D-E457-E0262724C178}" dt="2023-02-20T14:45:23.120" v="551"/>
          <ac:picMkLst>
            <pc:docMk/>
            <pc:sldMk cId="3950297646" sldId="5287"/>
            <ac:picMk id="31" creationId="{278513E0-CF8C-F417-4367-69C1AC49A424}"/>
          </ac:picMkLst>
        </pc:picChg>
        <pc:picChg chg="add del mod">
          <ac:chgData name="Viliam Čillík" userId="S::vcillik@ohpen.com::30894447-e0ac-4615-915d-14a006ecb09b" providerId="AD" clId="Web-{67182E86-820F-FD2D-E457-E0262724C178}" dt="2023-02-20T14:47:42.155" v="573"/>
          <ac:picMkLst>
            <pc:docMk/>
            <pc:sldMk cId="3950297646" sldId="5287"/>
            <ac:picMk id="32" creationId="{EC70FB59-665C-6621-A046-CD8D4B578A4C}"/>
          </ac:picMkLst>
        </pc:picChg>
        <pc:picChg chg="add mod">
          <ac:chgData name="Viliam Čillík" userId="S::vcillik@ohpen.com::30894447-e0ac-4615-915d-14a006ecb09b" providerId="AD" clId="Web-{67182E86-820F-FD2D-E457-E0262724C178}" dt="2023-02-20T14:47:51.253" v="576" actId="1076"/>
          <ac:picMkLst>
            <pc:docMk/>
            <pc:sldMk cId="3950297646" sldId="5287"/>
            <ac:picMk id="33" creationId="{3383DC07-762C-F70E-CEF1-AD7E7BACC181}"/>
          </ac:picMkLst>
        </pc:picChg>
        <pc:picChg chg="add del mod">
          <ac:chgData name="Viliam Čillík" userId="S::vcillik@ohpen.com::30894447-e0ac-4615-915d-14a006ecb09b" providerId="AD" clId="Web-{67182E86-820F-FD2D-E457-E0262724C178}" dt="2023-02-20T14:52:11.662" v="592"/>
          <ac:picMkLst>
            <pc:docMk/>
            <pc:sldMk cId="3950297646" sldId="5287"/>
            <ac:picMk id="34" creationId="{A59B0BEC-20CF-28F0-4CC1-E48F2249B9A7}"/>
          </ac:picMkLst>
        </pc:picChg>
        <pc:picChg chg="add del mod">
          <ac:chgData name="Viliam Čillík" userId="S::vcillik@ohpen.com::30894447-e0ac-4615-915d-14a006ecb09b" providerId="AD" clId="Web-{67182E86-820F-FD2D-E457-E0262724C178}" dt="2023-02-20T14:54:23.509" v="596"/>
          <ac:picMkLst>
            <pc:docMk/>
            <pc:sldMk cId="3950297646" sldId="5287"/>
            <ac:picMk id="35" creationId="{1BE9F86B-194F-56D3-4890-44415AC60E44}"/>
          </ac:picMkLst>
        </pc:picChg>
        <pc:picChg chg="add mod">
          <ac:chgData name="Viliam Čillík" userId="S::vcillik@ohpen.com::30894447-e0ac-4615-915d-14a006ecb09b" providerId="AD" clId="Web-{67182E86-820F-FD2D-E457-E0262724C178}" dt="2023-02-20T14:54:49.572" v="600" actId="14100"/>
          <ac:picMkLst>
            <pc:docMk/>
            <pc:sldMk cId="3950297646" sldId="5287"/>
            <ac:picMk id="36" creationId="{1AF1FBD1-1AD8-0991-8F5B-C2E5A906E5F9}"/>
          </ac:picMkLst>
        </pc:picChg>
      </pc:sldChg>
      <pc:sldChg chg="new del">
        <pc:chgData name="Viliam Čillík" userId="S::vcillik@ohpen.com::30894447-e0ac-4615-915d-14a006ecb09b" providerId="AD" clId="Web-{67182E86-820F-FD2D-E457-E0262724C178}" dt="2023-02-20T14:55:45.230" v="604"/>
        <pc:sldMkLst>
          <pc:docMk/>
          <pc:sldMk cId="1711192892" sldId="5288"/>
        </pc:sldMkLst>
      </pc:sldChg>
      <pc:sldChg chg="addSp delSp modSp add replId">
        <pc:chgData name="Viliam Čillík" userId="S::vcillik@ohpen.com::30894447-e0ac-4615-915d-14a006ecb09b" providerId="AD" clId="Web-{67182E86-820F-FD2D-E457-E0262724C178}" dt="2023-02-20T15:54:35.121" v="1072" actId="20577"/>
        <pc:sldMkLst>
          <pc:docMk/>
          <pc:sldMk cId="1245010442" sldId="5289"/>
        </pc:sldMkLst>
        <pc:spChg chg="mod">
          <ac:chgData name="Viliam Čillík" userId="S::vcillik@ohpen.com::30894447-e0ac-4615-915d-14a006ecb09b" providerId="AD" clId="Web-{67182E86-820F-FD2D-E457-E0262724C178}" dt="2023-02-20T15:02:53.601" v="749" actId="20577"/>
          <ac:spMkLst>
            <pc:docMk/>
            <pc:sldMk cId="1245010442" sldId="5289"/>
            <ac:spMk id="2" creationId="{FFAD8DCA-C6B2-BFA0-F2EC-5830262156C8}"/>
          </ac:spMkLst>
        </pc:spChg>
        <pc:spChg chg="add mod">
          <ac:chgData name="Viliam Čillík" userId="S::vcillik@ohpen.com::30894447-e0ac-4615-915d-14a006ecb09b" providerId="AD" clId="Web-{67182E86-820F-FD2D-E457-E0262724C178}" dt="2023-02-20T15:00:19.175" v="681" actId="20577"/>
          <ac:spMkLst>
            <pc:docMk/>
            <pc:sldMk cId="1245010442" sldId="5289"/>
            <ac:spMk id="4" creationId="{91C7A838-FCF5-4556-807A-6D3A0B328F2A}"/>
          </ac:spMkLst>
        </pc:spChg>
        <pc:spChg chg="mod">
          <ac:chgData name="Viliam Čillík" userId="S::vcillik@ohpen.com::30894447-e0ac-4615-915d-14a006ecb09b" providerId="AD" clId="Web-{67182E86-820F-FD2D-E457-E0262724C178}" dt="2023-02-20T14:56:27.513" v="616" actId="20577"/>
          <ac:spMkLst>
            <pc:docMk/>
            <pc:sldMk cId="1245010442" sldId="5289"/>
            <ac:spMk id="6" creationId="{F48A7429-5EC5-03BD-1874-17D6D14DF028}"/>
          </ac:spMkLst>
        </pc:spChg>
        <pc:spChg chg="mod">
          <ac:chgData name="Viliam Čillík" userId="S::vcillik@ohpen.com::30894447-e0ac-4615-915d-14a006ecb09b" providerId="AD" clId="Web-{67182E86-820F-FD2D-E457-E0262724C178}" dt="2023-02-20T15:01:13.004" v="715" actId="1076"/>
          <ac:spMkLst>
            <pc:docMk/>
            <pc:sldMk cId="1245010442" sldId="5289"/>
            <ac:spMk id="7" creationId="{B3E6C942-12FB-A389-E752-0834504E71AD}"/>
          </ac:spMkLst>
        </pc:spChg>
        <pc:spChg chg="mod">
          <ac:chgData name="Viliam Čillík" userId="S::vcillik@ohpen.com::30894447-e0ac-4615-915d-14a006ecb09b" providerId="AD" clId="Web-{67182E86-820F-FD2D-E457-E0262724C178}" dt="2023-02-20T15:54:35.121" v="1072" actId="20577"/>
          <ac:spMkLst>
            <pc:docMk/>
            <pc:sldMk cId="1245010442" sldId="5289"/>
            <ac:spMk id="8" creationId="{A9752836-A286-7422-C826-13C376AB102F}"/>
          </ac:spMkLst>
        </pc:spChg>
        <pc:spChg chg="mod">
          <ac:chgData name="Viliam Čillík" userId="S::vcillik@ohpen.com::30894447-e0ac-4615-915d-14a006ecb09b" providerId="AD" clId="Web-{67182E86-820F-FD2D-E457-E0262724C178}" dt="2023-02-20T15:08:18.594" v="808" actId="20577"/>
          <ac:spMkLst>
            <pc:docMk/>
            <pc:sldMk cId="1245010442" sldId="5289"/>
            <ac:spMk id="9" creationId="{5825EEE5-2A15-EFBF-C173-99F10A871289}"/>
          </ac:spMkLst>
        </pc:spChg>
        <pc:spChg chg="add mod">
          <ac:chgData name="Viliam Čillík" userId="S::vcillik@ohpen.com::30894447-e0ac-4615-915d-14a006ecb09b" providerId="AD" clId="Web-{67182E86-820F-FD2D-E457-E0262724C178}" dt="2023-02-20T15:08:50.110" v="811" actId="20577"/>
          <ac:spMkLst>
            <pc:docMk/>
            <pc:sldMk cId="1245010442" sldId="5289"/>
            <ac:spMk id="12" creationId="{A44C1CC2-B71A-DDE2-C6F8-62553200A764}"/>
          </ac:spMkLst>
        </pc:spChg>
        <pc:spChg chg="add mod">
          <ac:chgData name="Viliam Čillík" userId="S::vcillik@ohpen.com::30894447-e0ac-4615-915d-14a006ecb09b" providerId="AD" clId="Web-{67182E86-820F-FD2D-E457-E0262724C178}" dt="2023-02-20T15:03:02.898" v="755" actId="20577"/>
          <ac:spMkLst>
            <pc:docMk/>
            <pc:sldMk cId="1245010442" sldId="5289"/>
            <ac:spMk id="14" creationId="{67FAB74F-8D94-20EF-5F78-310700F0A1C9}"/>
          </ac:spMkLst>
        </pc:spChg>
        <pc:spChg chg="add mod">
          <ac:chgData name="Viliam Čillík" userId="S::vcillik@ohpen.com::30894447-e0ac-4615-915d-14a006ecb09b" providerId="AD" clId="Web-{67182E86-820F-FD2D-E457-E0262724C178}" dt="2023-02-20T15:03:29.383" v="774" actId="1076"/>
          <ac:spMkLst>
            <pc:docMk/>
            <pc:sldMk cId="1245010442" sldId="5289"/>
            <ac:spMk id="16" creationId="{322715C3-3243-99F7-0457-59E378D4256C}"/>
          </ac:spMkLst>
        </pc:spChg>
        <pc:picChg chg="del">
          <ac:chgData name="Viliam Čillík" userId="S::vcillik@ohpen.com::30894447-e0ac-4615-915d-14a006ecb09b" providerId="AD" clId="Web-{67182E86-820F-FD2D-E457-E0262724C178}" dt="2023-02-20T14:59:28.142" v="669"/>
          <ac:picMkLst>
            <pc:docMk/>
            <pc:sldMk cId="1245010442" sldId="5289"/>
            <ac:picMk id="33" creationId="{3383DC07-762C-F70E-CEF1-AD7E7BACC181}"/>
          </ac:picMkLst>
        </pc:picChg>
        <pc:picChg chg="mod">
          <ac:chgData name="Viliam Čillík" userId="S::vcillik@ohpen.com::30894447-e0ac-4615-915d-14a006ecb09b" providerId="AD" clId="Web-{67182E86-820F-FD2D-E457-E0262724C178}" dt="2023-02-20T14:59:31.986" v="670" actId="1076"/>
          <ac:picMkLst>
            <pc:docMk/>
            <pc:sldMk cId="1245010442" sldId="5289"/>
            <ac:picMk id="36" creationId="{1AF1FBD1-1AD8-0991-8F5B-C2E5A906E5F9}"/>
          </ac:picMkLst>
        </pc:picChg>
      </pc:sldChg>
      <pc:sldChg chg="addSp delSp modSp add mod replId modClrScheme chgLayout">
        <pc:chgData name="Viliam Čillík" userId="S::vcillik@ohpen.com::30894447-e0ac-4615-915d-14a006ecb09b" providerId="AD" clId="Web-{67182E86-820F-FD2D-E457-E0262724C178}" dt="2023-02-20T15:54:46.137" v="1081" actId="20577"/>
        <pc:sldMkLst>
          <pc:docMk/>
          <pc:sldMk cId="1419250024" sldId="5290"/>
        </pc:sldMkLst>
        <pc:spChg chg="del mod ord">
          <ac:chgData name="Viliam Čillík" userId="S::vcillik@ohpen.com::30894447-e0ac-4615-915d-14a006ecb09b" providerId="AD" clId="Web-{67182E86-820F-FD2D-E457-E0262724C178}" dt="2023-02-20T15:10:16.503" v="835"/>
          <ac:spMkLst>
            <pc:docMk/>
            <pc:sldMk cId="1419250024" sldId="5290"/>
            <ac:spMk id="2" creationId="{FFAD8DCA-C6B2-BFA0-F2EC-5830262156C8}"/>
          </ac:spMkLst>
        </pc:spChg>
        <pc:spChg chg="add del mod">
          <ac:chgData name="Viliam Čillík" userId="S::vcillik@ohpen.com::30894447-e0ac-4615-915d-14a006ecb09b" providerId="AD" clId="Web-{67182E86-820F-FD2D-E457-E0262724C178}" dt="2023-02-20T15:10:00.534" v="831"/>
          <ac:spMkLst>
            <pc:docMk/>
            <pc:sldMk cId="1419250024" sldId="5290"/>
            <ac:spMk id="4" creationId="{3BD21FE0-CEAF-38F2-0E2A-A90DD012042D}"/>
          </ac:spMkLst>
        </pc:spChg>
        <pc:spChg chg="del">
          <ac:chgData name="Viliam Čillík" userId="S::vcillik@ohpen.com::30894447-e0ac-4615-915d-14a006ecb09b" providerId="AD" clId="Web-{67182E86-820F-FD2D-E457-E0262724C178}" dt="2023-02-20T15:09:22.127" v="815"/>
          <ac:spMkLst>
            <pc:docMk/>
            <pc:sldMk cId="1419250024" sldId="5290"/>
            <ac:spMk id="6" creationId="{F48A7429-5EC5-03BD-1874-17D6D14DF028}"/>
          </ac:spMkLst>
        </pc:spChg>
        <pc:spChg chg="del">
          <ac:chgData name="Viliam Čillík" userId="S::vcillik@ohpen.com::30894447-e0ac-4615-915d-14a006ecb09b" providerId="AD" clId="Web-{67182E86-820F-FD2D-E457-E0262724C178}" dt="2023-02-20T15:09:48.096" v="829"/>
          <ac:spMkLst>
            <pc:docMk/>
            <pc:sldMk cId="1419250024" sldId="5290"/>
            <ac:spMk id="7" creationId="{B3E6C942-12FB-A389-E752-0834504E71AD}"/>
          </ac:spMkLst>
        </pc:spChg>
        <pc:spChg chg="mod ord">
          <ac:chgData name="Viliam Čillík" userId="S::vcillik@ohpen.com::30894447-e0ac-4615-915d-14a006ecb09b" providerId="AD" clId="Web-{67182E86-820F-FD2D-E457-E0262724C178}" dt="2023-02-20T15:54:46.137" v="1081" actId="20577"/>
          <ac:spMkLst>
            <pc:docMk/>
            <pc:sldMk cId="1419250024" sldId="5290"/>
            <ac:spMk id="8" creationId="{A9752836-A286-7422-C826-13C376AB102F}"/>
          </ac:spMkLst>
        </pc:spChg>
        <pc:spChg chg="del">
          <ac:chgData name="Viliam Čillík" userId="S::vcillik@ohpen.com::30894447-e0ac-4615-915d-14a006ecb09b" providerId="AD" clId="Web-{67182E86-820F-FD2D-E457-E0262724C178}" dt="2023-02-20T15:09:49.456" v="830"/>
          <ac:spMkLst>
            <pc:docMk/>
            <pc:sldMk cId="1419250024" sldId="5290"/>
            <ac:spMk id="9" creationId="{5825EEE5-2A15-EFBF-C173-99F10A871289}"/>
          </ac:spMkLst>
        </pc:spChg>
        <pc:spChg chg="mod ord">
          <ac:chgData name="Viliam Čillík" userId="S::vcillik@ohpen.com::30894447-e0ac-4615-915d-14a006ecb09b" providerId="AD" clId="Web-{67182E86-820F-FD2D-E457-E0262724C178}" dt="2023-02-20T15:12:17.522" v="853" actId="14100"/>
          <ac:spMkLst>
            <pc:docMk/>
            <pc:sldMk cId="1419250024" sldId="5290"/>
            <ac:spMk id="10" creationId="{4D4ADC41-4688-DEE2-282B-BFE4BE6921A5}"/>
          </ac:spMkLst>
        </pc:spChg>
        <pc:spChg chg="del mod ord">
          <ac:chgData name="Viliam Čillík" userId="S::vcillik@ohpen.com::30894447-e0ac-4615-915d-14a006ecb09b" providerId="AD" clId="Web-{67182E86-820F-FD2D-E457-E0262724C178}" dt="2023-02-20T15:10:26.597" v="838"/>
          <ac:spMkLst>
            <pc:docMk/>
            <pc:sldMk cId="1419250024" sldId="5290"/>
            <ac:spMk id="11" creationId="{4B2EE406-E7A2-72BE-AD8E-402053D16372}"/>
          </ac:spMkLst>
        </pc:spChg>
        <pc:spChg chg="add del mod">
          <ac:chgData name="Viliam Čillík" userId="S::vcillik@ohpen.com::30894447-e0ac-4615-915d-14a006ecb09b" providerId="AD" clId="Web-{67182E86-820F-FD2D-E457-E0262724C178}" dt="2023-02-20T15:10:00.534" v="831"/>
          <ac:spMkLst>
            <pc:docMk/>
            <pc:sldMk cId="1419250024" sldId="5290"/>
            <ac:spMk id="12" creationId="{E4B18FDD-26AB-2BDC-52F7-F52763D76B77}"/>
          </ac:spMkLst>
        </pc:spChg>
        <pc:spChg chg="add del mod">
          <ac:chgData name="Viliam Čillík" userId="S::vcillik@ohpen.com::30894447-e0ac-4615-915d-14a006ecb09b" providerId="AD" clId="Web-{67182E86-820F-FD2D-E457-E0262724C178}" dt="2023-02-20T15:10:00.534" v="831"/>
          <ac:spMkLst>
            <pc:docMk/>
            <pc:sldMk cId="1419250024" sldId="5290"/>
            <ac:spMk id="14" creationId="{E0BE370C-5644-15D9-07CA-450D7F5FB25C}"/>
          </ac:spMkLst>
        </pc:spChg>
        <pc:spChg chg="add mod">
          <ac:chgData name="Viliam Čillík" userId="S::vcillik@ohpen.com::30894447-e0ac-4615-915d-14a006ecb09b" providerId="AD" clId="Web-{67182E86-820F-FD2D-E457-E0262724C178}" dt="2023-02-20T15:10:40.367" v="841" actId="20577"/>
          <ac:spMkLst>
            <pc:docMk/>
            <pc:sldMk cId="1419250024" sldId="5290"/>
            <ac:spMk id="16" creationId="{497A66C7-648A-9576-898D-F74E1E574DBA}"/>
          </ac:spMkLst>
        </pc:spChg>
        <pc:spChg chg="add del">
          <ac:chgData name="Viliam Čillík" userId="S::vcillik@ohpen.com::30894447-e0ac-4615-915d-14a006ecb09b" providerId="AD" clId="Web-{67182E86-820F-FD2D-E457-E0262724C178}" dt="2023-02-20T15:10:34.269" v="840"/>
          <ac:spMkLst>
            <pc:docMk/>
            <pc:sldMk cId="1419250024" sldId="5290"/>
            <ac:spMk id="18" creationId="{7927ED88-4008-F2B7-FAD9-535460EFEC29}"/>
          </ac:spMkLst>
        </pc:spChg>
        <pc:picChg chg="del">
          <ac:chgData name="Viliam Čillík" userId="S::vcillik@ohpen.com::30894447-e0ac-4615-915d-14a006ecb09b" providerId="AD" clId="Web-{67182E86-820F-FD2D-E457-E0262724C178}" dt="2023-02-20T15:09:23.752" v="816"/>
          <ac:picMkLst>
            <pc:docMk/>
            <pc:sldMk cId="1419250024" sldId="5290"/>
            <ac:picMk id="33" creationId="{3383DC07-762C-F70E-CEF1-AD7E7BACC181}"/>
          </ac:picMkLst>
        </pc:picChg>
        <pc:picChg chg="del">
          <ac:chgData name="Viliam Čillík" userId="S::vcillik@ohpen.com::30894447-e0ac-4615-915d-14a006ecb09b" providerId="AD" clId="Web-{67182E86-820F-FD2D-E457-E0262724C178}" dt="2023-02-20T15:09:24.502" v="817"/>
          <ac:picMkLst>
            <pc:docMk/>
            <pc:sldMk cId="1419250024" sldId="5290"/>
            <ac:picMk id="36" creationId="{1AF1FBD1-1AD8-0991-8F5B-C2E5A906E5F9}"/>
          </ac:picMkLst>
        </pc:picChg>
      </pc:sldChg>
      <pc:sldChg chg="delSp modSp add replId">
        <pc:chgData name="Viliam Čillík" userId="S::vcillik@ohpen.com::30894447-e0ac-4615-915d-14a006ecb09b" providerId="AD" clId="Web-{67182E86-820F-FD2D-E457-E0262724C178}" dt="2023-02-20T16:46:58.275" v="1274" actId="20577"/>
        <pc:sldMkLst>
          <pc:docMk/>
          <pc:sldMk cId="2936282709" sldId="5291"/>
        </pc:sldMkLst>
        <pc:spChg chg="mod">
          <ac:chgData name="Viliam Čillík" userId="S::vcillik@ohpen.com::30894447-e0ac-4615-915d-14a006ecb09b" providerId="AD" clId="Web-{67182E86-820F-FD2D-E457-E0262724C178}" dt="2023-02-20T16:45:26.914" v="1272" actId="20577"/>
          <ac:spMkLst>
            <pc:docMk/>
            <pc:sldMk cId="2936282709" sldId="5291"/>
            <ac:spMk id="2" creationId="{FFAD8DCA-C6B2-BFA0-F2EC-5830262156C8}"/>
          </ac:spMkLst>
        </pc:spChg>
        <pc:spChg chg="del">
          <ac:chgData name="Viliam Čillík" userId="S::vcillik@ohpen.com::30894447-e0ac-4615-915d-14a006ecb09b" providerId="AD" clId="Web-{67182E86-820F-FD2D-E457-E0262724C178}" dt="2023-02-20T15:13:59.175" v="882"/>
          <ac:spMkLst>
            <pc:docMk/>
            <pc:sldMk cId="2936282709" sldId="5291"/>
            <ac:spMk id="4" creationId="{91C7A838-FCF5-4556-807A-6D3A0B328F2A}"/>
          </ac:spMkLst>
        </pc:spChg>
        <pc:spChg chg="mod">
          <ac:chgData name="Viliam Čillík" userId="S::vcillik@ohpen.com::30894447-e0ac-4615-915d-14a006ecb09b" providerId="AD" clId="Web-{67182E86-820F-FD2D-E457-E0262724C178}" dt="2023-02-20T15:13:03.633" v="863" actId="20577"/>
          <ac:spMkLst>
            <pc:docMk/>
            <pc:sldMk cId="2936282709" sldId="5291"/>
            <ac:spMk id="6" creationId="{F48A7429-5EC5-03BD-1874-17D6D14DF028}"/>
          </ac:spMkLst>
        </pc:spChg>
        <pc:spChg chg="mod">
          <ac:chgData name="Viliam Čillík" userId="S::vcillik@ohpen.com::30894447-e0ac-4615-915d-14a006ecb09b" providerId="AD" clId="Web-{67182E86-820F-FD2D-E457-E0262724C178}" dt="2023-02-20T15:13:32.149" v="878" actId="20577"/>
          <ac:spMkLst>
            <pc:docMk/>
            <pc:sldMk cId="2936282709" sldId="5291"/>
            <ac:spMk id="7" creationId="{B3E6C942-12FB-A389-E752-0834504E71AD}"/>
          </ac:spMkLst>
        </pc:spChg>
        <pc:spChg chg="mod">
          <ac:chgData name="Viliam Čillík" userId="S::vcillik@ohpen.com::30894447-e0ac-4615-915d-14a006ecb09b" providerId="AD" clId="Web-{67182E86-820F-FD2D-E457-E0262724C178}" dt="2023-02-20T15:13:15.398" v="867" actId="20577"/>
          <ac:spMkLst>
            <pc:docMk/>
            <pc:sldMk cId="2936282709" sldId="5291"/>
            <ac:spMk id="8" creationId="{A9752836-A286-7422-C826-13C376AB102F}"/>
          </ac:spMkLst>
        </pc:spChg>
        <pc:spChg chg="mod">
          <ac:chgData name="Viliam Čillík" userId="S::vcillik@ohpen.com::30894447-e0ac-4615-915d-14a006ecb09b" providerId="AD" clId="Web-{67182E86-820F-FD2D-E457-E0262724C178}" dt="2023-02-20T16:46:58.275" v="1274" actId="20577"/>
          <ac:spMkLst>
            <pc:docMk/>
            <pc:sldMk cId="2936282709" sldId="5291"/>
            <ac:spMk id="9" creationId="{5825EEE5-2A15-EFBF-C173-99F10A871289}"/>
          </ac:spMkLst>
        </pc:spChg>
        <pc:spChg chg="del">
          <ac:chgData name="Viliam Čillík" userId="S::vcillik@ohpen.com::30894447-e0ac-4615-915d-14a006ecb09b" providerId="AD" clId="Web-{67182E86-820F-FD2D-E457-E0262724C178}" dt="2023-02-20T15:13:57.181" v="881"/>
          <ac:spMkLst>
            <pc:docMk/>
            <pc:sldMk cId="2936282709" sldId="5291"/>
            <ac:spMk id="12" creationId="{A44C1CC2-B71A-DDE2-C6F8-62553200A764}"/>
          </ac:spMkLst>
        </pc:spChg>
        <pc:spChg chg="del">
          <ac:chgData name="Viliam Čillík" userId="S::vcillik@ohpen.com::30894447-e0ac-4615-915d-14a006ecb09b" providerId="AD" clId="Web-{67182E86-820F-FD2D-E457-E0262724C178}" dt="2023-02-20T15:14:01.290" v="883"/>
          <ac:spMkLst>
            <pc:docMk/>
            <pc:sldMk cId="2936282709" sldId="5291"/>
            <ac:spMk id="14" creationId="{67FAB74F-8D94-20EF-5F78-310700F0A1C9}"/>
          </ac:spMkLst>
        </pc:spChg>
        <pc:spChg chg="del">
          <ac:chgData name="Viliam Čillík" userId="S::vcillik@ohpen.com::30894447-e0ac-4615-915d-14a006ecb09b" providerId="AD" clId="Web-{67182E86-820F-FD2D-E457-E0262724C178}" dt="2023-02-20T15:14:02.415" v="884"/>
          <ac:spMkLst>
            <pc:docMk/>
            <pc:sldMk cId="2936282709" sldId="5291"/>
            <ac:spMk id="16" creationId="{322715C3-3243-99F7-0457-59E378D4256C}"/>
          </ac:spMkLst>
        </pc:spChg>
        <pc:picChg chg="del">
          <ac:chgData name="Viliam Čillík" userId="S::vcillik@ohpen.com::30894447-e0ac-4615-915d-14a006ecb09b" providerId="AD" clId="Web-{67182E86-820F-FD2D-E457-E0262724C178}" dt="2023-02-20T15:13:15.992" v="868"/>
          <ac:picMkLst>
            <pc:docMk/>
            <pc:sldMk cId="2936282709" sldId="5291"/>
            <ac:picMk id="36" creationId="{1AF1FBD1-1AD8-0991-8F5B-C2E5A906E5F9}"/>
          </ac:picMkLst>
        </pc:picChg>
      </pc:sldChg>
      <pc:sldChg chg="modSp new">
        <pc:chgData name="Viliam Čillík" userId="S::vcillik@ohpen.com::30894447-e0ac-4615-915d-14a006ecb09b" providerId="AD" clId="Web-{67182E86-820F-FD2D-E457-E0262724C178}" dt="2023-02-20T16:01:53.601" v="1271" actId="20577"/>
        <pc:sldMkLst>
          <pc:docMk/>
          <pc:sldMk cId="735166595" sldId="5292"/>
        </pc:sldMkLst>
        <pc:spChg chg="mod">
          <ac:chgData name="Viliam Čillík" userId="S::vcillik@ohpen.com::30894447-e0ac-4615-915d-14a006ecb09b" providerId="AD" clId="Web-{67182E86-820F-FD2D-E457-E0262724C178}" dt="2023-02-20T16:01:53.601" v="1271" actId="20577"/>
          <ac:spMkLst>
            <pc:docMk/>
            <pc:sldMk cId="735166595" sldId="5292"/>
            <ac:spMk id="2" creationId="{F3A9F2E2-FB3A-C022-52CC-C54F45C4C259}"/>
          </ac:spMkLst>
        </pc:spChg>
        <pc:spChg chg="mod">
          <ac:chgData name="Viliam Čillík" userId="S::vcillik@ohpen.com::30894447-e0ac-4615-915d-14a006ecb09b" providerId="AD" clId="Web-{67182E86-820F-FD2D-E457-E0262724C178}" dt="2023-02-20T16:01:04.412" v="1252" actId="20577"/>
          <ac:spMkLst>
            <pc:docMk/>
            <pc:sldMk cId="735166595" sldId="5292"/>
            <ac:spMk id="3" creationId="{4ED2FF05-9DA0-6518-D27C-A69E55C44583}"/>
          </ac:spMkLst>
        </pc:spChg>
        <pc:spChg chg="mod">
          <ac:chgData name="Viliam Čillík" userId="S::vcillik@ohpen.com::30894447-e0ac-4615-915d-14a006ecb09b" providerId="AD" clId="Web-{67182E86-820F-FD2D-E457-E0262724C178}" dt="2023-02-20T15:18:09.486" v="946" actId="20577"/>
          <ac:spMkLst>
            <pc:docMk/>
            <pc:sldMk cId="735166595" sldId="5292"/>
            <ac:spMk id="10" creationId="{930079FF-F66D-49D9-325F-5D0E71C1E2B5}"/>
          </ac:spMkLst>
        </pc:spChg>
        <pc:spChg chg="mod">
          <ac:chgData name="Viliam Čillík" userId="S::vcillik@ohpen.com::30894447-e0ac-4615-915d-14a006ecb09b" providerId="AD" clId="Web-{67182E86-820F-FD2D-E457-E0262724C178}" dt="2023-02-20T15:18:00.156" v="942" actId="20577"/>
          <ac:spMkLst>
            <pc:docMk/>
            <pc:sldMk cId="735166595" sldId="5292"/>
            <ac:spMk id="11" creationId="{4FA6157E-B573-CA28-0575-8E6E690386D8}"/>
          </ac:spMkLst>
        </pc:spChg>
      </pc:sldChg>
      <pc:sldChg chg="modSp add replId">
        <pc:chgData name="Viliam Čillík" userId="S::vcillik@ohpen.com::30894447-e0ac-4615-915d-14a006ecb09b" providerId="AD" clId="Web-{67182E86-820F-FD2D-E457-E0262724C178}" dt="2023-02-20T15:23:08.430" v="994" actId="20577"/>
        <pc:sldMkLst>
          <pc:docMk/>
          <pc:sldMk cId="1976039498" sldId="5293"/>
        </pc:sldMkLst>
        <pc:spChg chg="mod">
          <ac:chgData name="Viliam Čillík" userId="S::vcillik@ohpen.com::30894447-e0ac-4615-915d-14a006ecb09b" providerId="AD" clId="Web-{67182E86-820F-FD2D-E457-E0262724C178}" dt="2023-02-20T15:23:08.430" v="994" actId="20577"/>
          <ac:spMkLst>
            <pc:docMk/>
            <pc:sldMk cId="1976039498" sldId="5293"/>
            <ac:spMk id="8" creationId="{A9752836-A286-7422-C826-13C376AB102F}"/>
          </ac:spMkLst>
        </pc:spChg>
        <pc:spChg chg="mod">
          <ac:chgData name="Viliam Čillík" userId="S::vcillik@ohpen.com::30894447-e0ac-4615-915d-14a006ecb09b" providerId="AD" clId="Web-{67182E86-820F-FD2D-E457-E0262724C178}" dt="2023-02-20T15:21:50.756" v="969" actId="20577"/>
          <ac:spMkLst>
            <pc:docMk/>
            <pc:sldMk cId="1976039498" sldId="5293"/>
            <ac:spMk id="10" creationId="{4D4ADC41-4688-DEE2-282B-BFE4BE6921A5}"/>
          </ac:spMkLst>
        </pc:spChg>
      </pc:sldChg>
      <pc:sldChg chg="modSp new">
        <pc:chgData name="Viliam Čillík" userId="S::vcillik@ohpen.com::30894447-e0ac-4615-915d-14a006ecb09b" providerId="AD" clId="Web-{67182E86-820F-FD2D-E457-E0262724C178}" dt="2023-02-20T15:36:26.295" v="1015" actId="14100"/>
        <pc:sldMkLst>
          <pc:docMk/>
          <pc:sldMk cId="4140674445" sldId="5294"/>
        </pc:sldMkLst>
        <pc:spChg chg="mod">
          <ac:chgData name="Viliam Čillík" userId="S::vcillik@ohpen.com::30894447-e0ac-4615-915d-14a006ecb09b" providerId="AD" clId="Web-{67182E86-820F-FD2D-E457-E0262724C178}" dt="2023-02-20T15:36:26.295" v="1015" actId="14100"/>
          <ac:spMkLst>
            <pc:docMk/>
            <pc:sldMk cId="4140674445" sldId="5294"/>
            <ac:spMk id="2" creationId="{58AE8123-3865-6843-5A62-9DDF881A078D}"/>
          </ac:spMkLst>
        </pc:spChg>
        <pc:spChg chg="mod">
          <ac:chgData name="Viliam Čillík" userId="S::vcillik@ohpen.com::30894447-e0ac-4615-915d-14a006ecb09b" providerId="AD" clId="Web-{67182E86-820F-FD2D-E457-E0262724C178}" dt="2023-02-20T15:36:09.091" v="1014" actId="20577"/>
          <ac:spMkLst>
            <pc:docMk/>
            <pc:sldMk cId="4140674445" sldId="5294"/>
            <ac:spMk id="3" creationId="{231728CA-6191-AF8D-CFC3-18A3CC287C8A}"/>
          </ac:spMkLst>
        </pc:spChg>
      </pc:sldChg>
      <pc:sldChg chg="modSp add replId">
        <pc:chgData name="Viliam Čillík" userId="S::vcillik@ohpen.com::30894447-e0ac-4615-915d-14a006ecb09b" providerId="AD" clId="Web-{67182E86-820F-FD2D-E457-E0262724C178}" dt="2023-02-20T15:36:53.186" v="1030" actId="20577"/>
        <pc:sldMkLst>
          <pc:docMk/>
          <pc:sldMk cId="3995478573" sldId="5295"/>
        </pc:sldMkLst>
        <pc:spChg chg="mod">
          <ac:chgData name="Viliam Čillík" userId="S::vcillik@ohpen.com::30894447-e0ac-4615-915d-14a006ecb09b" providerId="AD" clId="Web-{67182E86-820F-FD2D-E457-E0262724C178}" dt="2023-02-20T15:36:51.624" v="1027" actId="20577"/>
          <ac:spMkLst>
            <pc:docMk/>
            <pc:sldMk cId="3995478573" sldId="5295"/>
            <ac:spMk id="2" creationId="{F3A9F2E2-FB3A-C022-52CC-C54F45C4C259}"/>
          </ac:spMkLst>
        </pc:spChg>
        <pc:spChg chg="mod">
          <ac:chgData name="Viliam Čillík" userId="S::vcillik@ohpen.com::30894447-e0ac-4615-915d-14a006ecb09b" providerId="AD" clId="Web-{67182E86-820F-FD2D-E457-E0262724C178}" dt="2023-02-20T15:36:53.186" v="1030" actId="20577"/>
          <ac:spMkLst>
            <pc:docMk/>
            <pc:sldMk cId="3995478573" sldId="5295"/>
            <ac:spMk id="10" creationId="{930079FF-F66D-49D9-325F-5D0E71C1E2B5}"/>
          </ac:spMkLst>
        </pc:spChg>
      </pc:sldChg>
      <pc:sldChg chg="add replId">
        <pc:chgData name="Viliam Čillík" userId="S::vcillik@ohpen.com::30894447-e0ac-4615-915d-14a006ecb09b" providerId="AD" clId="Web-{67182E86-820F-FD2D-E457-E0262724C178}" dt="2023-02-20T17:02:48.732" v="1275"/>
        <pc:sldMkLst>
          <pc:docMk/>
          <pc:sldMk cId="2896184116" sldId="5296"/>
        </pc:sldMkLst>
      </pc:sldChg>
    </pc:docChg>
  </pc:docChgLst>
  <pc:docChgLst>
    <pc:chgData name="Tomáš Zuzčák" userId="S::tzuzcak@ohpen.com::e0ed375d-0f01-4f06-9166-4fdf76188cf7" providerId="AD" clId="Web-{99CEB129-04E9-2E8A-D55A-6B275781AC4D}"/>
    <pc:docChg chg="addSld modSld">
      <pc:chgData name="Tomáš Zuzčák" userId="S::tzuzcak@ohpen.com::e0ed375d-0f01-4f06-9166-4fdf76188cf7" providerId="AD" clId="Web-{99CEB129-04E9-2E8A-D55A-6B275781AC4D}" dt="2023-02-21T08:27:33.091" v="26" actId="20577"/>
      <pc:docMkLst>
        <pc:docMk/>
      </pc:docMkLst>
      <pc:sldChg chg="modSp">
        <pc:chgData name="Tomáš Zuzčák" userId="S::tzuzcak@ohpen.com::e0ed375d-0f01-4f06-9166-4fdf76188cf7" providerId="AD" clId="Web-{99CEB129-04E9-2E8A-D55A-6B275781AC4D}" dt="2023-02-21T08:21:38.302" v="18" actId="20577"/>
        <pc:sldMkLst>
          <pc:docMk/>
          <pc:sldMk cId="1726163092" sldId="5282"/>
        </pc:sldMkLst>
        <pc:spChg chg="mod">
          <ac:chgData name="Tomáš Zuzčák" userId="S::tzuzcak@ohpen.com::e0ed375d-0f01-4f06-9166-4fdf76188cf7" providerId="AD" clId="Web-{99CEB129-04E9-2E8A-D55A-6B275781AC4D}" dt="2023-02-21T08:21:38.302" v="18" actId="20577"/>
          <ac:spMkLst>
            <pc:docMk/>
            <pc:sldMk cId="1726163092" sldId="5282"/>
            <ac:spMk id="2" creationId="{E62AAF5F-7D1A-5805-8E28-5F1859AD2E25}"/>
          </ac:spMkLst>
        </pc:spChg>
      </pc:sldChg>
      <pc:sldChg chg="modSp">
        <pc:chgData name="Tomáš Zuzčák" userId="S::tzuzcak@ohpen.com::e0ed375d-0f01-4f06-9166-4fdf76188cf7" providerId="AD" clId="Web-{99CEB129-04E9-2E8A-D55A-6B275781AC4D}" dt="2023-02-21T08:25:08.675" v="22" actId="20577"/>
        <pc:sldMkLst>
          <pc:docMk/>
          <pc:sldMk cId="499051848" sldId="5283"/>
        </pc:sldMkLst>
        <pc:spChg chg="mod">
          <ac:chgData name="Tomáš Zuzčák" userId="S::tzuzcak@ohpen.com::e0ed375d-0f01-4f06-9166-4fdf76188cf7" providerId="AD" clId="Web-{99CEB129-04E9-2E8A-D55A-6B275781AC4D}" dt="2023-02-21T08:25:08.675" v="22" actId="20577"/>
          <ac:spMkLst>
            <pc:docMk/>
            <pc:sldMk cId="499051848" sldId="5283"/>
            <ac:spMk id="2" creationId="{A8F2AE97-60AE-0369-5A16-59CDF6FF4C1F}"/>
          </ac:spMkLst>
        </pc:spChg>
      </pc:sldChg>
      <pc:sldChg chg="addSp modSp new mod modClrScheme chgLayout">
        <pc:chgData name="Tomáš Zuzčák" userId="S::tzuzcak@ohpen.com::e0ed375d-0f01-4f06-9166-4fdf76188cf7" providerId="AD" clId="Web-{99CEB129-04E9-2E8A-D55A-6B275781AC4D}" dt="2023-02-21T08:27:33.091" v="26" actId="20577"/>
        <pc:sldMkLst>
          <pc:docMk/>
          <pc:sldMk cId="2770184074" sldId="5306"/>
        </pc:sldMkLst>
        <pc:spChg chg="mod ord">
          <ac:chgData name="Tomáš Zuzčák" userId="S::tzuzcak@ohpen.com::e0ed375d-0f01-4f06-9166-4fdf76188cf7" providerId="AD" clId="Web-{99CEB129-04E9-2E8A-D55A-6B275781AC4D}" dt="2023-02-21T08:25:33.255" v="24"/>
          <ac:spMkLst>
            <pc:docMk/>
            <pc:sldMk cId="2770184074" sldId="5306"/>
            <ac:spMk id="2" creationId="{71A728ED-EDDD-ABF1-5590-7D5427A3BDAC}"/>
          </ac:spMkLst>
        </pc:spChg>
        <pc:spChg chg="mod ord">
          <ac:chgData name="Tomáš Zuzčák" userId="S::tzuzcak@ohpen.com::e0ed375d-0f01-4f06-9166-4fdf76188cf7" providerId="AD" clId="Web-{99CEB129-04E9-2E8A-D55A-6B275781AC4D}" dt="2023-02-21T08:25:33.255" v="24"/>
          <ac:spMkLst>
            <pc:docMk/>
            <pc:sldMk cId="2770184074" sldId="5306"/>
            <ac:spMk id="3" creationId="{027C1931-339A-8B3B-C63D-B2124CB5C5B4}"/>
          </ac:spMkLst>
        </pc:spChg>
        <pc:spChg chg="add mod ord">
          <ac:chgData name="Tomáš Zuzčák" userId="S::tzuzcak@ohpen.com::e0ed375d-0f01-4f06-9166-4fdf76188cf7" providerId="AD" clId="Web-{99CEB129-04E9-2E8A-D55A-6B275781AC4D}" dt="2023-02-21T08:25:33.255" v="24"/>
          <ac:spMkLst>
            <pc:docMk/>
            <pc:sldMk cId="2770184074" sldId="5306"/>
            <ac:spMk id="4" creationId="{0E53C2EF-4214-6866-DFBE-8510E186877E}"/>
          </ac:spMkLst>
        </pc:spChg>
        <pc:spChg chg="add mod ord">
          <ac:chgData name="Tomáš Zuzčák" userId="S::tzuzcak@ohpen.com::e0ed375d-0f01-4f06-9166-4fdf76188cf7" providerId="AD" clId="Web-{99CEB129-04E9-2E8A-D55A-6B275781AC4D}" dt="2023-02-21T08:27:33.091" v="26" actId="20577"/>
          <ac:spMkLst>
            <pc:docMk/>
            <pc:sldMk cId="2770184074" sldId="5306"/>
            <ac:spMk id="5" creationId="{9A89A5EB-C98D-9430-63EC-C83857ABC0CE}"/>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62D1B8-F73B-4166-8E73-CB4F130976F3}" type="doc">
      <dgm:prSet loTypeId="urn:microsoft.com/office/officeart/2005/8/layout/lProcess2" loCatId="list" qsTypeId="urn:microsoft.com/office/officeart/2005/8/quickstyle/3d3" qsCatId="3D" csTypeId="urn:microsoft.com/office/officeart/2005/8/colors/accent2_4" csCatId="accent2" phldr="1"/>
      <dgm:spPr/>
    </dgm:pt>
    <dgm:pt modelId="{68A2F89D-B180-429B-90AC-9EB36281C0DF}">
      <dgm:prSet phldrT="[Text]" custT="1"/>
      <dgm:spPr/>
      <dgm:t>
        <a:bodyPr anchor="ctr"/>
        <a:lstStyle/>
        <a:p>
          <a:r>
            <a:rPr lang="en-US" sz="2800" b="1"/>
            <a:t>General purpose</a:t>
          </a:r>
        </a:p>
      </dgm:t>
    </dgm:pt>
    <dgm:pt modelId="{63EE2051-F3B4-46F4-B94B-2BBCDF7110D4}" type="parTrans" cxnId="{6BD24750-7D93-46EA-9246-F024540CA2B1}">
      <dgm:prSet/>
      <dgm:spPr/>
      <dgm:t>
        <a:bodyPr/>
        <a:lstStyle/>
        <a:p>
          <a:endParaRPr lang="en-US" sz="3200"/>
        </a:p>
      </dgm:t>
    </dgm:pt>
    <dgm:pt modelId="{82704603-C02C-40FF-A20F-D9B24B6061D0}" type="sibTrans" cxnId="{6BD24750-7D93-46EA-9246-F024540CA2B1}">
      <dgm:prSet/>
      <dgm:spPr/>
      <dgm:t>
        <a:bodyPr/>
        <a:lstStyle/>
        <a:p>
          <a:endParaRPr lang="en-US" sz="3200"/>
        </a:p>
      </dgm:t>
    </dgm:pt>
    <dgm:pt modelId="{F30BE3C8-73E3-49CF-B695-65E620DD31CA}">
      <dgm:prSet custT="1"/>
      <dgm:spPr/>
      <dgm:t>
        <a:bodyPr anchor="ctr"/>
        <a:lstStyle/>
        <a:p>
          <a:r>
            <a:rPr lang="en-US" sz="2000" b="1"/>
            <a:t>Amazon S3 Standard</a:t>
          </a:r>
        </a:p>
      </dgm:t>
    </dgm:pt>
    <dgm:pt modelId="{D1228618-94BF-4656-9631-EF8D78EC4D41}" type="parTrans" cxnId="{7FAC941E-A968-4DAF-B082-29851DB224F0}">
      <dgm:prSet/>
      <dgm:spPr/>
      <dgm:t>
        <a:bodyPr/>
        <a:lstStyle/>
        <a:p>
          <a:endParaRPr lang="en-US" sz="3200"/>
        </a:p>
      </dgm:t>
    </dgm:pt>
    <dgm:pt modelId="{BB01FEDA-BD76-4D1F-9B0A-3ADEB7AEC600}" type="sibTrans" cxnId="{7FAC941E-A968-4DAF-B082-29851DB224F0}">
      <dgm:prSet/>
      <dgm:spPr/>
      <dgm:t>
        <a:bodyPr/>
        <a:lstStyle/>
        <a:p>
          <a:endParaRPr lang="en-US" sz="3200"/>
        </a:p>
      </dgm:t>
    </dgm:pt>
    <dgm:pt modelId="{1E6BED78-BD37-41CF-936E-7AF40ABD07CE}">
      <dgm:prSet custT="1"/>
      <dgm:spPr/>
      <dgm:t>
        <a:bodyPr anchor="ctr"/>
        <a:lstStyle/>
        <a:p>
          <a:r>
            <a:rPr lang="en-US" sz="2800" b="1"/>
            <a:t>Infrequent access</a:t>
          </a:r>
        </a:p>
      </dgm:t>
    </dgm:pt>
    <dgm:pt modelId="{EED30E41-78AC-4F67-8883-18CACDD51C0F}" type="parTrans" cxnId="{CD198CC3-6A64-4F37-9C57-6FE7B2772D13}">
      <dgm:prSet/>
      <dgm:spPr/>
      <dgm:t>
        <a:bodyPr/>
        <a:lstStyle/>
        <a:p>
          <a:endParaRPr lang="en-US" sz="3200"/>
        </a:p>
      </dgm:t>
    </dgm:pt>
    <dgm:pt modelId="{EEADF79A-B02C-4FB3-A871-02DA2C290D75}" type="sibTrans" cxnId="{CD198CC3-6A64-4F37-9C57-6FE7B2772D13}">
      <dgm:prSet/>
      <dgm:spPr/>
      <dgm:t>
        <a:bodyPr/>
        <a:lstStyle/>
        <a:p>
          <a:endParaRPr lang="en-US" sz="3200"/>
        </a:p>
      </dgm:t>
    </dgm:pt>
    <dgm:pt modelId="{04FEA657-54CC-4DF7-B089-44807F338941}">
      <dgm:prSet custT="1"/>
      <dgm:spPr/>
      <dgm:t>
        <a:bodyPr anchor="ctr"/>
        <a:lstStyle/>
        <a:p>
          <a:r>
            <a:rPr lang="en-US" sz="2000" b="1"/>
            <a:t>Amazon S3 Standard-Infrequent Access (S3 Standard-IA)</a:t>
          </a:r>
        </a:p>
      </dgm:t>
    </dgm:pt>
    <dgm:pt modelId="{CEB07072-4BF6-45CF-BA3D-800A0EE702B2}" type="parTrans" cxnId="{C8F2030F-C19D-43CC-9C3E-283757F6FE99}">
      <dgm:prSet/>
      <dgm:spPr/>
      <dgm:t>
        <a:bodyPr/>
        <a:lstStyle/>
        <a:p>
          <a:endParaRPr lang="en-US" sz="3200"/>
        </a:p>
      </dgm:t>
    </dgm:pt>
    <dgm:pt modelId="{920B4375-77DA-44E1-9847-7AA3805156C2}" type="sibTrans" cxnId="{C8F2030F-C19D-43CC-9C3E-283757F6FE99}">
      <dgm:prSet/>
      <dgm:spPr/>
      <dgm:t>
        <a:bodyPr/>
        <a:lstStyle/>
        <a:p>
          <a:endParaRPr lang="en-US" sz="3200"/>
        </a:p>
      </dgm:t>
    </dgm:pt>
    <dgm:pt modelId="{D7ABE129-F7E2-43FF-8A82-18523B1B0039}">
      <dgm:prSet custT="1"/>
      <dgm:spPr/>
      <dgm:t>
        <a:bodyPr anchor="ctr"/>
        <a:lstStyle/>
        <a:p>
          <a:r>
            <a:rPr lang="en-US" sz="2000" b="1"/>
            <a:t>Amazon S3 One Zone-Infrequent Access (S3 One Zone-IA)</a:t>
          </a:r>
        </a:p>
      </dgm:t>
    </dgm:pt>
    <dgm:pt modelId="{60E5EEDE-131D-4A03-8D85-D15209BE2D67}" type="parTrans" cxnId="{BDD51477-4E8A-4AE3-AE59-C135956BAE0B}">
      <dgm:prSet/>
      <dgm:spPr/>
      <dgm:t>
        <a:bodyPr/>
        <a:lstStyle/>
        <a:p>
          <a:endParaRPr lang="en-US" sz="3200"/>
        </a:p>
      </dgm:t>
    </dgm:pt>
    <dgm:pt modelId="{56B4A315-0DC4-463E-B47A-4B66A88CAA15}" type="sibTrans" cxnId="{BDD51477-4E8A-4AE3-AE59-C135956BAE0B}">
      <dgm:prSet/>
      <dgm:spPr/>
      <dgm:t>
        <a:bodyPr/>
        <a:lstStyle/>
        <a:p>
          <a:endParaRPr lang="en-US" sz="3200"/>
        </a:p>
      </dgm:t>
    </dgm:pt>
    <dgm:pt modelId="{54C9F884-35B3-460D-BB96-433A57A6B384}">
      <dgm:prSet custT="1"/>
      <dgm:spPr/>
      <dgm:t>
        <a:bodyPr anchor="ctr"/>
        <a:lstStyle/>
        <a:p>
          <a:r>
            <a:rPr lang="en-US" sz="2800" b="1"/>
            <a:t>Archive</a:t>
          </a:r>
        </a:p>
      </dgm:t>
    </dgm:pt>
    <dgm:pt modelId="{4A74DCDF-0B93-4455-BF49-B9720F332308}" type="parTrans" cxnId="{4CD480C0-6627-4C3D-87AE-BD419A28F9C9}">
      <dgm:prSet/>
      <dgm:spPr/>
      <dgm:t>
        <a:bodyPr/>
        <a:lstStyle/>
        <a:p>
          <a:endParaRPr lang="en-US" sz="3200"/>
        </a:p>
      </dgm:t>
    </dgm:pt>
    <dgm:pt modelId="{720AF11F-B00B-43B5-8BE5-7CBE98AB5CAD}" type="sibTrans" cxnId="{4CD480C0-6627-4C3D-87AE-BD419A28F9C9}">
      <dgm:prSet/>
      <dgm:spPr/>
      <dgm:t>
        <a:bodyPr/>
        <a:lstStyle/>
        <a:p>
          <a:endParaRPr lang="en-US" sz="3200"/>
        </a:p>
      </dgm:t>
    </dgm:pt>
    <dgm:pt modelId="{A794B922-9B3E-45A8-972E-7B99874B20C5}">
      <dgm:prSet custT="1"/>
      <dgm:spPr/>
      <dgm:t>
        <a:bodyPr anchor="ctr"/>
        <a:lstStyle/>
        <a:p>
          <a:r>
            <a:rPr lang="en-US" sz="2000" b="1"/>
            <a:t>Amazon S3 Glacier</a:t>
          </a:r>
        </a:p>
      </dgm:t>
    </dgm:pt>
    <dgm:pt modelId="{114A929B-E641-474C-B7C7-4A032210D619}" type="parTrans" cxnId="{191DBC82-E965-4818-B338-8F481C5F0315}">
      <dgm:prSet/>
      <dgm:spPr/>
      <dgm:t>
        <a:bodyPr/>
        <a:lstStyle/>
        <a:p>
          <a:endParaRPr lang="en-US" sz="3200"/>
        </a:p>
      </dgm:t>
    </dgm:pt>
    <dgm:pt modelId="{35030B72-EF64-4D5D-8044-34344FE6C922}" type="sibTrans" cxnId="{191DBC82-E965-4818-B338-8F481C5F0315}">
      <dgm:prSet/>
      <dgm:spPr/>
      <dgm:t>
        <a:bodyPr/>
        <a:lstStyle/>
        <a:p>
          <a:endParaRPr lang="en-US" sz="3200"/>
        </a:p>
      </dgm:t>
    </dgm:pt>
    <dgm:pt modelId="{7315026B-C83E-45EC-91F2-6BD26B704DEB}">
      <dgm:prSet custT="1"/>
      <dgm:spPr/>
      <dgm:t>
        <a:bodyPr anchor="ctr"/>
        <a:lstStyle/>
        <a:p>
          <a:r>
            <a:rPr lang="en-US" sz="2800" b="1"/>
            <a:t>Intelligent tiering</a:t>
          </a:r>
          <a:endParaRPr lang="en-US" sz="2000"/>
        </a:p>
      </dgm:t>
    </dgm:pt>
    <dgm:pt modelId="{8BE60CD9-19CD-4E46-A971-6EEC6FA39AC1}" type="parTrans" cxnId="{D54C4C3F-1105-408C-909A-BCD2874FAD1B}">
      <dgm:prSet/>
      <dgm:spPr/>
      <dgm:t>
        <a:bodyPr/>
        <a:lstStyle/>
        <a:p>
          <a:endParaRPr lang="en-US"/>
        </a:p>
      </dgm:t>
    </dgm:pt>
    <dgm:pt modelId="{BA6B8F40-ECEC-48E6-B3F9-FD64BDC8437A}" type="sibTrans" cxnId="{D54C4C3F-1105-408C-909A-BCD2874FAD1B}">
      <dgm:prSet/>
      <dgm:spPr/>
      <dgm:t>
        <a:bodyPr/>
        <a:lstStyle/>
        <a:p>
          <a:endParaRPr lang="en-US"/>
        </a:p>
      </dgm:t>
    </dgm:pt>
    <dgm:pt modelId="{5A6BC077-808B-45C6-A1DE-17278DE19C6D}">
      <dgm:prSet custT="1"/>
      <dgm:spPr/>
      <dgm:t>
        <a:bodyPr anchor="ctr"/>
        <a:lstStyle/>
        <a:p>
          <a:r>
            <a:rPr lang="en-US" sz="2000" b="1"/>
            <a:t>Amazon S3 Intelligent-Tiering</a:t>
          </a:r>
        </a:p>
      </dgm:t>
    </dgm:pt>
    <dgm:pt modelId="{DFFBAC13-D931-4319-83C9-D8296083C1EE}" type="parTrans" cxnId="{F3AF0D5B-7345-4C97-B13E-D4D80786DD0F}">
      <dgm:prSet/>
      <dgm:spPr/>
      <dgm:t>
        <a:bodyPr/>
        <a:lstStyle/>
        <a:p>
          <a:endParaRPr lang="en-US"/>
        </a:p>
      </dgm:t>
    </dgm:pt>
    <dgm:pt modelId="{C5211B12-C88E-472D-8F9D-BD21754D6D20}" type="sibTrans" cxnId="{F3AF0D5B-7345-4C97-B13E-D4D80786DD0F}">
      <dgm:prSet/>
      <dgm:spPr/>
      <dgm:t>
        <a:bodyPr/>
        <a:lstStyle/>
        <a:p>
          <a:endParaRPr lang="en-US"/>
        </a:p>
      </dgm:t>
    </dgm:pt>
    <dgm:pt modelId="{59D27753-6752-473D-AA64-033EFA5736E5}">
      <dgm:prSet custT="1"/>
      <dgm:spPr/>
      <dgm:t>
        <a:bodyPr anchor="ctr"/>
        <a:lstStyle/>
        <a:p>
          <a:r>
            <a:rPr lang="en-US" sz="2000" b="1"/>
            <a:t>Amazon S3 – Glacier Deep Archive</a:t>
          </a:r>
        </a:p>
      </dgm:t>
    </dgm:pt>
    <dgm:pt modelId="{28746151-FA4C-4F61-A726-C129D92207B9}" type="parTrans" cxnId="{0222CA05-EB51-4107-8479-52EB2E90FA5C}">
      <dgm:prSet/>
      <dgm:spPr/>
      <dgm:t>
        <a:bodyPr/>
        <a:lstStyle/>
        <a:p>
          <a:endParaRPr lang="en-US"/>
        </a:p>
      </dgm:t>
    </dgm:pt>
    <dgm:pt modelId="{597106F6-AA57-41D7-A6A5-5E5738E82A2D}" type="sibTrans" cxnId="{0222CA05-EB51-4107-8479-52EB2E90FA5C}">
      <dgm:prSet/>
      <dgm:spPr/>
      <dgm:t>
        <a:bodyPr/>
        <a:lstStyle/>
        <a:p>
          <a:endParaRPr lang="en-US"/>
        </a:p>
      </dgm:t>
    </dgm:pt>
    <dgm:pt modelId="{92986E8B-AABC-43A1-91C1-63EDB47D11AD}" type="pres">
      <dgm:prSet presAssocID="{AC62D1B8-F73B-4166-8E73-CB4F130976F3}" presName="theList" presStyleCnt="0">
        <dgm:presLayoutVars>
          <dgm:dir/>
          <dgm:animLvl val="lvl"/>
          <dgm:resizeHandles val="exact"/>
        </dgm:presLayoutVars>
      </dgm:prSet>
      <dgm:spPr/>
    </dgm:pt>
    <dgm:pt modelId="{FEEA5510-E56E-424F-BEF3-8A89BB6ABBEB}" type="pres">
      <dgm:prSet presAssocID="{68A2F89D-B180-429B-90AC-9EB36281C0DF}" presName="compNode" presStyleCnt="0"/>
      <dgm:spPr/>
    </dgm:pt>
    <dgm:pt modelId="{BC1A1E0A-48D5-443B-8941-05840EA9E8E0}" type="pres">
      <dgm:prSet presAssocID="{68A2F89D-B180-429B-90AC-9EB36281C0DF}" presName="aNode" presStyleLbl="bgShp" presStyleIdx="0" presStyleCnt="4"/>
      <dgm:spPr/>
    </dgm:pt>
    <dgm:pt modelId="{8F507DE3-24BA-4CA7-854F-300F91224B7F}" type="pres">
      <dgm:prSet presAssocID="{68A2F89D-B180-429B-90AC-9EB36281C0DF}" presName="textNode" presStyleLbl="bgShp" presStyleIdx="0" presStyleCnt="4"/>
      <dgm:spPr/>
    </dgm:pt>
    <dgm:pt modelId="{EE95F630-2037-4D39-ACD4-A0323B603688}" type="pres">
      <dgm:prSet presAssocID="{68A2F89D-B180-429B-90AC-9EB36281C0DF}" presName="compChildNode" presStyleCnt="0"/>
      <dgm:spPr/>
    </dgm:pt>
    <dgm:pt modelId="{C935058C-1355-47D8-ADE7-7F24DBD0B1E8}" type="pres">
      <dgm:prSet presAssocID="{68A2F89D-B180-429B-90AC-9EB36281C0DF}" presName="theInnerList" presStyleCnt="0"/>
      <dgm:spPr/>
    </dgm:pt>
    <dgm:pt modelId="{9BF5C0DF-2DEB-4B2A-A3B9-D34732F1E633}" type="pres">
      <dgm:prSet presAssocID="{F30BE3C8-73E3-49CF-B695-65E620DD31CA}" presName="childNode" presStyleLbl="node1" presStyleIdx="0" presStyleCnt="6">
        <dgm:presLayoutVars>
          <dgm:bulletEnabled val="1"/>
        </dgm:presLayoutVars>
      </dgm:prSet>
      <dgm:spPr/>
    </dgm:pt>
    <dgm:pt modelId="{8774B5BE-5581-433B-8E75-C0D566499EC9}" type="pres">
      <dgm:prSet presAssocID="{68A2F89D-B180-429B-90AC-9EB36281C0DF}" presName="aSpace" presStyleCnt="0"/>
      <dgm:spPr/>
    </dgm:pt>
    <dgm:pt modelId="{063AD7F9-C1BB-4000-8F0E-1F716181E9DB}" type="pres">
      <dgm:prSet presAssocID="{7315026B-C83E-45EC-91F2-6BD26B704DEB}" presName="compNode" presStyleCnt="0"/>
      <dgm:spPr/>
    </dgm:pt>
    <dgm:pt modelId="{128A7FDD-7944-4316-BDF5-FA239B074DE6}" type="pres">
      <dgm:prSet presAssocID="{7315026B-C83E-45EC-91F2-6BD26B704DEB}" presName="aNode" presStyleLbl="bgShp" presStyleIdx="1" presStyleCnt="4"/>
      <dgm:spPr/>
    </dgm:pt>
    <dgm:pt modelId="{0DF43B73-5E1F-40BE-8982-050B141CB309}" type="pres">
      <dgm:prSet presAssocID="{7315026B-C83E-45EC-91F2-6BD26B704DEB}" presName="textNode" presStyleLbl="bgShp" presStyleIdx="1" presStyleCnt="4"/>
      <dgm:spPr/>
    </dgm:pt>
    <dgm:pt modelId="{C70EEF8B-5329-47FF-BF37-412F71028AA0}" type="pres">
      <dgm:prSet presAssocID="{7315026B-C83E-45EC-91F2-6BD26B704DEB}" presName="compChildNode" presStyleCnt="0"/>
      <dgm:spPr/>
    </dgm:pt>
    <dgm:pt modelId="{752B4A5B-2A5F-4709-86FE-C9B1C77E1909}" type="pres">
      <dgm:prSet presAssocID="{7315026B-C83E-45EC-91F2-6BD26B704DEB}" presName="theInnerList" presStyleCnt="0"/>
      <dgm:spPr/>
    </dgm:pt>
    <dgm:pt modelId="{66C41D1D-4078-4353-A489-48479719F6A3}" type="pres">
      <dgm:prSet presAssocID="{5A6BC077-808B-45C6-A1DE-17278DE19C6D}" presName="childNode" presStyleLbl="node1" presStyleIdx="1" presStyleCnt="6">
        <dgm:presLayoutVars>
          <dgm:bulletEnabled val="1"/>
        </dgm:presLayoutVars>
      </dgm:prSet>
      <dgm:spPr/>
    </dgm:pt>
    <dgm:pt modelId="{F85844F4-7414-470D-B9C6-810B2C68DF15}" type="pres">
      <dgm:prSet presAssocID="{7315026B-C83E-45EC-91F2-6BD26B704DEB}" presName="aSpace" presStyleCnt="0"/>
      <dgm:spPr/>
    </dgm:pt>
    <dgm:pt modelId="{3942C4F3-9974-4133-95CE-07999F9F9FDA}" type="pres">
      <dgm:prSet presAssocID="{1E6BED78-BD37-41CF-936E-7AF40ABD07CE}" presName="compNode" presStyleCnt="0"/>
      <dgm:spPr/>
    </dgm:pt>
    <dgm:pt modelId="{3B57FE5E-2744-49A5-8111-CE1403399E1F}" type="pres">
      <dgm:prSet presAssocID="{1E6BED78-BD37-41CF-936E-7AF40ABD07CE}" presName="aNode" presStyleLbl="bgShp" presStyleIdx="2" presStyleCnt="4"/>
      <dgm:spPr/>
    </dgm:pt>
    <dgm:pt modelId="{4B9CC507-3A98-4324-A53D-ACFB1CBBAA22}" type="pres">
      <dgm:prSet presAssocID="{1E6BED78-BD37-41CF-936E-7AF40ABD07CE}" presName="textNode" presStyleLbl="bgShp" presStyleIdx="2" presStyleCnt="4"/>
      <dgm:spPr/>
    </dgm:pt>
    <dgm:pt modelId="{73800E76-4151-4220-8158-3E85C7754070}" type="pres">
      <dgm:prSet presAssocID="{1E6BED78-BD37-41CF-936E-7AF40ABD07CE}" presName="compChildNode" presStyleCnt="0"/>
      <dgm:spPr/>
    </dgm:pt>
    <dgm:pt modelId="{20BC8E06-17AA-4D52-B9DC-70969AECE3A7}" type="pres">
      <dgm:prSet presAssocID="{1E6BED78-BD37-41CF-936E-7AF40ABD07CE}" presName="theInnerList" presStyleCnt="0"/>
      <dgm:spPr/>
    </dgm:pt>
    <dgm:pt modelId="{C95F75B3-D0C5-44C7-A25C-13BE0CFD945E}" type="pres">
      <dgm:prSet presAssocID="{04FEA657-54CC-4DF7-B089-44807F338941}" presName="childNode" presStyleLbl="node1" presStyleIdx="2" presStyleCnt="6">
        <dgm:presLayoutVars>
          <dgm:bulletEnabled val="1"/>
        </dgm:presLayoutVars>
      </dgm:prSet>
      <dgm:spPr/>
    </dgm:pt>
    <dgm:pt modelId="{2FC653C3-6F53-47B2-B9B6-F6CC68A38E2F}" type="pres">
      <dgm:prSet presAssocID="{04FEA657-54CC-4DF7-B089-44807F338941}" presName="aSpace2" presStyleCnt="0"/>
      <dgm:spPr/>
    </dgm:pt>
    <dgm:pt modelId="{AD4AF58B-F20B-4CC9-9584-A4DD9BC4792A}" type="pres">
      <dgm:prSet presAssocID="{D7ABE129-F7E2-43FF-8A82-18523B1B0039}" presName="childNode" presStyleLbl="node1" presStyleIdx="3" presStyleCnt="6">
        <dgm:presLayoutVars>
          <dgm:bulletEnabled val="1"/>
        </dgm:presLayoutVars>
      </dgm:prSet>
      <dgm:spPr/>
    </dgm:pt>
    <dgm:pt modelId="{4BF2DD37-8C7B-413F-8C26-D1AF1B1CD38A}" type="pres">
      <dgm:prSet presAssocID="{1E6BED78-BD37-41CF-936E-7AF40ABD07CE}" presName="aSpace" presStyleCnt="0"/>
      <dgm:spPr/>
    </dgm:pt>
    <dgm:pt modelId="{F73AA5C1-EBB2-49ED-816E-DA124B29AAB3}" type="pres">
      <dgm:prSet presAssocID="{54C9F884-35B3-460D-BB96-433A57A6B384}" presName="compNode" presStyleCnt="0"/>
      <dgm:spPr/>
    </dgm:pt>
    <dgm:pt modelId="{CCC94627-134B-4EEF-816A-3D9AA9A49D1D}" type="pres">
      <dgm:prSet presAssocID="{54C9F884-35B3-460D-BB96-433A57A6B384}" presName="aNode" presStyleLbl="bgShp" presStyleIdx="3" presStyleCnt="4"/>
      <dgm:spPr/>
    </dgm:pt>
    <dgm:pt modelId="{8A0E593B-1D4F-4B1E-AA2D-58207741D27F}" type="pres">
      <dgm:prSet presAssocID="{54C9F884-35B3-460D-BB96-433A57A6B384}" presName="textNode" presStyleLbl="bgShp" presStyleIdx="3" presStyleCnt="4"/>
      <dgm:spPr/>
    </dgm:pt>
    <dgm:pt modelId="{A07C7BC7-3597-4440-B180-10D3870BD107}" type="pres">
      <dgm:prSet presAssocID="{54C9F884-35B3-460D-BB96-433A57A6B384}" presName="compChildNode" presStyleCnt="0"/>
      <dgm:spPr/>
    </dgm:pt>
    <dgm:pt modelId="{814DC497-959F-46D4-ADCA-EAA481A4C984}" type="pres">
      <dgm:prSet presAssocID="{54C9F884-35B3-460D-BB96-433A57A6B384}" presName="theInnerList" presStyleCnt="0"/>
      <dgm:spPr/>
    </dgm:pt>
    <dgm:pt modelId="{6BAA81AF-3DBE-4D24-9B9A-35FB73A2087B}" type="pres">
      <dgm:prSet presAssocID="{A794B922-9B3E-45A8-972E-7B99874B20C5}" presName="childNode" presStyleLbl="node1" presStyleIdx="4" presStyleCnt="6">
        <dgm:presLayoutVars>
          <dgm:bulletEnabled val="1"/>
        </dgm:presLayoutVars>
      </dgm:prSet>
      <dgm:spPr/>
    </dgm:pt>
    <dgm:pt modelId="{6A1A577F-6196-481F-82B1-FF013FF46E57}" type="pres">
      <dgm:prSet presAssocID="{A794B922-9B3E-45A8-972E-7B99874B20C5}" presName="aSpace2" presStyleCnt="0"/>
      <dgm:spPr/>
    </dgm:pt>
    <dgm:pt modelId="{44382137-831A-4326-AD07-83C6E77288F6}" type="pres">
      <dgm:prSet presAssocID="{59D27753-6752-473D-AA64-033EFA5736E5}" presName="childNode" presStyleLbl="node1" presStyleIdx="5" presStyleCnt="6">
        <dgm:presLayoutVars>
          <dgm:bulletEnabled val="1"/>
        </dgm:presLayoutVars>
      </dgm:prSet>
      <dgm:spPr/>
    </dgm:pt>
  </dgm:ptLst>
  <dgm:cxnLst>
    <dgm:cxn modelId="{0222CA05-EB51-4107-8479-52EB2E90FA5C}" srcId="{54C9F884-35B3-460D-BB96-433A57A6B384}" destId="{59D27753-6752-473D-AA64-033EFA5736E5}" srcOrd="1" destOrd="0" parTransId="{28746151-FA4C-4F61-A726-C129D92207B9}" sibTransId="{597106F6-AA57-41D7-A6A5-5E5738E82A2D}"/>
    <dgm:cxn modelId="{C46C370C-5330-47C6-9F95-D384280313FA}" type="presOf" srcId="{54C9F884-35B3-460D-BB96-433A57A6B384}" destId="{8A0E593B-1D4F-4B1E-AA2D-58207741D27F}" srcOrd="1" destOrd="0" presId="urn:microsoft.com/office/officeart/2005/8/layout/lProcess2"/>
    <dgm:cxn modelId="{C8F2030F-C19D-43CC-9C3E-283757F6FE99}" srcId="{1E6BED78-BD37-41CF-936E-7AF40ABD07CE}" destId="{04FEA657-54CC-4DF7-B089-44807F338941}" srcOrd="0" destOrd="0" parTransId="{CEB07072-4BF6-45CF-BA3D-800A0EE702B2}" sibTransId="{920B4375-77DA-44E1-9847-7AA3805156C2}"/>
    <dgm:cxn modelId="{7FAC941E-A968-4DAF-B082-29851DB224F0}" srcId="{68A2F89D-B180-429B-90AC-9EB36281C0DF}" destId="{F30BE3C8-73E3-49CF-B695-65E620DD31CA}" srcOrd="0" destOrd="0" parTransId="{D1228618-94BF-4656-9631-EF8D78EC4D41}" sibTransId="{BB01FEDA-BD76-4D1F-9B0A-3ADEB7AEC600}"/>
    <dgm:cxn modelId="{4EF9B321-B6F5-4E46-91C8-CBD49BEC13E1}" type="presOf" srcId="{AC62D1B8-F73B-4166-8E73-CB4F130976F3}" destId="{92986E8B-AABC-43A1-91C1-63EDB47D11AD}" srcOrd="0" destOrd="0" presId="urn:microsoft.com/office/officeart/2005/8/layout/lProcess2"/>
    <dgm:cxn modelId="{0D69242F-B307-419B-AE8A-A5332011ABCD}" type="presOf" srcId="{F30BE3C8-73E3-49CF-B695-65E620DD31CA}" destId="{9BF5C0DF-2DEB-4B2A-A3B9-D34732F1E633}" srcOrd="0" destOrd="0" presId="urn:microsoft.com/office/officeart/2005/8/layout/lProcess2"/>
    <dgm:cxn modelId="{D8627C3A-2258-4DE8-98D7-40AE41FD4FEF}" type="presOf" srcId="{7315026B-C83E-45EC-91F2-6BD26B704DEB}" destId="{0DF43B73-5E1F-40BE-8982-050B141CB309}" srcOrd="1" destOrd="0" presId="urn:microsoft.com/office/officeart/2005/8/layout/lProcess2"/>
    <dgm:cxn modelId="{D54C4C3F-1105-408C-909A-BCD2874FAD1B}" srcId="{AC62D1B8-F73B-4166-8E73-CB4F130976F3}" destId="{7315026B-C83E-45EC-91F2-6BD26B704DEB}" srcOrd="1" destOrd="0" parTransId="{8BE60CD9-19CD-4E46-A971-6EEC6FA39AC1}" sibTransId="{BA6B8F40-ECEC-48E6-B3F9-FD64BDC8437A}"/>
    <dgm:cxn modelId="{71AE713F-BAE4-4505-BB52-7F15C111597E}" type="presOf" srcId="{04FEA657-54CC-4DF7-B089-44807F338941}" destId="{C95F75B3-D0C5-44C7-A25C-13BE0CFD945E}" srcOrd="0" destOrd="0" presId="urn:microsoft.com/office/officeart/2005/8/layout/lProcess2"/>
    <dgm:cxn modelId="{F3AF0D5B-7345-4C97-B13E-D4D80786DD0F}" srcId="{7315026B-C83E-45EC-91F2-6BD26B704DEB}" destId="{5A6BC077-808B-45C6-A1DE-17278DE19C6D}" srcOrd="0" destOrd="0" parTransId="{DFFBAC13-D931-4319-83C9-D8296083C1EE}" sibTransId="{C5211B12-C88E-472D-8F9D-BD21754D6D20}"/>
    <dgm:cxn modelId="{3C77DC5C-3A42-4902-8468-091CFB314E7C}" type="presOf" srcId="{D7ABE129-F7E2-43FF-8A82-18523B1B0039}" destId="{AD4AF58B-F20B-4CC9-9584-A4DD9BC4792A}" srcOrd="0" destOrd="0" presId="urn:microsoft.com/office/officeart/2005/8/layout/lProcess2"/>
    <dgm:cxn modelId="{CCEE5A5D-DB3A-4B4F-B0ED-1EBE95C4EA14}" type="presOf" srcId="{5A6BC077-808B-45C6-A1DE-17278DE19C6D}" destId="{66C41D1D-4078-4353-A489-48479719F6A3}" srcOrd="0" destOrd="0" presId="urn:microsoft.com/office/officeart/2005/8/layout/lProcess2"/>
    <dgm:cxn modelId="{E857B86F-2A04-4704-BEA6-9D0C4A56891E}" type="presOf" srcId="{7315026B-C83E-45EC-91F2-6BD26B704DEB}" destId="{128A7FDD-7944-4316-BDF5-FA239B074DE6}" srcOrd="0" destOrd="0" presId="urn:microsoft.com/office/officeart/2005/8/layout/lProcess2"/>
    <dgm:cxn modelId="{6BD24750-7D93-46EA-9246-F024540CA2B1}" srcId="{AC62D1B8-F73B-4166-8E73-CB4F130976F3}" destId="{68A2F89D-B180-429B-90AC-9EB36281C0DF}" srcOrd="0" destOrd="0" parTransId="{63EE2051-F3B4-46F4-B94B-2BBCDF7110D4}" sibTransId="{82704603-C02C-40FF-A20F-D9B24B6061D0}"/>
    <dgm:cxn modelId="{BDD51477-4E8A-4AE3-AE59-C135956BAE0B}" srcId="{1E6BED78-BD37-41CF-936E-7AF40ABD07CE}" destId="{D7ABE129-F7E2-43FF-8A82-18523B1B0039}" srcOrd="1" destOrd="0" parTransId="{60E5EEDE-131D-4A03-8D85-D15209BE2D67}" sibTransId="{56B4A315-0DC4-463E-B47A-4B66A88CAA15}"/>
    <dgm:cxn modelId="{191DBC82-E965-4818-B338-8F481C5F0315}" srcId="{54C9F884-35B3-460D-BB96-433A57A6B384}" destId="{A794B922-9B3E-45A8-972E-7B99874B20C5}" srcOrd="0" destOrd="0" parTransId="{114A929B-E641-474C-B7C7-4A032210D619}" sibTransId="{35030B72-EF64-4D5D-8044-34344FE6C922}"/>
    <dgm:cxn modelId="{41BD8683-74A2-407C-8DF0-F07B9877E696}" type="presOf" srcId="{68A2F89D-B180-429B-90AC-9EB36281C0DF}" destId="{8F507DE3-24BA-4CA7-854F-300F91224B7F}" srcOrd="1" destOrd="0" presId="urn:microsoft.com/office/officeart/2005/8/layout/lProcess2"/>
    <dgm:cxn modelId="{381A7D9B-F375-46E1-ADC2-AC103AD3CF5D}" type="presOf" srcId="{68A2F89D-B180-429B-90AC-9EB36281C0DF}" destId="{BC1A1E0A-48D5-443B-8941-05840EA9E8E0}" srcOrd="0" destOrd="0" presId="urn:microsoft.com/office/officeart/2005/8/layout/lProcess2"/>
    <dgm:cxn modelId="{A190E2B5-235D-43B3-BD8C-0E913419EC07}" type="presOf" srcId="{A794B922-9B3E-45A8-972E-7B99874B20C5}" destId="{6BAA81AF-3DBE-4D24-9B9A-35FB73A2087B}" srcOrd="0" destOrd="0" presId="urn:microsoft.com/office/officeart/2005/8/layout/lProcess2"/>
    <dgm:cxn modelId="{16E899B8-AADD-40BD-B90D-3D0D05530AB2}" type="presOf" srcId="{54C9F884-35B3-460D-BB96-433A57A6B384}" destId="{CCC94627-134B-4EEF-816A-3D9AA9A49D1D}" srcOrd="0" destOrd="0" presId="urn:microsoft.com/office/officeart/2005/8/layout/lProcess2"/>
    <dgm:cxn modelId="{4CD480C0-6627-4C3D-87AE-BD419A28F9C9}" srcId="{AC62D1B8-F73B-4166-8E73-CB4F130976F3}" destId="{54C9F884-35B3-460D-BB96-433A57A6B384}" srcOrd="3" destOrd="0" parTransId="{4A74DCDF-0B93-4455-BF49-B9720F332308}" sibTransId="{720AF11F-B00B-43B5-8BE5-7CBE98AB5CAD}"/>
    <dgm:cxn modelId="{CD198CC3-6A64-4F37-9C57-6FE7B2772D13}" srcId="{AC62D1B8-F73B-4166-8E73-CB4F130976F3}" destId="{1E6BED78-BD37-41CF-936E-7AF40ABD07CE}" srcOrd="2" destOrd="0" parTransId="{EED30E41-78AC-4F67-8883-18CACDD51C0F}" sibTransId="{EEADF79A-B02C-4FB3-A871-02DA2C290D75}"/>
    <dgm:cxn modelId="{A9BE94CA-97F3-4DAC-B940-3A905E10D46B}" type="presOf" srcId="{1E6BED78-BD37-41CF-936E-7AF40ABD07CE}" destId="{4B9CC507-3A98-4324-A53D-ACFB1CBBAA22}" srcOrd="1" destOrd="0" presId="urn:microsoft.com/office/officeart/2005/8/layout/lProcess2"/>
    <dgm:cxn modelId="{1E1DECCF-4A9C-44C8-94F7-A35DD03B53D9}" type="presOf" srcId="{1E6BED78-BD37-41CF-936E-7AF40ABD07CE}" destId="{3B57FE5E-2744-49A5-8111-CE1403399E1F}" srcOrd="0" destOrd="0" presId="urn:microsoft.com/office/officeart/2005/8/layout/lProcess2"/>
    <dgm:cxn modelId="{DEF41EE0-56FA-497D-B582-8A03F4F348D1}" type="presOf" srcId="{59D27753-6752-473D-AA64-033EFA5736E5}" destId="{44382137-831A-4326-AD07-83C6E77288F6}" srcOrd="0" destOrd="0" presId="urn:microsoft.com/office/officeart/2005/8/layout/lProcess2"/>
    <dgm:cxn modelId="{630F5116-B564-4FE4-A1C2-925629D78E28}" type="presParOf" srcId="{92986E8B-AABC-43A1-91C1-63EDB47D11AD}" destId="{FEEA5510-E56E-424F-BEF3-8A89BB6ABBEB}" srcOrd="0" destOrd="0" presId="urn:microsoft.com/office/officeart/2005/8/layout/lProcess2"/>
    <dgm:cxn modelId="{F8D472AB-038E-43F2-B5FB-BF724E5AC19E}" type="presParOf" srcId="{FEEA5510-E56E-424F-BEF3-8A89BB6ABBEB}" destId="{BC1A1E0A-48D5-443B-8941-05840EA9E8E0}" srcOrd="0" destOrd="0" presId="urn:microsoft.com/office/officeart/2005/8/layout/lProcess2"/>
    <dgm:cxn modelId="{841BCAD7-94CF-46F0-9677-478C56CF9113}" type="presParOf" srcId="{FEEA5510-E56E-424F-BEF3-8A89BB6ABBEB}" destId="{8F507DE3-24BA-4CA7-854F-300F91224B7F}" srcOrd="1" destOrd="0" presId="urn:microsoft.com/office/officeart/2005/8/layout/lProcess2"/>
    <dgm:cxn modelId="{14F566D9-AC1D-4D24-9C05-BB7983BAD202}" type="presParOf" srcId="{FEEA5510-E56E-424F-BEF3-8A89BB6ABBEB}" destId="{EE95F630-2037-4D39-ACD4-A0323B603688}" srcOrd="2" destOrd="0" presId="urn:microsoft.com/office/officeart/2005/8/layout/lProcess2"/>
    <dgm:cxn modelId="{BEBB6672-5BCD-4005-91CB-3E489850E32B}" type="presParOf" srcId="{EE95F630-2037-4D39-ACD4-A0323B603688}" destId="{C935058C-1355-47D8-ADE7-7F24DBD0B1E8}" srcOrd="0" destOrd="0" presId="urn:microsoft.com/office/officeart/2005/8/layout/lProcess2"/>
    <dgm:cxn modelId="{0EA6C58E-5FD6-47BB-9F2B-BD6B61CD6D72}" type="presParOf" srcId="{C935058C-1355-47D8-ADE7-7F24DBD0B1E8}" destId="{9BF5C0DF-2DEB-4B2A-A3B9-D34732F1E633}" srcOrd="0" destOrd="0" presId="urn:microsoft.com/office/officeart/2005/8/layout/lProcess2"/>
    <dgm:cxn modelId="{533A6BF2-EE8E-4101-BA79-5C9BFC42A421}" type="presParOf" srcId="{92986E8B-AABC-43A1-91C1-63EDB47D11AD}" destId="{8774B5BE-5581-433B-8E75-C0D566499EC9}" srcOrd="1" destOrd="0" presId="urn:microsoft.com/office/officeart/2005/8/layout/lProcess2"/>
    <dgm:cxn modelId="{24F5E42A-8759-4C6A-84EB-2390975FE58C}" type="presParOf" srcId="{92986E8B-AABC-43A1-91C1-63EDB47D11AD}" destId="{063AD7F9-C1BB-4000-8F0E-1F716181E9DB}" srcOrd="2" destOrd="0" presId="urn:microsoft.com/office/officeart/2005/8/layout/lProcess2"/>
    <dgm:cxn modelId="{9C2F327F-DB4F-43E8-A991-5F444EAB273C}" type="presParOf" srcId="{063AD7F9-C1BB-4000-8F0E-1F716181E9DB}" destId="{128A7FDD-7944-4316-BDF5-FA239B074DE6}" srcOrd="0" destOrd="0" presId="urn:microsoft.com/office/officeart/2005/8/layout/lProcess2"/>
    <dgm:cxn modelId="{F5B00C0E-05D8-47FD-B893-724249F9165E}" type="presParOf" srcId="{063AD7F9-C1BB-4000-8F0E-1F716181E9DB}" destId="{0DF43B73-5E1F-40BE-8982-050B141CB309}" srcOrd="1" destOrd="0" presId="urn:microsoft.com/office/officeart/2005/8/layout/lProcess2"/>
    <dgm:cxn modelId="{12DC11C4-2DA6-4DA8-A811-E92B1D0F0B2A}" type="presParOf" srcId="{063AD7F9-C1BB-4000-8F0E-1F716181E9DB}" destId="{C70EEF8B-5329-47FF-BF37-412F71028AA0}" srcOrd="2" destOrd="0" presId="urn:microsoft.com/office/officeart/2005/8/layout/lProcess2"/>
    <dgm:cxn modelId="{67891074-D45F-402D-BB54-59AA7EB05560}" type="presParOf" srcId="{C70EEF8B-5329-47FF-BF37-412F71028AA0}" destId="{752B4A5B-2A5F-4709-86FE-C9B1C77E1909}" srcOrd="0" destOrd="0" presId="urn:microsoft.com/office/officeart/2005/8/layout/lProcess2"/>
    <dgm:cxn modelId="{6835EBEA-02CD-4B79-B5D4-160F83F7B36B}" type="presParOf" srcId="{752B4A5B-2A5F-4709-86FE-C9B1C77E1909}" destId="{66C41D1D-4078-4353-A489-48479719F6A3}" srcOrd="0" destOrd="0" presId="urn:microsoft.com/office/officeart/2005/8/layout/lProcess2"/>
    <dgm:cxn modelId="{ABDA6335-A593-4402-B9E7-A9970195C1B2}" type="presParOf" srcId="{92986E8B-AABC-43A1-91C1-63EDB47D11AD}" destId="{F85844F4-7414-470D-B9C6-810B2C68DF15}" srcOrd="3" destOrd="0" presId="urn:microsoft.com/office/officeart/2005/8/layout/lProcess2"/>
    <dgm:cxn modelId="{AAA2B079-ECA6-468F-A8D8-F1A880C6ED42}" type="presParOf" srcId="{92986E8B-AABC-43A1-91C1-63EDB47D11AD}" destId="{3942C4F3-9974-4133-95CE-07999F9F9FDA}" srcOrd="4" destOrd="0" presId="urn:microsoft.com/office/officeart/2005/8/layout/lProcess2"/>
    <dgm:cxn modelId="{D5A3776B-6CC5-4D8B-8A42-48598B83AC2E}" type="presParOf" srcId="{3942C4F3-9974-4133-95CE-07999F9F9FDA}" destId="{3B57FE5E-2744-49A5-8111-CE1403399E1F}" srcOrd="0" destOrd="0" presId="urn:microsoft.com/office/officeart/2005/8/layout/lProcess2"/>
    <dgm:cxn modelId="{F0251CDE-2984-4733-BA44-A451FA18D0B3}" type="presParOf" srcId="{3942C4F3-9974-4133-95CE-07999F9F9FDA}" destId="{4B9CC507-3A98-4324-A53D-ACFB1CBBAA22}" srcOrd="1" destOrd="0" presId="urn:microsoft.com/office/officeart/2005/8/layout/lProcess2"/>
    <dgm:cxn modelId="{3E7E80E7-6A7E-4F86-AEC2-4182F08422BD}" type="presParOf" srcId="{3942C4F3-9974-4133-95CE-07999F9F9FDA}" destId="{73800E76-4151-4220-8158-3E85C7754070}" srcOrd="2" destOrd="0" presId="urn:microsoft.com/office/officeart/2005/8/layout/lProcess2"/>
    <dgm:cxn modelId="{FD47D220-23E7-4C4F-88C1-613EEF669121}" type="presParOf" srcId="{73800E76-4151-4220-8158-3E85C7754070}" destId="{20BC8E06-17AA-4D52-B9DC-70969AECE3A7}" srcOrd="0" destOrd="0" presId="urn:microsoft.com/office/officeart/2005/8/layout/lProcess2"/>
    <dgm:cxn modelId="{1D2768E3-16AF-4F7E-A001-ADD3DD35BCA7}" type="presParOf" srcId="{20BC8E06-17AA-4D52-B9DC-70969AECE3A7}" destId="{C95F75B3-D0C5-44C7-A25C-13BE0CFD945E}" srcOrd="0" destOrd="0" presId="urn:microsoft.com/office/officeart/2005/8/layout/lProcess2"/>
    <dgm:cxn modelId="{830F9FCE-522A-4F77-B454-757B633F601A}" type="presParOf" srcId="{20BC8E06-17AA-4D52-B9DC-70969AECE3A7}" destId="{2FC653C3-6F53-47B2-B9B6-F6CC68A38E2F}" srcOrd="1" destOrd="0" presId="urn:microsoft.com/office/officeart/2005/8/layout/lProcess2"/>
    <dgm:cxn modelId="{51D5410C-B825-41ED-849F-B3B564E7535B}" type="presParOf" srcId="{20BC8E06-17AA-4D52-B9DC-70969AECE3A7}" destId="{AD4AF58B-F20B-4CC9-9584-A4DD9BC4792A}" srcOrd="2" destOrd="0" presId="urn:microsoft.com/office/officeart/2005/8/layout/lProcess2"/>
    <dgm:cxn modelId="{11D2BD97-7219-432F-9386-860DD0C490B7}" type="presParOf" srcId="{92986E8B-AABC-43A1-91C1-63EDB47D11AD}" destId="{4BF2DD37-8C7B-413F-8C26-D1AF1B1CD38A}" srcOrd="5" destOrd="0" presId="urn:microsoft.com/office/officeart/2005/8/layout/lProcess2"/>
    <dgm:cxn modelId="{18CC5957-5AF9-40B4-85B3-DB82F47C85A8}" type="presParOf" srcId="{92986E8B-AABC-43A1-91C1-63EDB47D11AD}" destId="{F73AA5C1-EBB2-49ED-816E-DA124B29AAB3}" srcOrd="6" destOrd="0" presId="urn:microsoft.com/office/officeart/2005/8/layout/lProcess2"/>
    <dgm:cxn modelId="{38B0107F-FCE1-467D-9B2E-DDCFB805F192}" type="presParOf" srcId="{F73AA5C1-EBB2-49ED-816E-DA124B29AAB3}" destId="{CCC94627-134B-4EEF-816A-3D9AA9A49D1D}" srcOrd="0" destOrd="0" presId="urn:microsoft.com/office/officeart/2005/8/layout/lProcess2"/>
    <dgm:cxn modelId="{02A1F29C-55F6-4F96-99F9-2F9AAE456684}" type="presParOf" srcId="{F73AA5C1-EBB2-49ED-816E-DA124B29AAB3}" destId="{8A0E593B-1D4F-4B1E-AA2D-58207741D27F}" srcOrd="1" destOrd="0" presId="urn:microsoft.com/office/officeart/2005/8/layout/lProcess2"/>
    <dgm:cxn modelId="{E909AAB8-2333-47A5-B253-1D6CA764677F}" type="presParOf" srcId="{F73AA5C1-EBB2-49ED-816E-DA124B29AAB3}" destId="{A07C7BC7-3597-4440-B180-10D3870BD107}" srcOrd="2" destOrd="0" presId="urn:microsoft.com/office/officeart/2005/8/layout/lProcess2"/>
    <dgm:cxn modelId="{D76A141E-9A61-4932-ABA2-F702FCE2AEA1}" type="presParOf" srcId="{A07C7BC7-3597-4440-B180-10D3870BD107}" destId="{814DC497-959F-46D4-ADCA-EAA481A4C984}" srcOrd="0" destOrd="0" presId="urn:microsoft.com/office/officeart/2005/8/layout/lProcess2"/>
    <dgm:cxn modelId="{452A71A9-B7D6-4341-8605-491213AE38BD}" type="presParOf" srcId="{814DC497-959F-46D4-ADCA-EAA481A4C984}" destId="{6BAA81AF-3DBE-4D24-9B9A-35FB73A2087B}" srcOrd="0" destOrd="0" presId="urn:microsoft.com/office/officeart/2005/8/layout/lProcess2"/>
    <dgm:cxn modelId="{CDC149A6-A6B9-4096-B80F-94AC96D94CBD}" type="presParOf" srcId="{814DC497-959F-46D4-ADCA-EAA481A4C984}" destId="{6A1A577F-6196-481F-82B1-FF013FF46E57}" srcOrd="1" destOrd="0" presId="urn:microsoft.com/office/officeart/2005/8/layout/lProcess2"/>
    <dgm:cxn modelId="{AD494065-15B1-4A5B-A4C3-3CE673FF0B66}" type="presParOf" srcId="{814DC497-959F-46D4-ADCA-EAA481A4C984}" destId="{44382137-831A-4326-AD07-83C6E77288F6}" srcOrd="2"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F80E865-CF96-4346-A8C2-2CA6947BD98D}"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6B82C002-4B96-4DFE-9E15-DE55F5C09D5F}">
      <dgm:prSet phldrT="[Text]" custT="1"/>
      <dgm:spPr/>
      <dgm:t>
        <a:bodyPr/>
        <a:lstStyle/>
        <a:p>
          <a:r>
            <a:rPr lang="en-US" sz="4000">
              <a:solidFill>
                <a:schemeClr val="accent2">
                  <a:lumMod val="60000"/>
                  <a:lumOff val="40000"/>
                </a:schemeClr>
              </a:solidFill>
              <a:latin typeface="Amazon Ember"/>
              <a:ea typeface="Amazon Ember" panose="02000000000000000000" pitchFamily="2" charset="0"/>
            </a:rPr>
            <a:t>Best practices for tagging:</a:t>
          </a:r>
        </a:p>
      </dgm:t>
    </dgm:pt>
    <dgm:pt modelId="{FE65EF35-9AF5-49B1-8EEA-CC7CD5E531B3}" type="parTrans" cxnId="{598CF948-531D-4CB4-9FD1-E37FADCF68C8}">
      <dgm:prSet/>
      <dgm:spPr/>
      <dgm:t>
        <a:bodyPr/>
        <a:lstStyle/>
        <a:p>
          <a:endParaRPr lang="en-US" sz="1800">
            <a:latin typeface="Amazon Ember" panose="02000000000000000000" pitchFamily="2" charset="0"/>
            <a:ea typeface="Amazon Ember" panose="02000000000000000000" pitchFamily="2" charset="0"/>
          </a:endParaRPr>
        </a:p>
      </dgm:t>
    </dgm:pt>
    <dgm:pt modelId="{A1DC7EB7-3A80-4E42-A8E8-DB6BD29BCA2F}" type="sibTrans" cxnId="{598CF948-531D-4CB4-9FD1-E37FADCF68C8}">
      <dgm:prSet/>
      <dgm:spPr/>
      <dgm:t>
        <a:bodyPr/>
        <a:lstStyle/>
        <a:p>
          <a:endParaRPr lang="en-US" sz="1800">
            <a:latin typeface="Amazon Ember" panose="02000000000000000000" pitchFamily="2" charset="0"/>
            <a:ea typeface="Amazon Ember" panose="02000000000000000000" pitchFamily="2" charset="0"/>
          </a:endParaRPr>
        </a:p>
      </dgm:t>
    </dgm:pt>
    <dgm:pt modelId="{A4425D57-80F2-4D6F-8046-A45281DE05C2}">
      <dgm:prSet custT="1"/>
      <dgm:spPr/>
      <dgm:t>
        <a:bodyPr/>
        <a:lstStyle/>
        <a:p>
          <a:r>
            <a:rPr lang="en-US" sz="2400">
              <a:latin typeface="Amazon Ember" panose="02000000000000000000" pitchFamily="2" charset="0"/>
              <a:ea typeface="Amazon Ember" panose="02000000000000000000" pitchFamily="2" charset="0"/>
            </a:rPr>
            <a:t>Create business-relevant tag groupings to organize resources along technical, business, and security dimensions.</a:t>
          </a:r>
        </a:p>
      </dgm:t>
    </dgm:pt>
    <dgm:pt modelId="{E588F68B-B3EA-4D9B-A965-7BAD2026A4BA}" type="parTrans" cxnId="{9EF4EB2D-40AA-4397-806C-C62C3367CD38}">
      <dgm:prSet/>
      <dgm:spPr/>
      <dgm:t>
        <a:bodyPr/>
        <a:lstStyle/>
        <a:p>
          <a:endParaRPr lang="en-US" sz="1800">
            <a:latin typeface="Amazon Ember" panose="02000000000000000000" pitchFamily="2" charset="0"/>
            <a:ea typeface="Amazon Ember" panose="02000000000000000000" pitchFamily="2" charset="0"/>
          </a:endParaRPr>
        </a:p>
      </dgm:t>
    </dgm:pt>
    <dgm:pt modelId="{A1E94D8E-912C-497C-8F2A-108680E6361C}" type="sibTrans" cxnId="{9EF4EB2D-40AA-4397-806C-C62C3367CD38}">
      <dgm:prSet/>
      <dgm:spPr/>
      <dgm:t>
        <a:bodyPr/>
        <a:lstStyle/>
        <a:p>
          <a:endParaRPr lang="en-US" sz="1800">
            <a:latin typeface="Amazon Ember" panose="02000000000000000000" pitchFamily="2" charset="0"/>
            <a:ea typeface="Amazon Ember" panose="02000000000000000000" pitchFamily="2" charset="0"/>
          </a:endParaRPr>
        </a:p>
      </dgm:t>
    </dgm:pt>
    <dgm:pt modelId="{996B641B-CFBE-40EF-9CBC-71DED6C0962B}">
      <dgm:prSet custT="1"/>
      <dgm:spPr/>
      <dgm:t>
        <a:bodyPr/>
        <a:lstStyle/>
        <a:p>
          <a:r>
            <a:rPr lang="en-US" sz="2400">
              <a:latin typeface="Amazon Ember" panose="02000000000000000000" pitchFamily="2" charset="0"/>
              <a:ea typeface="Amazon Ember" panose="02000000000000000000" pitchFamily="2" charset="0"/>
            </a:rPr>
            <a:t>Always use more tags instead of using too few tags.</a:t>
          </a:r>
        </a:p>
      </dgm:t>
    </dgm:pt>
    <dgm:pt modelId="{B03201F3-6255-4004-9DFD-B1E1F00FCA8E}" type="parTrans" cxnId="{5F2566EE-A610-45F9-BCC1-ADE2108B1956}">
      <dgm:prSet/>
      <dgm:spPr/>
      <dgm:t>
        <a:bodyPr/>
        <a:lstStyle/>
        <a:p>
          <a:endParaRPr lang="en-US" sz="1800">
            <a:latin typeface="Amazon Ember" panose="02000000000000000000" pitchFamily="2" charset="0"/>
            <a:ea typeface="Amazon Ember" panose="02000000000000000000" pitchFamily="2" charset="0"/>
          </a:endParaRPr>
        </a:p>
      </dgm:t>
    </dgm:pt>
    <dgm:pt modelId="{3BA13D3D-AEB7-48C4-8650-CEFD6EEC216F}" type="sibTrans" cxnId="{5F2566EE-A610-45F9-BCC1-ADE2108B1956}">
      <dgm:prSet/>
      <dgm:spPr/>
      <dgm:t>
        <a:bodyPr/>
        <a:lstStyle/>
        <a:p>
          <a:endParaRPr lang="en-US" sz="1800">
            <a:latin typeface="Amazon Ember" panose="02000000000000000000" pitchFamily="2" charset="0"/>
            <a:ea typeface="Amazon Ember" panose="02000000000000000000" pitchFamily="2" charset="0"/>
          </a:endParaRPr>
        </a:p>
      </dgm:t>
    </dgm:pt>
    <dgm:pt modelId="{B2B5CC0E-0739-45E6-9D6D-8CD9BF3BA5D4}">
      <dgm:prSet custT="1"/>
      <dgm:spPr/>
      <dgm:t>
        <a:bodyPr/>
        <a:lstStyle/>
        <a:p>
          <a:r>
            <a:rPr lang="en-US" sz="2400">
              <a:latin typeface="Amazon Ember" panose="02000000000000000000" pitchFamily="2" charset="0"/>
              <a:ea typeface="Amazon Ember" panose="02000000000000000000" pitchFamily="2" charset="0"/>
            </a:rPr>
            <a:t>Use meaningful names for both tag keys and values.</a:t>
          </a:r>
        </a:p>
      </dgm:t>
    </dgm:pt>
    <dgm:pt modelId="{0041B13C-34D6-42DB-ADF9-51C612F8AF37}" type="parTrans" cxnId="{1E8C9D3B-1D2A-4F0F-B76E-2D28731349B7}">
      <dgm:prSet/>
      <dgm:spPr/>
      <dgm:t>
        <a:bodyPr/>
        <a:lstStyle/>
        <a:p>
          <a:endParaRPr lang="en-US" sz="1800">
            <a:latin typeface="Amazon Ember" panose="02000000000000000000" pitchFamily="2" charset="0"/>
            <a:ea typeface="Amazon Ember" panose="02000000000000000000" pitchFamily="2" charset="0"/>
          </a:endParaRPr>
        </a:p>
      </dgm:t>
    </dgm:pt>
    <dgm:pt modelId="{2D98F2AF-D4A6-4F5B-812F-711ABD836C41}" type="sibTrans" cxnId="{1E8C9D3B-1D2A-4F0F-B76E-2D28731349B7}">
      <dgm:prSet/>
      <dgm:spPr/>
      <dgm:t>
        <a:bodyPr/>
        <a:lstStyle/>
        <a:p>
          <a:endParaRPr lang="en-US" sz="1800">
            <a:latin typeface="Amazon Ember" panose="02000000000000000000" pitchFamily="2" charset="0"/>
            <a:ea typeface="Amazon Ember" panose="02000000000000000000" pitchFamily="2" charset="0"/>
          </a:endParaRPr>
        </a:p>
      </dgm:t>
    </dgm:pt>
    <dgm:pt modelId="{860FD91A-671E-4AB1-B8C7-1C1FA63E9B65}">
      <dgm:prSet custT="1"/>
      <dgm:spPr/>
      <dgm:t>
        <a:bodyPr/>
        <a:lstStyle/>
        <a:p>
          <a:r>
            <a:rPr lang="en-US" sz="2400">
              <a:latin typeface="Amazon Ember" panose="02000000000000000000" pitchFamily="2" charset="0"/>
              <a:ea typeface="Amazon Ember" panose="02000000000000000000" pitchFamily="2" charset="0"/>
            </a:rPr>
            <a:t>Always use a standardized, case-sensitive format for tags, and implement it consistently across all resource types.</a:t>
          </a:r>
        </a:p>
      </dgm:t>
    </dgm:pt>
    <dgm:pt modelId="{2739493A-6E30-499F-AED4-EE03C9C7A0E1}" type="parTrans" cxnId="{94DAC465-3374-4701-A269-31E5D5FA3D2E}">
      <dgm:prSet/>
      <dgm:spPr/>
      <dgm:t>
        <a:bodyPr/>
        <a:lstStyle/>
        <a:p>
          <a:endParaRPr lang="en-US" sz="1800">
            <a:latin typeface="Amazon Ember" panose="02000000000000000000" pitchFamily="2" charset="0"/>
            <a:ea typeface="Amazon Ember" panose="02000000000000000000" pitchFamily="2" charset="0"/>
          </a:endParaRPr>
        </a:p>
      </dgm:t>
    </dgm:pt>
    <dgm:pt modelId="{33B9F48A-AD8A-4A95-A7AD-35FD230B00E7}" type="sibTrans" cxnId="{94DAC465-3374-4701-A269-31E5D5FA3D2E}">
      <dgm:prSet/>
      <dgm:spPr/>
      <dgm:t>
        <a:bodyPr/>
        <a:lstStyle/>
        <a:p>
          <a:endParaRPr lang="en-US" sz="1800">
            <a:latin typeface="Amazon Ember" panose="02000000000000000000" pitchFamily="2" charset="0"/>
            <a:ea typeface="Amazon Ember" panose="02000000000000000000" pitchFamily="2" charset="0"/>
          </a:endParaRPr>
        </a:p>
      </dgm:t>
    </dgm:pt>
    <dgm:pt modelId="{37975B1D-A1EE-4CB9-B066-A741E8122719}">
      <dgm:prSet custT="1"/>
      <dgm:spPr/>
      <dgm:t>
        <a:bodyPr/>
        <a:lstStyle/>
        <a:p>
          <a:pPr rtl="0"/>
          <a:r>
            <a:rPr lang="en-US" sz="2400">
              <a:latin typeface="Amazon Ember"/>
              <a:ea typeface="Amazon Ember" panose="02000000000000000000" pitchFamily="2" charset="0"/>
            </a:rPr>
            <a:t>Implement automated tools to help manage resource tags. For example, use the </a:t>
          </a:r>
          <a:r>
            <a:rPr lang="en-US" sz="2400" b="1">
              <a:solidFill>
                <a:schemeClr val="accent2">
                  <a:lumMod val="60000"/>
                  <a:lumOff val="40000"/>
                </a:schemeClr>
              </a:solidFill>
              <a:latin typeface="Amazon Ember"/>
              <a:ea typeface="Amazon Ember" panose="02000000000000000000" pitchFamily="2" charset="0"/>
            </a:rPr>
            <a:t>Resource Groups Tagging API</a:t>
          </a:r>
          <a:r>
            <a:rPr lang="en-US" sz="2400">
              <a:latin typeface="Amazon Ember"/>
              <a:ea typeface="Amazon Ember" panose="02000000000000000000" pitchFamily="2" charset="0"/>
            </a:rPr>
            <a:t>. </a:t>
          </a:r>
        </a:p>
      </dgm:t>
    </dgm:pt>
    <dgm:pt modelId="{270AD5C2-E7FE-4930-8F83-E9607F65D775}" type="parTrans" cxnId="{DC193EBE-8201-441F-8A4F-A0C6F8517044}">
      <dgm:prSet/>
      <dgm:spPr/>
      <dgm:t>
        <a:bodyPr/>
        <a:lstStyle/>
        <a:p>
          <a:endParaRPr lang="en-US" sz="1800">
            <a:latin typeface="Amazon Ember" panose="02000000000000000000" pitchFamily="2" charset="0"/>
            <a:ea typeface="Amazon Ember" panose="02000000000000000000" pitchFamily="2" charset="0"/>
          </a:endParaRPr>
        </a:p>
      </dgm:t>
    </dgm:pt>
    <dgm:pt modelId="{6A7C560F-33FF-4E4F-AD8C-B27E1D02AD2E}" type="sibTrans" cxnId="{DC193EBE-8201-441F-8A4F-A0C6F8517044}">
      <dgm:prSet/>
      <dgm:spPr/>
      <dgm:t>
        <a:bodyPr/>
        <a:lstStyle/>
        <a:p>
          <a:endParaRPr lang="en-US" sz="1800">
            <a:latin typeface="Amazon Ember" panose="02000000000000000000" pitchFamily="2" charset="0"/>
            <a:ea typeface="Amazon Ember" panose="02000000000000000000" pitchFamily="2" charset="0"/>
          </a:endParaRPr>
        </a:p>
      </dgm:t>
    </dgm:pt>
    <dgm:pt modelId="{0FACF2AD-2117-47F2-908C-D32A731F822F}" type="pres">
      <dgm:prSet presAssocID="{6F80E865-CF96-4346-A8C2-2CA6947BD98D}" presName="vert0" presStyleCnt="0">
        <dgm:presLayoutVars>
          <dgm:dir/>
          <dgm:animOne val="branch"/>
          <dgm:animLvl val="lvl"/>
        </dgm:presLayoutVars>
      </dgm:prSet>
      <dgm:spPr/>
    </dgm:pt>
    <dgm:pt modelId="{66CD6116-5009-4648-B7D8-3539F7A45F0E}" type="pres">
      <dgm:prSet presAssocID="{6B82C002-4B96-4DFE-9E15-DE55F5C09D5F}" presName="thickLine" presStyleLbl="alignNode1" presStyleIdx="0" presStyleCnt="1"/>
      <dgm:spPr/>
    </dgm:pt>
    <dgm:pt modelId="{EFFAE347-0CFC-4461-83C3-BA870F77759E}" type="pres">
      <dgm:prSet presAssocID="{6B82C002-4B96-4DFE-9E15-DE55F5C09D5F}" presName="horz1" presStyleCnt="0"/>
      <dgm:spPr/>
    </dgm:pt>
    <dgm:pt modelId="{CF1E82C9-1C23-4638-A378-B4DD557A269A}" type="pres">
      <dgm:prSet presAssocID="{6B82C002-4B96-4DFE-9E15-DE55F5C09D5F}" presName="tx1" presStyleLbl="revTx" presStyleIdx="0" presStyleCnt="6" custScaleX="109163"/>
      <dgm:spPr/>
    </dgm:pt>
    <dgm:pt modelId="{1041616E-8541-45F2-8C1E-CB3CB87F3F33}" type="pres">
      <dgm:prSet presAssocID="{6B82C002-4B96-4DFE-9E15-DE55F5C09D5F}" presName="vert1" presStyleCnt="0"/>
      <dgm:spPr/>
    </dgm:pt>
    <dgm:pt modelId="{E4E0B5E5-60F7-41F5-8A14-64214360DD40}" type="pres">
      <dgm:prSet presAssocID="{A4425D57-80F2-4D6F-8046-A45281DE05C2}" presName="vertSpace2a" presStyleCnt="0"/>
      <dgm:spPr/>
    </dgm:pt>
    <dgm:pt modelId="{A6FE7F6E-C0E5-4B62-BAE4-361CA03134AF}" type="pres">
      <dgm:prSet presAssocID="{A4425D57-80F2-4D6F-8046-A45281DE05C2}" presName="horz2" presStyleCnt="0"/>
      <dgm:spPr/>
    </dgm:pt>
    <dgm:pt modelId="{B7D2FF85-9206-4CDA-993F-81BE6267D6BD}" type="pres">
      <dgm:prSet presAssocID="{A4425D57-80F2-4D6F-8046-A45281DE05C2}" presName="horzSpace2" presStyleCnt="0"/>
      <dgm:spPr/>
    </dgm:pt>
    <dgm:pt modelId="{6BCE6EB3-96BA-45F1-A1C9-2E997C558160}" type="pres">
      <dgm:prSet presAssocID="{A4425D57-80F2-4D6F-8046-A45281DE05C2}" presName="tx2" presStyleLbl="revTx" presStyleIdx="1" presStyleCnt="6"/>
      <dgm:spPr/>
    </dgm:pt>
    <dgm:pt modelId="{CCECB638-74F3-40E4-B0F8-B0D494246C88}" type="pres">
      <dgm:prSet presAssocID="{A4425D57-80F2-4D6F-8046-A45281DE05C2}" presName="vert2" presStyleCnt="0"/>
      <dgm:spPr/>
    </dgm:pt>
    <dgm:pt modelId="{8D43D6A7-5002-42C7-986E-BD74C951B79C}" type="pres">
      <dgm:prSet presAssocID="{A4425D57-80F2-4D6F-8046-A45281DE05C2}" presName="thinLine2b" presStyleLbl="callout" presStyleIdx="0" presStyleCnt="5"/>
      <dgm:spPr/>
    </dgm:pt>
    <dgm:pt modelId="{2E7CFC60-4799-4121-9CF0-F7C8422E0E0F}" type="pres">
      <dgm:prSet presAssocID="{A4425D57-80F2-4D6F-8046-A45281DE05C2}" presName="vertSpace2b" presStyleCnt="0"/>
      <dgm:spPr/>
    </dgm:pt>
    <dgm:pt modelId="{B9261768-0BA2-41BB-A32B-38C825CE1537}" type="pres">
      <dgm:prSet presAssocID="{996B641B-CFBE-40EF-9CBC-71DED6C0962B}" presName="horz2" presStyleCnt="0"/>
      <dgm:spPr/>
    </dgm:pt>
    <dgm:pt modelId="{DD28BD50-2265-4997-B97A-26D83B6F190C}" type="pres">
      <dgm:prSet presAssocID="{996B641B-CFBE-40EF-9CBC-71DED6C0962B}" presName="horzSpace2" presStyleCnt="0"/>
      <dgm:spPr/>
    </dgm:pt>
    <dgm:pt modelId="{6E621310-BA09-4220-BA1E-F5961F0C3B45}" type="pres">
      <dgm:prSet presAssocID="{996B641B-CFBE-40EF-9CBC-71DED6C0962B}" presName="tx2" presStyleLbl="revTx" presStyleIdx="2" presStyleCnt="6"/>
      <dgm:spPr/>
    </dgm:pt>
    <dgm:pt modelId="{D7FBC5F7-B7BC-4920-8DEC-353D4AB308E0}" type="pres">
      <dgm:prSet presAssocID="{996B641B-CFBE-40EF-9CBC-71DED6C0962B}" presName="vert2" presStyleCnt="0"/>
      <dgm:spPr/>
    </dgm:pt>
    <dgm:pt modelId="{B60ED030-BD35-4B51-B997-BF2DB8A344DA}" type="pres">
      <dgm:prSet presAssocID="{996B641B-CFBE-40EF-9CBC-71DED6C0962B}" presName="thinLine2b" presStyleLbl="callout" presStyleIdx="1" presStyleCnt="5"/>
      <dgm:spPr/>
    </dgm:pt>
    <dgm:pt modelId="{4B87A4E8-B826-44B1-95C0-EBF268D03083}" type="pres">
      <dgm:prSet presAssocID="{996B641B-CFBE-40EF-9CBC-71DED6C0962B}" presName="vertSpace2b" presStyleCnt="0"/>
      <dgm:spPr/>
    </dgm:pt>
    <dgm:pt modelId="{6D77EA28-3EF0-4381-BA43-2563877F391B}" type="pres">
      <dgm:prSet presAssocID="{B2B5CC0E-0739-45E6-9D6D-8CD9BF3BA5D4}" presName="horz2" presStyleCnt="0"/>
      <dgm:spPr/>
    </dgm:pt>
    <dgm:pt modelId="{66FED77C-BA88-4450-9C5D-227347F743BE}" type="pres">
      <dgm:prSet presAssocID="{B2B5CC0E-0739-45E6-9D6D-8CD9BF3BA5D4}" presName="horzSpace2" presStyleCnt="0"/>
      <dgm:spPr/>
    </dgm:pt>
    <dgm:pt modelId="{020EB19D-1F99-47AF-8D29-8095CAB63FF8}" type="pres">
      <dgm:prSet presAssocID="{B2B5CC0E-0739-45E6-9D6D-8CD9BF3BA5D4}" presName="tx2" presStyleLbl="revTx" presStyleIdx="3" presStyleCnt="6"/>
      <dgm:spPr/>
    </dgm:pt>
    <dgm:pt modelId="{DB70E571-01C1-4E5F-A64E-539127E012FA}" type="pres">
      <dgm:prSet presAssocID="{B2B5CC0E-0739-45E6-9D6D-8CD9BF3BA5D4}" presName="vert2" presStyleCnt="0"/>
      <dgm:spPr/>
    </dgm:pt>
    <dgm:pt modelId="{1D37A8A3-303A-48E8-A032-63626F7F0953}" type="pres">
      <dgm:prSet presAssocID="{B2B5CC0E-0739-45E6-9D6D-8CD9BF3BA5D4}" presName="thinLine2b" presStyleLbl="callout" presStyleIdx="2" presStyleCnt="5"/>
      <dgm:spPr/>
    </dgm:pt>
    <dgm:pt modelId="{3E7C9FF1-7432-47E6-B0DC-62D8425A04A3}" type="pres">
      <dgm:prSet presAssocID="{B2B5CC0E-0739-45E6-9D6D-8CD9BF3BA5D4}" presName="vertSpace2b" presStyleCnt="0"/>
      <dgm:spPr/>
    </dgm:pt>
    <dgm:pt modelId="{DE9C33D5-D6BA-40F7-A5B3-6BDB820E4C56}" type="pres">
      <dgm:prSet presAssocID="{860FD91A-671E-4AB1-B8C7-1C1FA63E9B65}" presName="horz2" presStyleCnt="0"/>
      <dgm:spPr/>
    </dgm:pt>
    <dgm:pt modelId="{774369AC-253C-4655-8B57-D88A5DEEC27A}" type="pres">
      <dgm:prSet presAssocID="{860FD91A-671E-4AB1-B8C7-1C1FA63E9B65}" presName="horzSpace2" presStyleCnt="0"/>
      <dgm:spPr/>
    </dgm:pt>
    <dgm:pt modelId="{352F5074-D6F8-4DEF-9467-68168622F0B5}" type="pres">
      <dgm:prSet presAssocID="{860FD91A-671E-4AB1-B8C7-1C1FA63E9B65}" presName="tx2" presStyleLbl="revTx" presStyleIdx="4" presStyleCnt="6"/>
      <dgm:spPr/>
    </dgm:pt>
    <dgm:pt modelId="{E2CC770E-999C-464C-ADF8-3C7A986DBE86}" type="pres">
      <dgm:prSet presAssocID="{860FD91A-671E-4AB1-B8C7-1C1FA63E9B65}" presName="vert2" presStyleCnt="0"/>
      <dgm:spPr/>
    </dgm:pt>
    <dgm:pt modelId="{8FE07228-4E2A-4E9F-80A0-FC73B0E5049D}" type="pres">
      <dgm:prSet presAssocID="{860FD91A-671E-4AB1-B8C7-1C1FA63E9B65}" presName="thinLine2b" presStyleLbl="callout" presStyleIdx="3" presStyleCnt="5"/>
      <dgm:spPr/>
    </dgm:pt>
    <dgm:pt modelId="{5E23C069-0C49-41D6-9C74-A85A6E13D5D3}" type="pres">
      <dgm:prSet presAssocID="{860FD91A-671E-4AB1-B8C7-1C1FA63E9B65}" presName="vertSpace2b" presStyleCnt="0"/>
      <dgm:spPr/>
    </dgm:pt>
    <dgm:pt modelId="{ECCB382F-52AB-49C3-801F-5331091A4776}" type="pres">
      <dgm:prSet presAssocID="{37975B1D-A1EE-4CB9-B066-A741E8122719}" presName="horz2" presStyleCnt="0"/>
      <dgm:spPr/>
    </dgm:pt>
    <dgm:pt modelId="{C51D84B9-7AF6-447A-8635-D28E79A2EA5C}" type="pres">
      <dgm:prSet presAssocID="{37975B1D-A1EE-4CB9-B066-A741E8122719}" presName="horzSpace2" presStyleCnt="0"/>
      <dgm:spPr/>
    </dgm:pt>
    <dgm:pt modelId="{0D1A1662-BEEE-4AF0-99CF-2BE8A2CE0AF4}" type="pres">
      <dgm:prSet presAssocID="{37975B1D-A1EE-4CB9-B066-A741E8122719}" presName="tx2" presStyleLbl="revTx" presStyleIdx="5" presStyleCnt="6"/>
      <dgm:spPr/>
    </dgm:pt>
    <dgm:pt modelId="{7A5520A9-D141-45BA-8D59-173245DB91C4}" type="pres">
      <dgm:prSet presAssocID="{37975B1D-A1EE-4CB9-B066-A741E8122719}" presName="vert2" presStyleCnt="0"/>
      <dgm:spPr/>
    </dgm:pt>
    <dgm:pt modelId="{77752DA1-1741-469B-96D3-0C1AC3BCAD25}" type="pres">
      <dgm:prSet presAssocID="{37975B1D-A1EE-4CB9-B066-A741E8122719}" presName="thinLine2b" presStyleLbl="callout" presStyleIdx="4" presStyleCnt="5"/>
      <dgm:spPr/>
    </dgm:pt>
    <dgm:pt modelId="{E3E55536-F544-42F9-AC3B-BBD5FE7978A1}" type="pres">
      <dgm:prSet presAssocID="{37975B1D-A1EE-4CB9-B066-A741E8122719}" presName="vertSpace2b" presStyleCnt="0"/>
      <dgm:spPr/>
    </dgm:pt>
  </dgm:ptLst>
  <dgm:cxnLst>
    <dgm:cxn modelId="{24186E0E-39BB-44A4-9C98-E4E592FBFE45}" type="presOf" srcId="{A4425D57-80F2-4D6F-8046-A45281DE05C2}" destId="{6BCE6EB3-96BA-45F1-A1C9-2E997C558160}" srcOrd="0" destOrd="0" presId="urn:microsoft.com/office/officeart/2008/layout/LinedList"/>
    <dgm:cxn modelId="{2C999510-B4BF-4754-A2CB-42EB97CAB54F}" type="presOf" srcId="{B2B5CC0E-0739-45E6-9D6D-8CD9BF3BA5D4}" destId="{020EB19D-1F99-47AF-8D29-8095CAB63FF8}" srcOrd="0" destOrd="0" presId="urn:microsoft.com/office/officeart/2008/layout/LinedList"/>
    <dgm:cxn modelId="{E6952B13-FB0F-4538-B761-F008369732EC}" type="presOf" srcId="{6F80E865-CF96-4346-A8C2-2CA6947BD98D}" destId="{0FACF2AD-2117-47F2-908C-D32A731F822F}" srcOrd="0" destOrd="0" presId="urn:microsoft.com/office/officeart/2008/layout/LinedList"/>
    <dgm:cxn modelId="{DDC6E32C-70D5-4360-9868-8A572A88961E}" type="presOf" srcId="{996B641B-CFBE-40EF-9CBC-71DED6C0962B}" destId="{6E621310-BA09-4220-BA1E-F5961F0C3B45}" srcOrd="0" destOrd="0" presId="urn:microsoft.com/office/officeart/2008/layout/LinedList"/>
    <dgm:cxn modelId="{9EF4EB2D-40AA-4397-806C-C62C3367CD38}" srcId="{6B82C002-4B96-4DFE-9E15-DE55F5C09D5F}" destId="{A4425D57-80F2-4D6F-8046-A45281DE05C2}" srcOrd="0" destOrd="0" parTransId="{E588F68B-B3EA-4D9B-A965-7BAD2026A4BA}" sibTransId="{A1E94D8E-912C-497C-8F2A-108680E6361C}"/>
    <dgm:cxn modelId="{8185DD2F-E2C0-45D6-A455-E2D46B7F3A1D}" type="presOf" srcId="{860FD91A-671E-4AB1-B8C7-1C1FA63E9B65}" destId="{352F5074-D6F8-4DEF-9467-68168622F0B5}" srcOrd="0" destOrd="0" presId="urn:microsoft.com/office/officeart/2008/layout/LinedList"/>
    <dgm:cxn modelId="{1E8C9D3B-1D2A-4F0F-B76E-2D28731349B7}" srcId="{6B82C002-4B96-4DFE-9E15-DE55F5C09D5F}" destId="{B2B5CC0E-0739-45E6-9D6D-8CD9BF3BA5D4}" srcOrd="2" destOrd="0" parTransId="{0041B13C-34D6-42DB-ADF9-51C612F8AF37}" sibTransId="{2D98F2AF-D4A6-4F5B-812F-711ABD836C41}"/>
    <dgm:cxn modelId="{94DAC465-3374-4701-A269-31E5D5FA3D2E}" srcId="{6B82C002-4B96-4DFE-9E15-DE55F5C09D5F}" destId="{860FD91A-671E-4AB1-B8C7-1C1FA63E9B65}" srcOrd="3" destOrd="0" parTransId="{2739493A-6E30-499F-AED4-EE03C9C7A0E1}" sibTransId="{33B9F48A-AD8A-4A95-A7AD-35FD230B00E7}"/>
    <dgm:cxn modelId="{598CF948-531D-4CB4-9FD1-E37FADCF68C8}" srcId="{6F80E865-CF96-4346-A8C2-2CA6947BD98D}" destId="{6B82C002-4B96-4DFE-9E15-DE55F5C09D5F}" srcOrd="0" destOrd="0" parTransId="{FE65EF35-9AF5-49B1-8EEA-CC7CD5E531B3}" sibTransId="{A1DC7EB7-3A80-4E42-A8E8-DB6BD29BCA2F}"/>
    <dgm:cxn modelId="{DC193EBE-8201-441F-8A4F-A0C6F8517044}" srcId="{6B82C002-4B96-4DFE-9E15-DE55F5C09D5F}" destId="{37975B1D-A1EE-4CB9-B066-A741E8122719}" srcOrd="4" destOrd="0" parTransId="{270AD5C2-E7FE-4930-8F83-E9607F65D775}" sibTransId="{6A7C560F-33FF-4E4F-AD8C-B27E1D02AD2E}"/>
    <dgm:cxn modelId="{1BADC7DD-6BC2-41B1-BEE7-FE29127198E9}" type="presOf" srcId="{6B82C002-4B96-4DFE-9E15-DE55F5C09D5F}" destId="{CF1E82C9-1C23-4638-A378-B4DD557A269A}" srcOrd="0" destOrd="0" presId="urn:microsoft.com/office/officeart/2008/layout/LinedList"/>
    <dgm:cxn modelId="{5F2566EE-A610-45F9-BCC1-ADE2108B1956}" srcId="{6B82C002-4B96-4DFE-9E15-DE55F5C09D5F}" destId="{996B641B-CFBE-40EF-9CBC-71DED6C0962B}" srcOrd="1" destOrd="0" parTransId="{B03201F3-6255-4004-9DFD-B1E1F00FCA8E}" sibTransId="{3BA13D3D-AEB7-48C4-8650-CEFD6EEC216F}"/>
    <dgm:cxn modelId="{16D661F4-F310-422B-8C90-72E571916876}" type="presOf" srcId="{37975B1D-A1EE-4CB9-B066-A741E8122719}" destId="{0D1A1662-BEEE-4AF0-99CF-2BE8A2CE0AF4}" srcOrd="0" destOrd="0" presId="urn:microsoft.com/office/officeart/2008/layout/LinedList"/>
    <dgm:cxn modelId="{9FA22C4B-4423-4F01-B8C1-3CD51DEDBD69}" type="presParOf" srcId="{0FACF2AD-2117-47F2-908C-D32A731F822F}" destId="{66CD6116-5009-4648-B7D8-3539F7A45F0E}" srcOrd="0" destOrd="0" presId="urn:microsoft.com/office/officeart/2008/layout/LinedList"/>
    <dgm:cxn modelId="{C5213926-F6EA-4FC9-8F1E-127DEDFF4FA4}" type="presParOf" srcId="{0FACF2AD-2117-47F2-908C-D32A731F822F}" destId="{EFFAE347-0CFC-4461-83C3-BA870F77759E}" srcOrd="1" destOrd="0" presId="urn:microsoft.com/office/officeart/2008/layout/LinedList"/>
    <dgm:cxn modelId="{024E3FF9-8B5D-497F-92B4-3C2BAAA6FF1C}" type="presParOf" srcId="{EFFAE347-0CFC-4461-83C3-BA870F77759E}" destId="{CF1E82C9-1C23-4638-A378-B4DD557A269A}" srcOrd="0" destOrd="0" presId="urn:microsoft.com/office/officeart/2008/layout/LinedList"/>
    <dgm:cxn modelId="{E5294AD5-056A-4EBE-A7A2-2E5C0EACAE45}" type="presParOf" srcId="{EFFAE347-0CFC-4461-83C3-BA870F77759E}" destId="{1041616E-8541-45F2-8C1E-CB3CB87F3F33}" srcOrd="1" destOrd="0" presId="urn:microsoft.com/office/officeart/2008/layout/LinedList"/>
    <dgm:cxn modelId="{66C96DC6-75E5-4503-9C99-5B3B6E2F8479}" type="presParOf" srcId="{1041616E-8541-45F2-8C1E-CB3CB87F3F33}" destId="{E4E0B5E5-60F7-41F5-8A14-64214360DD40}" srcOrd="0" destOrd="0" presId="urn:microsoft.com/office/officeart/2008/layout/LinedList"/>
    <dgm:cxn modelId="{027F82C3-3752-4E3E-8AED-BCAC38B65654}" type="presParOf" srcId="{1041616E-8541-45F2-8C1E-CB3CB87F3F33}" destId="{A6FE7F6E-C0E5-4B62-BAE4-361CA03134AF}" srcOrd="1" destOrd="0" presId="urn:microsoft.com/office/officeart/2008/layout/LinedList"/>
    <dgm:cxn modelId="{F53A8FBC-B430-44C0-92F9-F34EAB77E5C8}" type="presParOf" srcId="{A6FE7F6E-C0E5-4B62-BAE4-361CA03134AF}" destId="{B7D2FF85-9206-4CDA-993F-81BE6267D6BD}" srcOrd="0" destOrd="0" presId="urn:microsoft.com/office/officeart/2008/layout/LinedList"/>
    <dgm:cxn modelId="{42D850CE-C74F-4682-82DE-CEE249CE19D3}" type="presParOf" srcId="{A6FE7F6E-C0E5-4B62-BAE4-361CA03134AF}" destId="{6BCE6EB3-96BA-45F1-A1C9-2E997C558160}" srcOrd="1" destOrd="0" presId="urn:microsoft.com/office/officeart/2008/layout/LinedList"/>
    <dgm:cxn modelId="{4191F643-9FD9-4193-A2D5-C6921EDC4FD0}" type="presParOf" srcId="{A6FE7F6E-C0E5-4B62-BAE4-361CA03134AF}" destId="{CCECB638-74F3-40E4-B0F8-B0D494246C88}" srcOrd="2" destOrd="0" presId="urn:microsoft.com/office/officeart/2008/layout/LinedList"/>
    <dgm:cxn modelId="{75D1593B-39CB-44B8-9DEE-D69C87BB97B7}" type="presParOf" srcId="{1041616E-8541-45F2-8C1E-CB3CB87F3F33}" destId="{8D43D6A7-5002-42C7-986E-BD74C951B79C}" srcOrd="2" destOrd="0" presId="urn:microsoft.com/office/officeart/2008/layout/LinedList"/>
    <dgm:cxn modelId="{62D1FF9F-1AD5-43B6-A7B0-EE6BB9CFE125}" type="presParOf" srcId="{1041616E-8541-45F2-8C1E-CB3CB87F3F33}" destId="{2E7CFC60-4799-4121-9CF0-F7C8422E0E0F}" srcOrd="3" destOrd="0" presId="urn:microsoft.com/office/officeart/2008/layout/LinedList"/>
    <dgm:cxn modelId="{F326CDDA-431B-4426-8BAF-1CDFD7D18A92}" type="presParOf" srcId="{1041616E-8541-45F2-8C1E-CB3CB87F3F33}" destId="{B9261768-0BA2-41BB-A32B-38C825CE1537}" srcOrd="4" destOrd="0" presId="urn:microsoft.com/office/officeart/2008/layout/LinedList"/>
    <dgm:cxn modelId="{100FB193-DE63-4C68-B5FA-747E11A46615}" type="presParOf" srcId="{B9261768-0BA2-41BB-A32B-38C825CE1537}" destId="{DD28BD50-2265-4997-B97A-26D83B6F190C}" srcOrd="0" destOrd="0" presId="urn:microsoft.com/office/officeart/2008/layout/LinedList"/>
    <dgm:cxn modelId="{39F8FF06-C7F3-4C40-AAE9-35FBCBB19501}" type="presParOf" srcId="{B9261768-0BA2-41BB-A32B-38C825CE1537}" destId="{6E621310-BA09-4220-BA1E-F5961F0C3B45}" srcOrd="1" destOrd="0" presId="urn:microsoft.com/office/officeart/2008/layout/LinedList"/>
    <dgm:cxn modelId="{DF935692-3134-4004-B4B3-717D87B08820}" type="presParOf" srcId="{B9261768-0BA2-41BB-A32B-38C825CE1537}" destId="{D7FBC5F7-B7BC-4920-8DEC-353D4AB308E0}" srcOrd="2" destOrd="0" presId="urn:microsoft.com/office/officeart/2008/layout/LinedList"/>
    <dgm:cxn modelId="{31C26E7F-5830-49F6-8F0F-AB3DDE36D79D}" type="presParOf" srcId="{1041616E-8541-45F2-8C1E-CB3CB87F3F33}" destId="{B60ED030-BD35-4B51-B997-BF2DB8A344DA}" srcOrd="5" destOrd="0" presId="urn:microsoft.com/office/officeart/2008/layout/LinedList"/>
    <dgm:cxn modelId="{E18C1437-E65D-43AB-975C-B86BA022A912}" type="presParOf" srcId="{1041616E-8541-45F2-8C1E-CB3CB87F3F33}" destId="{4B87A4E8-B826-44B1-95C0-EBF268D03083}" srcOrd="6" destOrd="0" presId="urn:microsoft.com/office/officeart/2008/layout/LinedList"/>
    <dgm:cxn modelId="{143B7C3F-3326-4133-B57A-0792934D618B}" type="presParOf" srcId="{1041616E-8541-45F2-8C1E-CB3CB87F3F33}" destId="{6D77EA28-3EF0-4381-BA43-2563877F391B}" srcOrd="7" destOrd="0" presId="urn:microsoft.com/office/officeart/2008/layout/LinedList"/>
    <dgm:cxn modelId="{F15B9E42-E026-4E72-BD00-D5F5B2234B56}" type="presParOf" srcId="{6D77EA28-3EF0-4381-BA43-2563877F391B}" destId="{66FED77C-BA88-4450-9C5D-227347F743BE}" srcOrd="0" destOrd="0" presId="urn:microsoft.com/office/officeart/2008/layout/LinedList"/>
    <dgm:cxn modelId="{61F7554D-D658-4780-84E5-C01E00D6176D}" type="presParOf" srcId="{6D77EA28-3EF0-4381-BA43-2563877F391B}" destId="{020EB19D-1F99-47AF-8D29-8095CAB63FF8}" srcOrd="1" destOrd="0" presId="urn:microsoft.com/office/officeart/2008/layout/LinedList"/>
    <dgm:cxn modelId="{0F7DFE14-CE34-404D-81A0-46E7362DC82E}" type="presParOf" srcId="{6D77EA28-3EF0-4381-BA43-2563877F391B}" destId="{DB70E571-01C1-4E5F-A64E-539127E012FA}" srcOrd="2" destOrd="0" presId="urn:microsoft.com/office/officeart/2008/layout/LinedList"/>
    <dgm:cxn modelId="{964094D3-7368-4B8C-B437-6708D0571C74}" type="presParOf" srcId="{1041616E-8541-45F2-8C1E-CB3CB87F3F33}" destId="{1D37A8A3-303A-48E8-A032-63626F7F0953}" srcOrd="8" destOrd="0" presId="urn:microsoft.com/office/officeart/2008/layout/LinedList"/>
    <dgm:cxn modelId="{EDD1DC28-7D13-4D4C-AB96-95668E143CDA}" type="presParOf" srcId="{1041616E-8541-45F2-8C1E-CB3CB87F3F33}" destId="{3E7C9FF1-7432-47E6-B0DC-62D8425A04A3}" srcOrd="9" destOrd="0" presId="urn:microsoft.com/office/officeart/2008/layout/LinedList"/>
    <dgm:cxn modelId="{EDB63D26-960F-4AC9-9656-6F1D35C69BF7}" type="presParOf" srcId="{1041616E-8541-45F2-8C1E-CB3CB87F3F33}" destId="{DE9C33D5-D6BA-40F7-A5B3-6BDB820E4C56}" srcOrd="10" destOrd="0" presId="urn:microsoft.com/office/officeart/2008/layout/LinedList"/>
    <dgm:cxn modelId="{90F649BC-F767-4DC7-B777-88CDDACE9AF2}" type="presParOf" srcId="{DE9C33D5-D6BA-40F7-A5B3-6BDB820E4C56}" destId="{774369AC-253C-4655-8B57-D88A5DEEC27A}" srcOrd="0" destOrd="0" presId="urn:microsoft.com/office/officeart/2008/layout/LinedList"/>
    <dgm:cxn modelId="{56B0B2D3-B63B-4099-9834-DD1B4CEA3ECF}" type="presParOf" srcId="{DE9C33D5-D6BA-40F7-A5B3-6BDB820E4C56}" destId="{352F5074-D6F8-4DEF-9467-68168622F0B5}" srcOrd="1" destOrd="0" presId="urn:microsoft.com/office/officeart/2008/layout/LinedList"/>
    <dgm:cxn modelId="{C588A71E-0161-4C24-96A5-695FB1A58717}" type="presParOf" srcId="{DE9C33D5-D6BA-40F7-A5B3-6BDB820E4C56}" destId="{E2CC770E-999C-464C-ADF8-3C7A986DBE86}" srcOrd="2" destOrd="0" presId="urn:microsoft.com/office/officeart/2008/layout/LinedList"/>
    <dgm:cxn modelId="{1284EBEC-5245-4383-986F-E8C851655D8B}" type="presParOf" srcId="{1041616E-8541-45F2-8C1E-CB3CB87F3F33}" destId="{8FE07228-4E2A-4E9F-80A0-FC73B0E5049D}" srcOrd="11" destOrd="0" presId="urn:microsoft.com/office/officeart/2008/layout/LinedList"/>
    <dgm:cxn modelId="{771B1082-E5F6-4EBE-AD15-01E061A4D1D0}" type="presParOf" srcId="{1041616E-8541-45F2-8C1E-CB3CB87F3F33}" destId="{5E23C069-0C49-41D6-9C74-A85A6E13D5D3}" srcOrd="12" destOrd="0" presId="urn:microsoft.com/office/officeart/2008/layout/LinedList"/>
    <dgm:cxn modelId="{2AFF5B96-03DC-44C4-BA2E-E8D779CE18FF}" type="presParOf" srcId="{1041616E-8541-45F2-8C1E-CB3CB87F3F33}" destId="{ECCB382F-52AB-49C3-801F-5331091A4776}" srcOrd="13" destOrd="0" presId="urn:microsoft.com/office/officeart/2008/layout/LinedList"/>
    <dgm:cxn modelId="{0F1340FA-86B0-464C-9DAD-B9305D72B310}" type="presParOf" srcId="{ECCB382F-52AB-49C3-801F-5331091A4776}" destId="{C51D84B9-7AF6-447A-8635-D28E79A2EA5C}" srcOrd="0" destOrd="0" presId="urn:microsoft.com/office/officeart/2008/layout/LinedList"/>
    <dgm:cxn modelId="{16A75C14-280A-4351-A205-C52201729B56}" type="presParOf" srcId="{ECCB382F-52AB-49C3-801F-5331091A4776}" destId="{0D1A1662-BEEE-4AF0-99CF-2BE8A2CE0AF4}" srcOrd="1" destOrd="0" presId="urn:microsoft.com/office/officeart/2008/layout/LinedList"/>
    <dgm:cxn modelId="{BFFF852F-A477-4EC6-81EC-932B136E5DB0}" type="presParOf" srcId="{ECCB382F-52AB-49C3-801F-5331091A4776}" destId="{7A5520A9-D141-45BA-8D59-173245DB91C4}" srcOrd="2" destOrd="0" presId="urn:microsoft.com/office/officeart/2008/layout/LinedList"/>
    <dgm:cxn modelId="{21C42369-44D1-46D0-AC34-8AC47C3FD4C5}" type="presParOf" srcId="{1041616E-8541-45F2-8C1E-CB3CB87F3F33}" destId="{77752DA1-1741-469B-96D3-0C1AC3BCAD25}" srcOrd="14" destOrd="0" presId="urn:microsoft.com/office/officeart/2008/layout/LinedList"/>
    <dgm:cxn modelId="{E89B0CA6-6375-4CAA-A605-6E7A145667D3}" type="presParOf" srcId="{1041616E-8541-45F2-8C1E-CB3CB87F3F33}" destId="{E3E55536-F544-42F9-AC3B-BBD5FE7978A1}" srcOrd="15"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1A1E0A-48D5-443B-8941-05840EA9E8E0}">
      <dsp:nvSpPr>
        <dsp:cNvPr id="0" name=""/>
        <dsp:cNvSpPr/>
      </dsp:nvSpPr>
      <dsp:spPr>
        <a:xfrm>
          <a:off x="2592" y="0"/>
          <a:ext cx="2543900" cy="4680422"/>
        </a:xfrm>
        <a:prstGeom prst="roundRect">
          <a:avLst>
            <a:gd name="adj" fmla="val 10000"/>
          </a:avLst>
        </a:prstGeom>
        <a:solidFill>
          <a:schemeClr val="accent2">
            <a:tint val="55000"/>
            <a:hueOff val="0"/>
            <a:satOff val="0"/>
            <a:lumOff val="0"/>
            <a:alphaOff val="0"/>
          </a:schemeClr>
        </a:solidFill>
        <a:ln w="6350" cap="flat" cmpd="sng" algn="ctr">
          <a:solidFill>
            <a:schemeClr val="dk1">
              <a:hueOff val="0"/>
              <a:satOff val="0"/>
              <a:lumOff val="0"/>
              <a:alphaOff val="0"/>
            </a:schemeClr>
          </a:solidFill>
          <a:prstDash val="solid"/>
          <a:miter lim="800000"/>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a:t>General purpose</a:t>
          </a:r>
        </a:p>
      </dsp:txBody>
      <dsp:txXfrm>
        <a:off x="2592" y="0"/>
        <a:ext cx="2543900" cy="1404126"/>
      </dsp:txXfrm>
    </dsp:sp>
    <dsp:sp modelId="{9BF5C0DF-2DEB-4B2A-A3B9-D34732F1E633}">
      <dsp:nvSpPr>
        <dsp:cNvPr id="0" name=""/>
        <dsp:cNvSpPr/>
      </dsp:nvSpPr>
      <dsp:spPr>
        <a:xfrm>
          <a:off x="256982" y="1404126"/>
          <a:ext cx="2035120" cy="3042274"/>
        </a:xfrm>
        <a:prstGeom prst="roundRect">
          <a:avLst>
            <a:gd name="adj" fmla="val 10000"/>
          </a:avLst>
        </a:prstGeom>
        <a:solidFill>
          <a:schemeClr val="accent2">
            <a:shade val="5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US" sz="2000" b="1" kern="1200"/>
            <a:t>Amazon S3 Standard</a:t>
          </a:r>
        </a:p>
      </dsp:txBody>
      <dsp:txXfrm>
        <a:off x="316589" y="1463733"/>
        <a:ext cx="1915906" cy="2923060"/>
      </dsp:txXfrm>
    </dsp:sp>
    <dsp:sp modelId="{128A7FDD-7944-4316-BDF5-FA239B074DE6}">
      <dsp:nvSpPr>
        <dsp:cNvPr id="0" name=""/>
        <dsp:cNvSpPr/>
      </dsp:nvSpPr>
      <dsp:spPr>
        <a:xfrm>
          <a:off x="2737285" y="0"/>
          <a:ext cx="2543900" cy="4680422"/>
        </a:xfrm>
        <a:prstGeom prst="roundRect">
          <a:avLst>
            <a:gd name="adj" fmla="val 10000"/>
          </a:avLst>
        </a:prstGeom>
        <a:solidFill>
          <a:schemeClr val="accent2">
            <a:tint val="55000"/>
            <a:hueOff val="0"/>
            <a:satOff val="0"/>
            <a:lumOff val="0"/>
            <a:alphaOff val="0"/>
          </a:schemeClr>
        </a:solidFill>
        <a:ln w="6350" cap="flat" cmpd="sng" algn="ctr">
          <a:solidFill>
            <a:schemeClr val="dk1">
              <a:hueOff val="0"/>
              <a:satOff val="0"/>
              <a:lumOff val="0"/>
              <a:alphaOff val="0"/>
            </a:schemeClr>
          </a:solidFill>
          <a:prstDash val="solid"/>
          <a:miter lim="800000"/>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a:t>Intelligent tiering</a:t>
          </a:r>
          <a:endParaRPr lang="en-US" sz="2000" kern="1200"/>
        </a:p>
      </dsp:txBody>
      <dsp:txXfrm>
        <a:off x="2737285" y="0"/>
        <a:ext cx="2543900" cy="1404126"/>
      </dsp:txXfrm>
    </dsp:sp>
    <dsp:sp modelId="{66C41D1D-4078-4353-A489-48479719F6A3}">
      <dsp:nvSpPr>
        <dsp:cNvPr id="0" name=""/>
        <dsp:cNvSpPr/>
      </dsp:nvSpPr>
      <dsp:spPr>
        <a:xfrm>
          <a:off x="2991675" y="1404126"/>
          <a:ext cx="2035120" cy="3042274"/>
        </a:xfrm>
        <a:prstGeom prst="roundRect">
          <a:avLst>
            <a:gd name="adj" fmla="val 10000"/>
          </a:avLst>
        </a:prstGeom>
        <a:solidFill>
          <a:schemeClr val="accent2">
            <a:shade val="50000"/>
            <a:hueOff val="-187249"/>
            <a:satOff val="-23198"/>
            <a:lumOff val="19097"/>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US" sz="2000" b="1" kern="1200"/>
            <a:t>Amazon S3 Intelligent-Tiering</a:t>
          </a:r>
        </a:p>
      </dsp:txBody>
      <dsp:txXfrm>
        <a:off x="3051282" y="1463733"/>
        <a:ext cx="1915906" cy="2923060"/>
      </dsp:txXfrm>
    </dsp:sp>
    <dsp:sp modelId="{3B57FE5E-2744-49A5-8111-CE1403399E1F}">
      <dsp:nvSpPr>
        <dsp:cNvPr id="0" name=""/>
        <dsp:cNvSpPr/>
      </dsp:nvSpPr>
      <dsp:spPr>
        <a:xfrm>
          <a:off x="5471979" y="0"/>
          <a:ext cx="2543900" cy="4680422"/>
        </a:xfrm>
        <a:prstGeom prst="roundRect">
          <a:avLst>
            <a:gd name="adj" fmla="val 10000"/>
          </a:avLst>
        </a:prstGeom>
        <a:solidFill>
          <a:schemeClr val="accent2">
            <a:tint val="55000"/>
            <a:hueOff val="0"/>
            <a:satOff val="0"/>
            <a:lumOff val="0"/>
            <a:alphaOff val="0"/>
          </a:schemeClr>
        </a:solidFill>
        <a:ln w="6350" cap="flat" cmpd="sng" algn="ctr">
          <a:solidFill>
            <a:schemeClr val="dk1">
              <a:hueOff val="0"/>
              <a:satOff val="0"/>
              <a:lumOff val="0"/>
              <a:alphaOff val="0"/>
            </a:schemeClr>
          </a:solidFill>
          <a:prstDash val="solid"/>
          <a:miter lim="800000"/>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a:t>Infrequent access</a:t>
          </a:r>
        </a:p>
      </dsp:txBody>
      <dsp:txXfrm>
        <a:off x="5471979" y="0"/>
        <a:ext cx="2543900" cy="1404126"/>
      </dsp:txXfrm>
    </dsp:sp>
    <dsp:sp modelId="{C95F75B3-D0C5-44C7-A25C-13BE0CFD945E}">
      <dsp:nvSpPr>
        <dsp:cNvPr id="0" name=""/>
        <dsp:cNvSpPr/>
      </dsp:nvSpPr>
      <dsp:spPr>
        <a:xfrm>
          <a:off x="5726369" y="1405497"/>
          <a:ext cx="2035120" cy="1411211"/>
        </a:xfrm>
        <a:prstGeom prst="roundRect">
          <a:avLst>
            <a:gd name="adj" fmla="val 10000"/>
          </a:avLst>
        </a:prstGeom>
        <a:solidFill>
          <a:schemeClr val="accent2">
            <a:shade val="50000"/>
            <a:hueOff val="-374499"/>
            <a:satOff val="-46397"/>
            <a:lumOff val="38195"/>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US" sz="2000" b="1" kern="1200"/>
            <a:t>Amazon S3 Standard-Infrequent Access (S3 Standard-IA)</a:t>
          </a:r>
        </a:p>
      </dsp:txBody>
      <dsp:txXfrm>
        <a:off x="5767702" y="1446830"/>
        <a:ext cx="1952454" cy="1328545"/>
      </dsp:txXfrm>
    </dsp:sp>
    <dsp:sp modelId="{AD4AF58B-F20B-4CC9-9584-A4DD9BC4792A}">
      <dsp:nvSpPr>
        <dsp:cNvPr id="0" name=""/>
        <dsp:cNvSpPr/>
      </dsp:nvSpPr>
      <dsp:spPr>
        <a:xfrm>
          <a:off x="5726369" y="3033818"/>
          <a:ext cx="2035120" cy="1411211"/>
        </a:xfrm>
        <a:prstGeom prst="roundRect">
          <a:avLst>
            <a:gd name="adj" fmla="val 10000"/>
          </a:avLst>
        </a:prstGeom>
        <a:solidFill>
          <a:schemeClr val="accent2">
            <a:shade val="50000"/>
            <a:hueOff val="-561748"/>
            <a:satOff val="-69595"/>
            <a:lumOff val="57292"/>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US" sz="2000" b="1" kern="1200"/>
            <a:t>Amazon S3 One Zone-Infrequent Access (S3 One Zone-IA)</a:t>
          </a:r>
        </a:p>
      </dsp:txBody>
      <dsp:txXfrm>
        <a:off x="5767702" y="3075151"/>
        <a:ext cx="1952454" cy="1328545"/>
      </dsp:txXfrm>
    </dsp:sp>
    <dsp:sp modelId="{CCC94627-134B-4EEF-816A-3D9AA9A49D1D}">
      <dsp:nvSpPr>
        <dsp:cNvPr id="0" name=""/>
        <dsp:cNvSpPr/>
      </dsp:nvSpPr>
      <dsp:spPr>
        <a:xfrm>
          <a:off x="8206672" y="0"/>
          <a:ext cx="2543900" cy="4680422"/>
        </a:xfrm>
        <a:prstGeom prst="roundRect">
          <a:avLst>
            <a:gd name="adj" fmla="val 10000"/>
          </a:avLst>
        </a:prstGeom>
        <a:solidFill>
          <a:schemeClr val="accent2">
            <a:tint val="55000"/>
            <a:hueOff val="0"/>
            <a:satOff val="0"/>
            <a:lumOff val="0"/>
            <a:alphaOff val="0"/>
          </a:schemeClr>
        </a:solidFill>
        <a:ln w="6350" cap="flat" cmpd="sng" algn="ctr">
          <a:solidFill>
            <a:schemeClr val="dk1">
              <a:hueOff val="0"/>
              <a:satOff val="0"/>
              <a:lumOff val="0"/>
              <a:alphaOff val="0"/>
            </a:schemeClr>
          </a:solidFill>
          <a:prstDash val="solid"/>
          <a:miter lim="800000"/>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a:t>Archive</a:t>
          </a:r>
        </a:p>
      </dsp:txBody>
      <dsp:txXfrm>
        <a:off x="8206672" y="0"/>
        <a:ext cx="2543900" cy="1404126"/>
      </dsp:txXfrm>
    </dsp:sp>
    <dsp:sp modelId="{6BAA81AF-3DBE-4D24-9B9A-35FB73A2087B}">
      <dsp:nvSpPr>
        <dsp:cNvPr id="0" name=""/>
        <dsp:cNvSpPr/>
      </dsp:nvSpPr>
      <dsp:spPr>
        <a:xfrm>
          <a:off x="8461062" y="1405497"/>
          <a:ext cx="2035120" cy="1411211"/>
        </a:xfrm>
        <a:prstGeom prst="roundRect">
          <a:avLst>
            <a:gd name="adj" fmla="val 10000"/>
          </a:avLst>
        </a:prstGeom>
        <a:solidFill>
          <a:schemeClr val="accent2">
            <a:shade val="50000"/>
            <a:hueOff val="-374499"/>
            <a:satOff val="-46397"/>
            <a:lumOff val="38195"/>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US" sz="2000" b="1" kern="1200"/>
            <a:t>Amazon S3 Glacier</a:t>
          </a:r>
        </a:p>
      </dsp:txBody>
      <dsp:txXfrm>
        <a:off x="8502395" y="1446830"/>
        <a:ext cx="1952454" cy="1328545"/>
      </dsp:txXfrm>
    </dsp:sp>
    <dsp:sp modelId="{44382137-831A-4326-AD07-83C6E77288F6}">
      <dsp:nvSpPr>
        <dsp:cNvPr id="0" name=""/>
        <dsp:cNvSpPr/>
      </dsp:nvSpPr>
      <dsp:spPr>
        <a:xfrm>
          <a:off x="8461062" y="3033818"/>
          <a:ext cx="2035120" cy="1411211"/>
        </a:xfrm>
        <a:prstGeom prst="roundRect">
          <a:avLst>
            <a:gd name="adj" fmla="val 10000"/>
          </a:avLst>
        </a:prstGeom>
        <a:solidFill>
          <a:schemeClr val="accent2">
            <a:shade val="50000"/>
            <a:hueOff val="-187249"/>
            <a:satOff val="-23198"/>
            <a:lumOff val="19097"/>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n-US" sz="2000" b="1" kern="1200"/>
            <a:t>Amazon S3 – Glacier Deep Archive</a:t>
          </a:r>
        </a:p>
      </dsp:txBody>
      <dsp:txXfrm>
        <a:off x="8502395" y="3075151"/>
        <a:ext cx="1952454" cy="132854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CD6116-5009-4648-B7D8-3539F7A45F0E}">
      <dsp:nvSpPr>
        <dsp:cNvPr id="0" name=""/>
        <dsp:cNvSpPr/>
      </dsp:nvSpPr>
      <dsp:spPr>
        <a:xfrm>
          <a:off x="0" y="2176"/>
          <a:ext cx="1124195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1E82C9-1C23-4638-A378-B4DD557A269A}">
      <dsp:nvSpPr>
        <dsp:cNvPr id="0" name=""/>
        <dsp:cNvSpPr/>
      </dsp:nvSpPr>
      <dsp:spPr>
        <a:xfrm>
          <a:off x="0" y="2176"/>
          <a:ext cx="2408870" cy="4452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kern="1200">
              <a:solidFill>
                <a:schemeClr val="accent2">
                  <a:lumMod val="60000"/>
                  <a:lumOff val="40000"/>
                </a:schemeClr>
              </a:solidFill>
              <a:latin typeface="Amazon Ember"/>
              <a:ea typeface="Amazon Ember" panose="02000000000000000000" pitchFamily="2" charset="0"/>
            </a:rPr>
            <a:t>Best practices for tagging:</a:t>
          </a:r>
        </a:p>
      </dsp:txBody>
      <dsp:txXfrm>
        <a:off x="0" y="2176"/>
        <a:ext cx="2408870" cy="4452664"/>
      </dsp:txXfrm>
    </dsp:sp>
    <dsp:sp modelId="{6BCE6EB3-96BA-45F1-A1C9-2E997C558160}">
      <dsp:nvSpPr>
        <dsp:cNvPr id="0" name=""/>
        <dsp:cNvSpPr/>
      </dsp:nvSpPr>
      <dsp:spPr>
        <a:xfrm>
          <a:off x="2574371" y="44137"/>
          <a:ext cx="8661193" cy="8392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latin typeface="Amazon Ember" panose="02000000000000000000" pitchFamily="2" charset="0"/>
              <a:ea typeface="Amazon Ember" panose="02000000000000000000" pitchFamily="2" charset="0"/>
            </a:rPr>
            <a:t>Create business-relevant tag groupings to organize resources along technical, business, and security dimensions.</a:t>
          </a:r>
        </a:p>
      </dsp:txBody>
      <dsp:txXfrm>
        <a:off x="2574371" y="44137"/>
        <a:ext cx="8661193" cy="839222"/>
      </dsp:txXfrm>
    </dsp:sp>
    <dsp:sp modelId="{8D43D6A7-5002-42C7-986E-BD74C951B79C}">
      <dsp:nvSpPr>
        <dsp:cNvPr id="0" name=""/>
        <dsp:cNvSpPr/>
      </dsp:nvSpPr>
      <dsp:spPr>
        <a:xfrm>
          <a:off x="2408870" y="883360"/>
          <a:ext cx="8826693"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E621310-BA09-4220-BA1E-F5961F0C3B45}">
      <dsp:nvSpPr>
        <dsp:cNvPr id="0" name=""/>
        <dsp:cNvSpPr/>
      </dsp:nvSpPr>
      <dsp:spPr>
        <a:xfrm>
          <a:off x="2574371" y="925321"/>
          <a:ext cx="8661193" cy="8392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latin typeface="Amazon Ember" panose="02000000000000000000" pitchFamily="2" charset="0"/>
              <a:ea typeface="Amazon Ember" panose="02000000000000000000" pitchFamily="2" charset="0"/>
            </a:rPr>
            <a:t>Always use more tags instead of using too few tags.</a:t>
          </a:r>
        </a:p>
      </dsp:txBody>
      <dsp:txXfrm>
        <a:off x="2574371" y="925321"/>
        <a:ext cx="8661193" cy="839222"/>
      </dsp:txXfrm>
    </dsp:sp>
    <dsp:sp modelId="{B60ED030-BD35-4B51-B997-BF2DB8A344DA}">
      <dsp:nvSpPr>
        <dsp:cNvPr id="0" name=""/>
        <dsp:cNvSpPr/>
      </dsp:nvSpPr>
      <dsp:spPr>
        <a:xfrm>
          <a:off x="2408870" y="1764544"/>
          <a:ext cx="8826693"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20EB19D-1F99-47AF-8D29-8095CAB63FF8}">
      <dsp:nvSpPr>
        <dsp:cNvPr id="0" name=""/>
        <dsp:cNvSpPr/>
      </dsp:nvSpPr>
      <dsp:spPr>
        <a:xfrm>
          <a:off x="2574371" y="1806505"/>
          <a:ext cx="8661193" cy="8392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latin typeface="Amazon Ember" panose="02000000000000000000" pitchFamily="2" charset="0"/>
              <a:ea typeface="Amazon Ember" panose="02000000000000000000" pitchFamily="2" charset="0"/>
            </a:rPr>
            <a:t>Use meaningful names for both tag keys and values.</a:t>
          </a:r>
        </a:p>
      </dsp:txBody>
      <dsp:txXfrm>
        <a:off x="2574371" y="1806505"/>
        <a:ext cx="8661193" cy="839222"/>
      </dsp:txXfrm>
    </dsp:sp>
    <dsp:sp modelId="{1D37A8A3-303A-48E8-A032-63626F7F0953}">
      <dsp:nvSpPr>
        <dsp:cNvPr id="0" name=""/>
        <dsp:cNvSpPr/>
      </dsp:nvSpPr>
      <dsp:spPr>
        <a:xfrm>
          <a:off x="2408870" y="2645728"/>
          <a:ext cx="8826693"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2F5074-D6F8-4DEF-9467-68168622F0B5}">
      <dsp:nvSpPr>
        <dsp:cNvPr id="0" name=""/>
        <dsp:cNvSpPr/>
      </dsp:nvSpPr>
      <dsp:spPr>
        <a:xfrm>
          <a:off x="2574371" y="2687689"/>
          <a:ext cx="8661193" cy="8392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latin typeface="Amazon Ember" panose="02000000000000000000" pitchFamily="2" charset="0"/>
              <a:ea typeface="Amazon Ember" panose="02000000000000000000" pitchFamily="2" charset="0"/>
            </a:rPr>
            <a:t>Always use a standardized, case-sensitive format for tags, and implement it consistently across all resource types.</a:t>
          </a:r>
        </a:p>
      </dsp:txBody>
      <dsp:txXfrm>
        <a:off x="2574371" y="2687689"/>
        <a:ext cx="8661193" cy="839222"/>
      </dsp:txXfrm>
    </dsp:sp>
    <dsp:sp modelId="{8FE07228-4E2A-4E9F-80A0-FC73B0E5049D}">
      <dsp:nvSpPr>
        <dsp:cNvPr id="0" name=""/>
        <dsp:cNvSpPr/>
      </dsp:nvSpPr>
      <dsp:spPr>
        <a:xfrm>
          <a:off x="2408870" y="3526912"/>
          <a:ext cx="8826693"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D1A1662-BEEE-4AF0-99CF-2BE8A2CE0AF4}">
      <dsp:nvSpPr>
        <dsp:cNvPr id="0" name=""/>
        <dsp:cNvSpPr/>
      </dsp:nvSpPr>
      <dsp:spPr>
        <a:xfrm>
          <a:off x="2574371" y="3568873"/>
          <a:ext cx="8661193" cy="8392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rtl="0">
            <a:lnSpc>
              <a:spcPct val="90000"/>
            </a:lnSpc>
            <a:spcBef>
              <a:spcPct val="0"/>
            </a:spcBef>
            <a:spcAft>
              <a:spcPct val="35000"/>
            </a:spcAft>
            <a:buNone/>
          </a:pPr>
          <a:r>
            <a:rPr lang="en-US" sz="2400" kern="1200">
              <a:latin typeface="Amazon Ember"/>
              <a:ea typeface="Amazon Ember" panose="02000000000000000000" pitchFamily="2" charset="0"/>
            </a:rPr>
            <a:t>Implement automated tools to help manage resource tags. For example, use the </a:t>
          </a:r>
          <a:r>
            <a:rPr lang="en-US" sz="2400" b="1" kern="1200">
              <a:solidFill>
                <a:schemeClr val="accent2">
                  <a:lumMod val="60000"/>
                  <a:lumOff val="40000"/>
                </a:schemeClr>
              </a:solidFill>
              <a:latin typeface="Amazon Ember"/>
              <a:ea typeface="Amazon Ember" panose="02000000000000000000" pitchFamily="2" charset="0"/>
            </a:rPr>
            <a:t>Resource Groups Tagging API</a:t>
          </a:r>
          <a:r>
            <a:rPr lang="en-US" sz="2400" kern="1200">
              <a:latin typeface="Amazon Ember"/>
              <a:ea typeface="Amazon Ember" panose="02000000000000000000" pitchFamily="2" charset="0"/>
            </a:rPr>
            <a:t>. </a:t>
          </a:r>
        </a:p>
      </dsp:txBody>
      <dsp:txXfrm>
        <a:off x="2574371" y="3568873"/>
        <a:ext cx="8661193" cy="839222"/>
      </dsp:txXfrm>
    </dsp:sp>
    <dsp:sp modelId="{77752DA1-1741-469B-96D3-0C1AC3BCAD25}">
      <dsp:nvSpPr>
        <dsp:cNvPr id="0" name=""/>
        <dsp:cNvSpPr/>
      </dsp:nvSpPr>
      <dsp:spPr>
        <a:xfrm>
          <a:off x="2408870" y="4408096"/>
          <a:ext cx="8826693"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Arial" panose="020B060402020202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Arial" panose="020B0604020202020204" pitchFamily="34"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8F4EF74-8826-BD43-B880-7A8566D08AFF}" type="slidenum">
              <a:rPr lang="en-US" smtClean="0">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246240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108FFD40-13C9-7B48-A0BE-E251E1E33FE5}" type="datetimeFigureOut">
              <a:rPr lang="en-US" smtClean="0"/>
              <a:pPr/>
              <a:t>3/20/2023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6F8E2375-F1B1-284C-A827-B0E603FDBDD8}" type="slidenum">
              <a:rPr lang="en-US" smtClean="0"/>
              <a:pPr/>
              <a:t>‹#›</a:t>
            </a:fld>
            <a:endParaRPr lang="en-US"/>
          </a:p>
        </p:txBody>
      </p:sp>
    </p:spTree>
    <p:extLst>
      <p:ext uri="{BB962C8B-B14F-4D97-AF65-F5344CB8AC3E}">
        <p14:creationId xmlns:p14="http://schemas.microsoft.com/office/powerpoint/2010/main" val="938444280"/>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K"/>
          </a:p>
        </p:txBody>
      </p:sp>
      <p:sp>
        <p:nvSpPr>
          <p:cNvPr id="4" name="Slide Number Placeholder 3"/>
          <p:cNvSpPr>
            <a:spLocks noGrp="1"/>
          </p:cNvSpPr>
          <p:nvPr>
            <p:ph type="sldNum" sz="quarter" idx="5"/>
          </p:nvPr>
        </p:nvSpPr>
        <p:spPr/>
        <p:txBody>
          <a:bodyPr/>
          <a:lstStyle/>
          <a:p>
            <a:fld id="{6F8E2375-F1B1-284C-A827-B0E603FDBDD8}" type="slidenum">
              <a:rPr lang="en-US" smtClean="0"/>
              <a:pPr/>
              <a:t>1</a:t>
            </a:fld>
            <a:endParaRPr lang="en-US"/>
          </a:p>
        </p:txBody>
      </p:sp>
    </p:spTree>
    <p:extLst>
      <p:ext uri="{BB962C8B-B14F-4D97-AF65-F5344CB8AC3E}">
        <p14:creationId xmlns:p14="http://schemas.microsoft.com/office/powerpoint/2010/main" val="9309314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4.xml"/><Relationship Id="rId1" Type="http://schemas.openxmlformats.org/officeDocument/2006/relationships/tags" Target="../tags/tag2.xml"/><Relationship Id="rId4" Type="http://schemas.openxmlformats.org/officeDocument/2006/relationships/image" Target="../media/image7.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4.xml"/><Relationship Id="rId1" Type="http://schemas.openxmlformats.org/officeDocument/2006/relationships/tags" Target="../tags/tag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4.xml"/><Relationship Id="rId1" Type="http://schemas.openxmlformats.org/officeDocument/2006/relationships/tags" Target="../tags/tag4.xml"/><Relationship Id="rId4" Type="http://schemas.openxmlformats.org/officeDocument/2006/relationships/image" Target="../media/image9.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slideMaster" Target="../slideMasters/slideMaster4.xml"/><Relationship Id="rId1" Type="http://schemas.openxmlformats.org/officeDocument/2006/relationships/tags" Target="../tags/tag5.xml"/><Relationship Id="rId4" Type="http://schemas.openxmlformats.org/officeDocument/2006/relationships/image" Target="../media/image9.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Master" Target="../slideMasters/slideMaster4.xml"/><Relationship Id="rId1" Type="http://schemas.openxmlformats.org/officeDocument/2006/relationships/tags" Target="../tags/tag6.xml"/><Relationship Id="rId4" Type="http://schemas.openxmlformats.org/officeDocument/2006/relationships/image" Target="../media/image7.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Master" Target="../slideMasters/slideMaster4.xml"/><Relationship Id="rId1" Type="http://schemas.openxmlformats.org/officeDocument/2006/relationships/tags" Target="../tags/tag7.xml"/><Relationship Id="rId4" Type="http://schemas.openxmlformats.org/officeDocument/2006/relationships/image" Target="../media/image7.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Master" Target="../slideMasters/slideMaster4.xml"/><Relationship Id="rId1" Type="http://schemas.openxmlformats.org/officeDocument/2006/relationships/tags" Target="../tags/tag8.xml"/><Relationship Id="rId4" Type="http://schemas.openxmlformats.org/officeDocument/2006/relationships/image" Target="../media/image7.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Master" Target="../slideMasters/slideMaster4.xml"/><Relationship Id="rId1" Type="http://schemas.openxmlformats.org/officeDocument/2006/relationships/tags" Target="../tags/tag9.xml"/><Relationship Id="rId4" Type="http://schemas.openxmlformats.org/officeDocument/2006/relationships/image" Target="../media/image7.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Master" Target="../slideMasters/slideMaster4.xml"/><Relationship Id="rId1" Type="http://schemas.openxmlformats.org/officeDocument/2006/relationships/tags" Target="../tags/tag10.xml"/><Relationship Id="rId4" Type="http://schemas.openxmlformats.org/officeDocument/2006/relationships/image" Target="../media/image7.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Master" Target="../slideMasters/slideMaster4.xml"/><Relationship Id="rId1" Type="http://schemas.openxmlformats.org/officeDocument/2006/relationships/tags" Target="../tags/tag11.xml"/><Relationship Id="rId4" Type="http://schemas.openxmlformats.org/officeDocument/2006/relationships/image" Target="../media/image7.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Master" Target="../slideMasters/slideMaster4.xml"/><Relationship Id="rId1" Type="http://schemas.openxmlformats.org/officeDocument/2006/relationships/tags" Target="../tags/tag12.xml"/><Relationship Id="rId4" Type="http://schemas.openxmlformats.org/officeDocument/2006/relationships/image" Target="../media/image7.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Master" Target="../slideMasters/slideMaster4.xml"/><Relationship Id="rId1" Type="http://schemas.openxmlformats.org/officeDocument/2006/relationships/tags" Target="../tags/tag13.xml"/><Relationship Id="rId4" Type="http://schemas.openxmlformats.org/officeDocument/2006/relationships/image" Target="../media/image7.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Master" Target="../slideMasters/slideMaster4.xml"/><Relationship Id="rId1" Type="http://schemas.openxmlformats.org/officeDocument/2006/relationships/tags" Target="../tags/tag14.xml"/><Relationship Id="rId4" Type="http://schemas.openxmlformats.org/officeDocument/2006/relationships/image" Target="../media/image7.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4.xml"/><Relationship Id="rId1" Type="http://schemas.openxmlformats.org/officeDocument/2006/relationships/tags" Target="../tags/tag15.xml"/><Relationship Id="rId4" Type="http://schemas.openxmlformats.org/officeDocument/2006/relationships/image" Target="../media/image10.jpe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Master" Target="../slideMasters/slideMaster4.xml"/><Relationship Id="rId1" Type="http://schemas.openxmlformats.org/officeDocument/2006/relationships/tags" Target="../tags/tag16.xml"/><Relationship Id="rId4" Type="http://schemas.openxmlformats.org/officeDocument/2006/relationships/image" Target="../media/image7.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Master" Target="../slideMasters/slideMaster4.xml"/><Relationship Id="rId1" Type="http://schemas.openxmlformats.org/officeDocument/2006/relationships/tags" Target="../tags/tag17.xml"/><Relationship Id="rId4" Type="http://schemas.openxmlformats.org/officeDocument/2006/relationships/image" Target="../media/image7.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Master" Target="../slideMasters/slideMaster4.xml"/><Relationship Id="rId1" Type="http://schemas.openxmlformats.org/officeDocument/2006/relationships/tags" Target="../tags/tag18.xml"/><Relationship Id="rId4" Type="http://schemas.openxmlformats.org/officeDocument/2006/relationships/image" Target="../media/image7.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Master" Target="../slideMasters/slideMaster4.xml"/><Relationship Id="rId1" Type="http://schemas.openxmlformats.org/officeDocument/2006/relationships/tags" Target="../tags/tag19.xml"/><Relationship Id="rId4" Type="http://schemas.openxmlformats.org/officeDocument/2006/relationships/image" Target="../media/image7.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4.xml"/><Relationship Id="rId1" Type="http://schemas.openxmlformats.org/officeDocument/2006/relationships/tags" Target="../tags/tag20.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4.xml"/><Relationship Id="rId1" Type="http://schemas.openxmlformats.org/officeDocument/2006/relationships/tags" Target="../tags/tag2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4.xml"/><Relationship Id="rId1" Type="http://schemas.openxmlformats.org/officeDocument/2006/relationships/tags" Target="../tags/tag2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4.xml"/><Relationship Id="rId1" Type="http://schemas.openxmlformats.org/officeDocument/2006/relationships/tags" Target="../tags/tag23.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4.xml"/><Relationship Id="rId1" Type="http://schemas.openxmlformats.org/officeDocument/2006/relationships/tags" Target="../tags/tag24.xml"/><Relationship Id="rId4" Type="http://schemas.openxmlformats.org/officeDocument/2006/relationships/image" Target="../media/image7.pn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4.xml"/><Relationship Id="rId1" Type="http://schemas.openxmlformats.org/officeDocument/2006/relationships/tags" Target="../tags/tag25.xml"/><Relationship Id="rId4"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in Cover">
    <p:bg>
      <p:bgPr>
        <a:solidFill>
          <a:srgbClr val="13322B"/>
        </a:solidFill>
        <a:effectLst/>
      </p:bgPr>
    </p:bg>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10EF8DC5-82CA-0B53-3FBA-56DA2B635E9B}"/>
              </a:ext>
            </a:extLst>
          </p:cNvPr>
          <p:cNvGrpSpPr>
            <a:grpSpLocks noChangeAspect="1"/>
          </p:cNvGrpSpPr>
          <p:nvPr userDrawn="1"/>
        </p:nvGrpSpPr>
        <p:grpSpPr>
          <a:xfrm>
            <a:off x="2145698" y="-2292371"/>
            <a:ext cx="15826484" cy="10955241"/>
            <a:chOff x="1530175" y="-2555737"/>
            <a:chExt cx="15826484" cy="10955241"/>
          </a:xfrm>
        </p:grpSpPr>
        <p:sp>
          <p:nvSpPr>
            <p:cNvPr id="16" name="Oval 15">
              <a:extLst>
                <a:ext uri="{FF2B5EF4-FFF2-40B4-BE49-F238E27FC236}">
                  <a16:creationId xmlns:a16="http://schemas.microsoft.com/office/drawing/2014/main" id="{353B8338-B2D8-3235-37B6-E80DF664A94C}"/>
                </a:ext>
              </a:extLst>
            </p:cNvPr>
            <p:cNvSpPr>
              <a:spLocks noChangeAspect="1"/>
            </p:cNvSpPr>
            <p:nvPr/>
          </p:nvSpPr>
          <p:spPr>
            <a:xfrm>
              <a:off x="5880655" y="-2555737"/>
              <a:ext cx="4104000" cy="4104000"/>
            </a:xfrm>
            <a:prstGeom prst="ellipse">
              <a:avLst/>
            </a:prstGeom>
            <a:solidFill>
              <a:srgbClr val="00C08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algn="l">
                <a:spcBef>
                  <a:spcPts val="1000"/>
                </a:spcBef>
              </a:pPr>
              <a:endParaRPr lang="en-SK" sz="1400" err="1">
                <a:solidFill>
                  <a:schemeClr val="tx1"/>
                </a:solidFill>
                <a:latin typeface="Visuelt Pro Light" panose="020B0303040202040104" pitchFamily="34" charset="0"/>
              </a:endParaRPr>
            </a:p>
          </p:txBody>
        </p:sp>
        <p:sp>
          <p:nvSpPr>
            <p:cNvPr id="17" name="Oval 16">
              <a:extLst>
                <a:ext uri="{FF2B5EF4-FFF2-40B4-BE49-F238E27FC236}">
                  <a16:creationId xmlns:a16="http://schemas.microsoft.com/office/drawing/2014/main" id="{DA289F07-FAEB-66A9-5DF4-ECE8433C0473}"/>
                </a:ext>
              </a:extLst>
            </p:cNvPr>
            <p:cNvSpPr>
              <a:spLocks noChangeAspect="1"/>
            </p:cNvSpPr>
            <p:nvPr/>
          </p:nvSpPr>
          <p:spPr>
            <a:xfrm>
              <a:off x="4062961" y="3016532"/>
              <a:ext cx="2160000" cy="2160000"/>
            </a:xfrm>
            <a:prstGeom prst="ellipse">
              <a:avLst/>
            </a:prstGeom>
            <a:solidFill>
              <a:srgbClr val="00C08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algn="l">
                <a:spcBef>
                  <a:spcPts val="1000"/>
                </a:spcBef>
              </a:pPr>
              <a:endParaRPr lang="en-SK" sz="1400" err="1">
                <a:solidFill>
                  <a:schemeClr val="tx1"/>
                </a:solidFill>
                <a:latin typeface="Visuelt Pro Light" panose="020B0303040202040104" pitchFamily="34" charset="0"/>
              </a:endParaRPr>
            </a:p>
          </p:txBody>
        </p:sp>
        <p:sp>
          <p:nvSpPr>
            <p:cNvPr id="19" name="Oval 18">
              <a:extLst>
                <a:ext uri="{FF2B5EF4-FFF2-40B4-BE49-F238E27FC236}">
                  <a16:creationId xmlns:a16="http://schemas.microsoft.com/office/drawing/2014/main" id="{9623B407-0148-22D5-FC87-E091FA641869}"/>
                </a:ext>
              </a:extLst>
            </p:cNvPr>
            <p:cNvSpPr>
              <a:spLocks noChangeAspect="1"/>
            </p:cNvSpPr>
            <p:nvPr/>
          </p:nvSpPr>
          <p:spPr>
            <a:xfrm>
              <a:off x="6207281" y="4034041"/>
              <a:ext cx="1944000" cy="1944000"/>
            </a:xfrm>
            <a:prstGeom prst="ellipse">
              <a:avLst/>
            </a:prstGeom>
            <a:solidFill>
              <a:srgbClr val="00C08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algn="l">
                <a:spcBef>
                  <a:spcPts val="1000"/>
                </a:spcBef>
              </a:pPr>
              <a:endParaRPr lang="en-SK" sz="1400" err="1">
                <a:solidFill>
                  <a:schemeClr val="tx1"/>
                </a:solidFill>
                <a:latin typeface="Visuelt Pro Light" panose="020B0303040202040104" pitchFamily="34" charset="0"/>
              </a:endParaRPr>
            </a:p>
          </p:txBody>
        </p:sp>
        <p:sp>
          <p:nvSpPr>
            <p:cNvPr id="20" name="Oval 19">
              <a:extLst>
                <a:ext uri="{FF2B5EF4-FFF2-40B4-BE49-F238E27FC236}">
                  <a16:creationId xmlns:a16="http://schemas.microsoft.com/office/drawing/2014/main" id="{AB2AD14C-2589-6BB0-5A31-08179ED922C9}"/>
                </a:ext>
              </a:extLst>
            </p:cNvPr>
            <p:cNvSpPr>
              <a:spLocks noChangeAspect="1"/>
            </p:cNvSpPr>
            <p:nvPr/>
          </p:nvSpPr>
          <p:spPr>
            <a:xfrm>
              <a:off x="5632691" y="1377246"/>
              <a:ext cx="2700000" cy="2700000"/>
            </a:xfrm>
            <a:prstGeom prst="ellipse">
              <a:avLst/>
            </a:prstGeom>
            <a:solidFill>
              <a:srgbClr val="00C08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algn="l">
                <a:spcBef>
                  <a:spcPts val="1000"/>
                </a:spcBef>
              </a:pPr>
              <a:endParaRPr lang="en-SK" sz="1400" err="1">
                <a:solidFill>
                  <a:schemeClr val="tx1"/>
                </a:solidFill>
                <a:latin typeface="Visuelt Pro Light" panose="020B0303040202040104" pitchFamily="34" charset="0"/>
              </a:endParaRPr>
            </a:p>
          </p:txBody>
        </p:sp>
        <p:sp>
          <p:nvSpPr>
            <p:cNvPr id="21" name="Oval 20">
              <a:extLst>
                <a:ext uri="{FF2B5EF4-FFF2-40B4-BE49-F238E27FC236}">
                  <a16:creationId xmlns:a16="http://schemas.microsoft.com/office/drawing/2014/main" id="{18642CE8-A643-CA31-E0AE-12EF366DEBCB}"/>
                </a:ext>
              </a:extLst>
            </p:cNvPr>
            <p:cNvSpPr>
              <a:spLocks noChangeAspect="1"/>
            </p:cNvSpPr>
            <p:nvPr/>
          </p:nvSpPr>
          <p:spPr>
            <a:xfrm>
              <a:off x="8120392" y="4378958"/>
              <a:ext cx="1296000" cy="1296000"/>
            </a:xfrm>
            <a:prstGeom prst="ellipse">
              <a:avLst/>
            </a:prstGeom>
            <a:solidFill>
              <a:srgbClr val="00C08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algn="l">
                <a:spcBef>
                  <a:spcPts val="1000"/>
                </a:spcBef>
              </a:pPr>
              <a:endParaRPr lang="en-SK" sz="1400" err="1">
                <a:solidFill>
                  <a:schemeClr val="tx1"/>
                </a:solidFill>
                <a:latin typeface="Visuelt Pro Light" panose="020B0303040202040104" pitchFamily="34" charset="0"/>
              </a:endParaRPr>
            </a:p>
          </p:txBody>
        </p:sp>
        <p:sp>
          <p:nvSpPr>
            <p:cNvPr id="22" name="Oval 21">
              <a:extLst>
                <a:ext uri="{FF2B5EF4-FFF2-40B4-BE49-F238E27FC236}">
                  <a16:creationId xmlns:a16="http://schemas.microsoft.com/office/drawing/2014/main" id="{29DCCF33-5A49-882F-1826-56FB21426671}"/>
                </a:ext>
              </a:extLst>
            </p:cNvPr>
            <p:cNvSpPr>
              <a:spLocks noChangeAspect="1"/>
            </p:cNvSpPr>
            <p:nvPr/>
          </p:nvSpPr>
          <p:spPr>
            <a:xfrm>
              <a:off x="9658899" y="3931565"/>
              <a:ext cx="684000" cy="684000"/>
            </a:xfrm>
            <a:prstGeom prst="ellipse">
              <a:avLst/>
            </a:prstGeom>
            <a:solidFill>
              <a:srgbClr val="00C08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algn="l">
                <a:spcBef>
                  <a:spcPts val="1000"/>
                </a:spcBef>
              </a:pPr>
              <a:endParaRPr lang="en-SK" sz="1400" err="1">
                <a:solidFill>
                  <a:schemeClr val="tx1"/>
                </a:solidFill>
                <a:latin typeface="Visuelt Pro Light" panose="020B0303040202040104" pitchFamily="34" charset="0"/>
              </a:endParaRPr>
            </a:p>
          </p:txBody>
        </p:sp>
        <p:sp>
          <p:nvSpPr>
            <p:cNvPr id="23" name="Oval 22">
              <a:extLst>
                <a:ext uri="{FF2B5EF4-FFF2-40B4-BE49-F238E27FC236}">
                  <a16:creationId xmlns:a16="http://schemas.microsoft.com/office/drawing/2014/main" id="{2A2C1E27-5003-5AA3-28C4-F2AF5A6E29CC}"/>
                </a:ext>
              </a:extLst>
            </p:cNvPr>
            <p:cNvSpPr/>
            <p:nvPr/>
          </p:nvSpPr>
          <p:spPr>
            <a:xfrm>
              <a:off x="1530175" y="-859017"/>
              <a:ext cx="4320000" cy="4320000"/>
            </a:xfrm>
            <a:prstGeom prst="ellipse">
              <a:avLst/>
            </a:prstGeom>
            <a:solidFill>
              <a:srgbClr val="00C08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algn="l">
                <a:spcBef>
                  <a:spcPts val="1000"/>
                </a:spcBef>
              </a:pPr>
              <a:endParaRPr lang="en-SK" sz="1400" err="1">
                <a:solidFill>
                  <a:schemeClr val="tx1"/>
                </a:solidFill>
                <a:latin typeface="Visuelt Pro Light" panose="020B0303040202040104" pitchFamily="34" charset="0"/>
              </a:endParaRPr>
            </a:p>
          </p:txBody>
        </p:sp>
        <p:sp>
          <p:nvSpPr>
            <p:cNvPr id="24" name="Oval 23">
              <a:extLst>
                <a:ext uri="{FF2B5EF4-FFF2-40B4-BE49-F238E27FC236}">
                  <a16:creationId xmlns:a16="http://schemas.microsoft.com/office/drawing/2014/main" id="{56A7C645-7C39-B333-5927-3BDEFB67378C}"/>
                </a:ext>
              </a:extLst>
            </p:cNvPr>
            <p:cNvSpPr>
              <a:spLocks noChangeAspect="1"/>
            </p:cNvSpPr>
            <p:nvPr/>
          </p:nvSpPr>
          <p:spPr>
            <a:xfrm>
              <a:off x="6988659" y="-1968496"/>
              <a:ext cx="10368000" cy="10368000"/>
            </a:xfrm>
            <a:prstGeom prst="ellipse">
              <a:avLst/>
            </a:prstGeom>
            <a:noFill/>
            <a:ln w="25400">
              <a:solidFill>
                <a:srgbClr val="33FF9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algn="l">
                <a:spcBef>
                  <a:spcPts val="1000"/>
                </a:spcBef>
              </a:pPr>
              <a:endParaRPr lang="en-SK" sz="1400" err="1">
                <a:solidFill>
                  <a:schemeClr val="tx1"/>
                </a:solidFill>
                <a:latin typeface="Visuelt Pro Light" panose="020B0303040202040104" pitchFamily="34" charset="0"/>
              </a:endParaRPr>
            </a:p>
          </p:txBody>
        </p:sp>
      </p:grpSp>
      <p:sp>
        <p:nvSpPr>
          <p:cNvPr id="3" name="Text Placeholder 8">
            <a:extLst>
              <a:ext uri="{FF2B5EF4-FFF2-40B4-BE49-F238E27FC236}">
                <a16:creationId xmlns:a16="http://schemas.microsoft.com/office/drawing/2014/main" id="{2A777291-C28D-C74A-16D1-F30193416DB5}"/>
              </a:ext>
            </a:extLst>
          </p:cNvPr>
          <p:cNvSpPr>
            <a:spLocks noGrp="1"/>
          </p:cNvSpPr>
          <p:nvPr>
            <p:ph type="body" sz="quarter" idx="13" hasCustomPrompt="1"/>
          </p:nvPr>
        </p:nvSpPr>
        <p:spPr>
          <a:xfrm>
            <a:off x="828000" y="3956086"/>
            <a:ext cx="6528475" cy="551258"/>
          </a:xfrm>
          <a:prstGeom prst="rect">
            <a:avLst/>
          </a:prstGeom>
          <a:effectLst/>
        </p:spPr>
        <p:txBody>
          <a:bodyPr>
            <a:noAutofit/>
          </a:bodyPr>
          <a:lstStyle>
            <a:lvl1pPr algn="l">
              <a:lnSpc>
                <a:spcPct val="100000"/>
              </a:lnSpc>
              <a:defRPr sz="1700" b="0" i="0">
                <a:solidFill>
                  <a:schemeClr val="tx1"/>
                </a:solidFill>
                <a:latin typeface="Arial" panose="020B0604020202020204" pitchFamily="34" charset="0"/>
                <a:cs typeface="Arial" panose="020B0604020202020204" pitchFamily="34" charset="0"/>
              </a:defRPr>
            </a:lvl1pPr>
          </a:lstStyle>
          <a:p>
            <a:pPr lvl="0"/>
            <a:r>
              <a:rPr lang="en-GB"/>
              <a:t>Click to edit subtitle</a:t>
            </a:r>
          </a:p>
        </p:txBody>
      </p:sp>
      <p:sp>
        <p:nvSpPr>
          <p:cNvPr id="18" name="Text Placeholder 2">
            <a:extLst>
              <a:ext uri="{FF2B5EF4-FFF2-40B4-BE49-F238E27FC236}">
                <a16:creationId xmlns:a16="http://schemas.microsoft.com/office/drawing/2014/main" id="{B2AB2CF0-3583-4633-AE26-5E4FE9CC35D7}"/>
              </a:ext>
            </a:extLst>
          </p:cNvPr>
          <p:cNvSpPr>
            <a:spLocks noGrp="1"/>
          </p:cNvSpPr>
          <p:nvPr>
            <p:ph type="body" sz="quarter" idx="28" hasCustomPrompt="1"/>
          </p:nvPr>
        </p:nvSpPr>
        <p:spPr>
          <a:xfrm>
            <a:off x="432000" y="299102"/>
            <a:ext cx="2452790" cy="360000"/>
          </a:xfrm>
          <a:prstGeom prst="rect">
            <a:avLst/>
          </a:prstGeom>
        </p:spPr>
        <p:txBody>
          <a:bodyPr anchor="ctr" anchorCtr="0">
            <a:noAutofit/>
          </a:bodyPr>
          <a:lstStyle>
            <a:lvl1pPr algn="l">
              <a:lnSpc>
                <a:spcPct val="100000"/>
              </a:lnSpc>
              <a:defRPr sz="1100" b="1" i="1" spc="0">
                <a:solidFill>
                  <a:schemeClr val="tx1"/>
                </a:solidFill>
                <a:latin typeface="Arial" panose="020B0604020202020204" pitchFamily="34" charset="0"/>
                <a:cs typeface="Arial" panose="020B0604020202020204" pitchFamily="34" charset="0"/>
              </a:defRPr>
            </a:lvl1pPr>
          </a:lstStyle>
          <a:p>
            <a:pPr marL="9525" marR="0" lvl="0" indent="0" algn="l" defTabSz="914318"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t>Edit date (Month 1, 2023)</a:t>
            </a:r>
          </a:p>
        </p:txBody>
      </p:sp>
      <p:sp>
        <p:nvSpPr>
          <p:cNvPr id="28" name="Title 27">
            <a:extLst>
              <a:ext uri="{FF2B5EF4-FFF2-40B4-BE49-F238E27FC236}">
                <a16:creationId xmlns:a16="http://schemas.microsoft.com/office/drawing/2014/main" id="{13EED39E-BDAE-D536-0477-EDE425088AA9}"/>
              </a:ext>
            </a:extLst>
          </p:cNvPr>
          <p:cNvSpPr>
            <a:spLocks noGrp="1"/>
          </p:cNvSpPr>
          <p:nvPr>
            <p:ph type="title"/>
          </p:nvPr>
        </p:nvSpPr>
        <p:spPr>
          <a:xfrm>
            <a:off x="828000" y="1868086"/>
            <a:ext cx="6528475" cy="1944000"/>
          </a:xfrm>
          <a:prstGeom prst="rect">
            <a:avLst/>
          </a:prstGeom>
        </p:spPr>
        <p:txBody>
          <a:bodyPr lIns="36000" tIns="36000" rIns="36000" bIns="36000" anchor="t" anchorCtr="0">
            <a:noAutofit/>
          </a:bodyPr>
          <a:lstStyle>
            <a:lvl1pPr>
              <a:defRPr sz="5400"/>
            </a:lvl1pPr>
          </a:lstStyle>
          <a:p>
            <a:r>
              <a:rPr lang="en-GB"/>
              <a:t>Click to edit Master title</a:t>
            </a:r>
            <a:endParaRPr lang="en-SK"/>
          </a:p>
        </p:txBody>
      </p:sp>
      <p:sp>
        <p:nvSpPr>
          <p:cNvPr id="7" name="Text Placeholder 5">
            <a:extLst>
              <a:ext uri="{FF2B5EF4-FFF2-40B4-BE49-F238E27FC236}">
                <a16:creationId xmlns:a16="http://schemas.microsoft.com/office/drawing/2014/main" id="{33F35E48-B161-1779-6287-E665976E4DF2}"/>
              </a:ext>
            </a:extLst>
          </p:cNvPr>
          <p:cNvSpPr txBox="1">
            <a:spLocks/>
          </p:cNvSpPr>
          <p:nvPr userDrawn="1"/>
        </p:nvSpPr>
        <p:spPr>
          <a:xfrm>
            <a:off x="432000" y="6336000"/>
            <a:ext cx="2047875" cy="360000"/>
          </a:xfrm>
          <a:prstGeom prst="rect">
            <a:avLst/>
          </a:prstGeom>
        </p:spPr>
        <p:txBody>
          <a:bodyPr lIns="36000" tIns="36000" rIns="36000" bIns="36000" anchor="ctr" anchorCtr="0"/>
          <a:lstStyle>
            <a:lvl1pPr marL="9525" indent="0" algn="r" defTabSz="914318" rtl="0" eaLnBrk="1" latinLnBrk="0" hangingPunct="1">
              <a:lnSpc>
                <a:spcPct val="100000"/>
              </a:lnSpc>
              <a:spcBef>
                <a:spcPts val="1000"/>
              </a:spcBef>
              <a:buFont typeface="Arial" panose="020B0604020202020204" pitchFamily="34" charset="0"/>
              <a:buNone/>
              <a:tabLst/>
              <a:defRPr sz="1100" b="0" i="0" kern="1200" baseline="0">
                <a:solidFill>
                  <a:schemeClr val="tx1"/>
                </a:solidFill>
                <a:latin typeface="Arial" panose="020B0604020202020204" pitchFamily="34" charset="0"/>
                <a:ea typeface="+mn-ea"/>
                <a:cs typeface="Arial" panose="020B0604020202020204" pitchFamily="34" charset="0"/>
              </a:defRPr>
            </a:lvl1pPr>
            <a:lvl2pPr marL="9525" indent="0" algn="l" defTabSz="914318" rtl="0" eaLnBrk="1" latinLnBrk="0" hangingPunct="1">
              <a:lnSpc>
                <a:spcPct val="100000"/>
              </a:lnSpc>
              <a:spcBef>
                <a:spcPts val="499"/>
              </a:spcBef>
              <a:buFont typeface="Arial" panose="020B0604020202020204" pitchFamily="34" charset="0"/>
              <a:buNone/>
              <a:tabLst/>
              <a:defRPr sz="1100" b="1" i="0" kern="1200" baseline="0">
                <a:solidFill>
                  <a:schemeClr val="tx1"/>
                </a:solidFill>
                <a:latin typeface="Arial" panose="020B0604020202020204" pitchFamily="34" charset="0"/>
                <a:ea typeface="+mn-ea"/>
                <a:cs typeface="Arial" panose="020B0604020202020204" pitchFamily="34" charset="0"/>
              </a:defRPr>
            </a:lvl2pPr>
            <a:lvl3pPr marL="9525" indent="0" algn="l" defTabSz="914318" rtl="0" eaLnBrk="1" latinLnBrk="0" hangingPunct="1">
              <a:lnSpc>
                <a:spcPct val="100000"/>
              </a:lnSpc>
              <a:spcBef>
                <a:spcPts val="499"/>
              </a:spcBef>
              <a:buFont typeface="Arial" panose="020B0604020202020204" pitchFamily="34" charset="0"/>
              <a:buNone/>
              <a:tabLst/>
              <a:defRPr sz="1400" b="0" i="0" kern="1200" baseline="0">
                <a:solidFill>
                  <a:srgbClr val="33FF99"/>
                </a:solidFill>
                <a:latin typeface="Arial" panose="020B0604020202020204" pitchFamily="34" charset="0"/>
                <a:ea typeface="+mn-ea"/>
                <a:cs typeface="Arial" panose="020B0604020202020204" pitchFamily="34" charset="0"/>
              </a:defRPr>
            </a:lvl3pPr>
            <a:lvl4pPr marL="9525" indent="0" algn="l" defTabSz="914318" rtl="0" eaLnBrk="1" latinLnBrk="0" hangingPunct="1">
              <a:lnSpc>
                <a:spcPct val="100000"/>
              </a:lnSpc>
              <a:spcBef>
                <a:spcPts val="499"/>
              </a:spcBef>
              <a:buFont typeface="Arial" panose="020B0604020202020204" pitchFamily="34" charset="0"/>
              <a:buNone/>
              <a:tabLst/>
              <a:defRPr sz="1100" b="0" i="1" kern="1200" baseline="0">
                <a:solidFill>
                  <a:schemeClr val="tx1"/>
                </a:solidFill>
                <a:latin typeface="Arial" panose="020B0604020202020204" pitchFamily="34" charset="0"/>
                <a:ea typeface="+mn-ea"/>
                <a:cs typeface="Arial" panose="020B0604020202020204" pitchFamily="34" charset="0"/>
              </a:defRPr>
            </a:lvl4pPr>
            <a:lvl5pPr marL="180975" indent="-171450" algn="l" defTabSz="914318" rtl="0" eaLnBrk="1" latinLnBrk="0" hangingPunct="1">
              <a:lnSpc>
                <a:spcPct val="100000"/>
              </a:lnSpc>
              <a:spcBef>
                <a:spcPts val="499"/>
              </a:spcBef>
              <a:buFont typeface="Arial" panose="020B0604020202020204" pitchFamily="34" charset="0"/>
              <a:buChar char="•"/>
              <a:tabLst/>
              <a:defRPr sz="1100" b="0" i="0" kern="1200" baseline="0">
                <a:solidFill>
                  <a:schemeClr val="tx1"/>
                </a:solidFill>
                <a:latin typeface="Arial" panose="020B0604020202020204" pitchFamily="34" charset="0"/>
                <a:ea typeface="+mn-ea"/>
                <a:cs typeface="Arial" panose="020B0604020202020204" pitchFamily="34" charset="0"/>
              </a:defRPr>
            </a:lvl5pPr>
            <a:lvl6pPr marL="251437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6pPr>
            <a:lvl7pPr marL="297153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7pPr>
            <a:lvl8pPr marL="3428692"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8pPr>
            <a:lvl9pPr marL="3885850"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9pPr>
          </a:lstStyle>
          <a:p>
            <a:pPr algn="l"/>
            <a:r>
              <a:rPr lang="en-GB"/>
              <a:t>© </a:t>
            </a:r>
            <a:r>
              <a:rPr lang="en-GB" err="1"/>
              <a:t>Ohpen</a:t>
            </a:r>
            <a:endParaRPr lang="en-SK"/>
          </a:p>
        </p:txBody>
      </p:sp>
      <p:sp>
        <p:nvSpPr>
          <p:cNvPr id="2" name="Oval 1">
            <a:extLst>
              <a:ext uri="{FF2B5EF4-FFF2-40B4-BE49-F238E27FC236}">
                <a16:creationId xmlns:a16="http://schemas.microsoft.com/office/drawing/2014/main" id="{E6203EA2-7DD9-C193-1862-32F5A16E4022}"/>
              </a:ext>
            </a:extLst>
          </p:cNvPr>
          <p:cNvSpPr>
            <a:spLocks noChangeAspect="1"/>
          </p:cNvSpPr>
          <p:nvPr userDrawn="1"/>
        </p:nvSpPr>
        <p:spPr>
          <a:xfrm>
            <a:off x="4522612" y="5180643"/>
            <a:ext cx="10368000" cy="10368000"/>
          </a:xfrm>
          <a:prstGeom prst="ellipse">
            <a:avLst/>
          </a:prstGeom>
          <a:noFill/>
          <a:ln w="25400">
            <a:solidFill>
              <a:srgbClr val="33FF9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algn="l">
              <a:spcBef>
                <a:spcPts val="1000"/>
              </a:spcBef>
            </a:pPr>
            <a:endParaRPr lang="en-SK" sz="1400" err="1">
              <a:solidFill>
                <a:schemeClr val="tx1"/>
              </a:solidFill>
              <a:latin typeface="Visuelt Pro Light" panose="020B0303040202040104" pitchFamily="34" charset="0"/>
            </a:endParaRPr>
          </a:p>
        </p:txBody>
      </p:sp>
    </p:spTree>
    <p:extLst>
      <p:ext uri="{BB962C8B-B14F-4D97-AF65-F5344CB8AC3E}">
        <p14:creationId xmlns:p14="http://schemas.microsoft.com/office/powerpoint/2010/main" val="2192278850"/>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Questions">
    <p:bg>
      <p:bgPr>
        <a:solidFill>
          <a:srgbClr val="00C08B"/>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E11A95D1-476B-E7C1-20E4-B015CB216C8C}"/>
              </a:ext>
            </a:extLst>
          </p:cNvPr>
          <p:cNvSpPr txBox="1"/>
          <p:nvPr userDrawn="1"/>
        </p:nvSpPr>
        <p:spPr>
          <a:xfrm>
            <a:off x="828000" y="2700000"/>
            <a:ext cx="10524213" cy="1548000"/>
          </a:xfrm>
          <a:prstGeom prst="rect">
            <a:avLst/>
          </a:prstGeom>
          <a:noFill/>
        </p:spPr>
        <p:txBody>
          <a:bodyPr wrap="square" lIns="36000" tIns="36000" rIns="36000" bIns="36000" rtlCol="0" anchor="ctr" anchorCtr="0">
            <a:noAutofit/>
          </a:bodyPr>
          <a:lstStyle/>
          <a:p>
            <a:pPr indent="0" algn="ctr">
              <a:lnSpc>
                <a:spcPct val="100000"/>
              </a:lnSpc>
              <a:spcBef>
                <a:spcPts val="0"/>
              </a:spcBef>
            </a:pPr>
            <a:r>
              <a:rPr lang="en-SK" sz="9600" b="0" i="0" spc="0" baseline="0">
                <a:ln w="9525">
                  <a:solidFill>
                    <a:srgbClr val="33FF99"/>
                  </a:solidFill>
                </a:ln>
                <a:noFill/>
                <a:latin typeface="+mj-lt"/>
                <a:cs typeface="Arial" panose="020B0604020202020204" pitchFamily="34" charset="0"/>
              </a:rPr>
              <a:t>Questions?</a:t>
            </a:r>
          </a:p>
        </p:txBody>
      </p:sp>
      <p:sp>
        <p:nvSpPr>
          <p:cNvPr id="3" name="TextBox 2">
            <a:extLst>
              <a:ext uri="{FF2B5EF4-FFF2-40B4-BE49-F238E27FC236}">
                <a16:creationId xmlns:a16="http://schemas.microsoft.com/office/drawing/2014/main" id="{BB36C4C6-D806-E51E-390D-785DAC1BD523}"/>
              </a:ext>
            </a:extLst>
          </p:cNvPr>
          <p:cNvSpPr txBox="1"/>
          <p:nvPr userDrawn="1"/>
        </p:nvSpPr>
        <p:spPr>
          <a:xfrm>
            <a:off x="827999" y="2700000"/>
            <a:ext cx="10524213" cy="1548000"/>
          </a:xfrm>
          <a:prstGeom prst="rect">
            <a:avLst/>
          </a:prstGeom>
          <a:noFill/>
        </p:spPr>
        <p:txBody>
          <a:bodyPr wrap="square" lIns="36000" tIns="36000" rIns="36000" bIns="36000" rtlCol="0" anchor="ctr" anchorCtr="0">
            <a:noAutofit/>
          </a:bodyPr>
          <a:lstStyle/>
          <a:p>
            <a:pPr algn="ctr">
              <a:lnSpc>
                <a:spcPct val="100000"/>
              </a:lnSpc>
              <a:spcBef>
                <a:spcPts val="0"/>
              </a:spcBef>
            </a:pPr>
            <a:r>
              <a:rPr lang="en-SK" sz="9600" b="1">
                <a:latin typeface="+mj-lt"/>
              </a:rPr>
              <a:t>Questions?</a:t>
            </a:r>
          </a:p>
        </p:txBody>
      </p:sp>
    </p:spTree>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DA79527-6CEB-AF7C-2A51-A44421DD44D8}"/>
              </a:ext>
            </a:extLst>
          </p:cNvPr>
          <p:cNvSpPr txBox="1"/>
          <p:nvPr userDrawn="1"/>
        </p:nvSpPr>
        <p:spPr>
          <a:xfrm>
            <a:off x="828000" y="2700000"/>
            <a:ext cx="10524213" cy="1550031"/>
          </a:xfrm>
          <a:prstGeom prst="rect">
            <a:avLst/>
          </a:prstGeom>
          <a:noFill/>
        </p:spPr>
        <p:txBody>
          <a:bodyPr wrap="square" lIns="0" tIns="36000" rIns="36000" bIns="0" rtlCol="0" anchor="ctr" anchorCtr="0">
            <a:noAutofit/>
          </a:bodyPr>
          <a:lstStyle/>
          <a:p>
            <a:pPr indent="0" algn="ctr">
              <a:lnSpc>
                <a:spcPct val="100000"/>
              </a:lnSpc>
              <a:spcBef>
                <a:spcPts val="0"/>
              </a:spcBef>
            </a:pPr>
            <a:r>
              <a:rPr lang="en-SK" sz="9600" b="0" i="0" spc="0" baseline="0">
                <a:ln w="9525">
                  <a:solidFill>
                    <a:srgbClr val="33FF99"/>
                  </a:solidFill>
                </a:ln>
                <a:noFill/>
                <a:latin typeface="+mj-lt"/>
                <a:cs typeface="Arial" panose="020B0604020202020204" pitchFamily="34" charset="0"/>
              </a:rPr>
              <a:t>Thank you</a:t>
            </a:r>
          </a:p>
        </p:txBody>
      </p:sp>
      <p:sp>
        <p:nvSpPr>
          <p:cNvPr id="7" name="TextBox 6">
            <a:extLst>
              <a:ext uri="{FF2B5EF4-FFF2-40B4-BE49-F238E27FC236}">
                <a16:creationId xmlns:a16="http://schemas.microsoft.com/office/drawing/2014/main" id="{B227669A-3253-5F68-FAFD-DA213AB995FD}"/>
              </a:ext>
            </a:extLst>
          </p:cNvPr>
          <p:cNvSpPr txBox="1"/>
          <p:nvPr userDrawn="1"/>
        </p:nvSpPr>
        <p:spPr>
          <a:xfrm>
            <a:off x="828000" y="2700000"/>
            <a:ext cx="10524213" cy="1548000"/>
          </a:xfrm>
          <a:prstGeom prst="rect">
            <a:avLst/>
          </a:prstGeom>
          <a:noFill/>
        </p:spPr>
        <p:txBody>
          <a:bodyPr wrap="square" lIns="36000" tIns="36000" rIns="36000" bIns="36000" rtlCol="0" anchor="ctr" anchorCtr="0">
            <a:noAutofit/>
          </a:bodyPr>
          <a:lstStyle/>
          <a:p>
            <a:pPr algn="ctr">
              <a:lnSpc>
                <a:spcPct val="100000"/>
              </a:lnSpc>
              <a:spcBef>
                <a:spcPts val="0"/>
              </a:spcBef>
            </a:pPr>
            <a:r>
              <a:rPr lang="en-SK" sz="9600" b="1">
                <a:latin typeface="+mj-lt"/>
              </a:rPr>
              <a:t>Thank you</a:t>
            </a:r>
          </a:p>
        </p:txBody>
      </p:sp>
    </p:spTree>
    <p:extLst>
      <p:ext uri="{BB962C8B-B14F-4D97-AF65-F5344CB8AC3E}">
        <p14:creationId xmlns:p14="http://schemas.microsoft.com/office/powerpoint/2010/main" val="109362582"/>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bg>
      <p:bgPr>
        <a:solidFill>
          <a:srgbClr val="F9FAF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7F3FD-E305-373C-0BF2-D73C16CEBF31}"/>
              </a:ext>
            </a:extLst>
          </p:cNvPr>
          <p:cNvSpPr>
            <a:spLocks noGrp="1"/>
          </p:cNvSpPr>
          <p:nvPr>
            <p:ph type="title"/>
          </p:nvPr>
        </p:nvSpPr>
        <p:spPr>
          <a:xfrm>
            <a:off x="828000" y="1008000"/>
            <a:ext cx="10524213" cy="941754"/>
          </a:xfrm>
        </p:spPr>
        <p:txBody>
          <a:bodyPr/>
          <a:lstStyle>
            <a:lvl1pPr>
              <a:lnSpc>
                <a:spcPct val="100000"/>
              </a:lnSpc>
              <a:defRPr/>
            </a:lvl1pPr>
          </a:lstStyle>
          <a:p>
            <a:r>
              <a:rPr lang="en-GB"/>
              <a:t>Click to edit Master title</a:t>
            </a:r>
            <a:endParaRPr lang="en-SK"/>
          </a:p>
        </p:txBody>
      </p:sp>
      <p:sp>
        <p:nvSpPr>
          <p:cNvPr id="44" name="Text Placeholder 32">
            <a:extLst>
              <a:ext uri="{FF2B5EF4-FFF2-40B4-BE49-F238E27FC236}">
                <a16:creationId xmlns:a16="http://schemas.microsoft.com/office/drawing/2014/main" id="{00E09DC0-3617-F94D-2A7D-4545EAFA6813}"/>
              </a:ext>
            </a:extLst>
          </p:cNvPr>
          <p:cNvSpPr>
            <a:spLocks noGrp="1"/>
          </p:cNvSpPr>
          <p:nvPr userDrawn="1">
            <p:ph type="body" sz="quarter" idx="84" hasCustomPrompt="1"/>
          </p:nvPr>
        </p:nvSpPr>
        <p:spPr>
          <a:xfrm>
            <a:off x="4229682" y="1988177"/>
            <a:ext cx="1800000" cy="1080000"/>
          </a:xfrm>
        </p:spPr>
        <p:txBody>
          <a:bodyPr lIns="36000" tIns="0" rIns="36000" bIns="36000">
            <a:noAutofit/>
          </a:bodyPr>
          <a:lstStyle>
            <a:lvl1pPr marL="0" indent="0" algn="r">
              <a:lnSpc>
                <a:spcPts val="13000"/>
              </a:lnSpc>
              <a:spcBef>
                <a:spcPts val="0"/>
              </a:spcBef>
              <a:defRPr sz="12000" baseline="0"/>
            </a:lvl1pPr>
          </a:lstStyle>
          <a:p>
            <a:pPr lvl="0"/>
            <a:r>
              <a:rPr lang="en-GB"/>
              <a:t>00</a:t>
            </a:r>
            <a:endParaRPr lang="en-SK"/>
          </a:p>
        </p:txBody>
      </p:sp>
      <p:sp>
        <p:nvSpPr>
          <p:cNvPr id="45" name="Text Placeholder 32">
            <a:extLst>
              <a:ext uri="{FF2B5EF4-FFF2-40B4-BE49-F238E27FC236}">
                <a16:creationId xmlns:a16="http://schemas.microsoft.com/office/drawing/2014/main" id="{44C95BFE-C732-AC7F-D4FB-BDA1FE796D82}"/>
              </a:ext>
            </a:extLst>
          </p:cNvPr>
          <p:cNvSpPr>
            <a:spLocks noGrp="1"/>
          </p:cNvSpPr>
          <p:nvPr userDrawn="1">
            <p:ph type="body" sz="quarter" idx="85" hasCustomPrompt="1"/>
          </p:nvPr>
        </p:nvSpPr>
        <p:spPr>
          <a:xfrm>
            <a:off x="9548196" y="1988177"/>
            <a:ext cx="1800000" cy="1080000"/>
          </a:xfrm>
        </p:spPr>
        <p:txBody>
          <a:bodyPr lIns="36000" tIns="0" rIns="36000" bIns="36000">
            <a:noAutofit/>
          </a:bodyPr>
          <a:lstStyle>
            <a:lvl1pPr marL="0" indent="0" algn="r">
              <a:lnSpc>
                <a:spcPts val="13000"/>
              </a:lnSpc>
              <a:spcBef>
                <a:spcPts val="0"/>
              </a:spcBef>
              <a:defRPr sz="12000"/>
            </a:lvl1pPr>
          </a:lstStyle>
          <a:p>
            <a:pPr lvl="0"/>
            <a:r>
              <a:rPr lang="en-GB"/>
              <a:t>00</a:t>
            </a:r>
            <a:endParaRPr lang="en-SK"/>
          </a:p>
        </p:txBody>
      </p:sp>
      <p:sp>
        <p:nvSpPr>
          <p:cNvPr id="57" name="Text Placeholder 2">
            <a:extLst>
              <a:ext uri="{FF2B5EF4-FFF2-40B4-BE49-F238E27FC236}">
                <a16:creationId xmlns:a16="http://schemas.microsoft.com/office/drawing/2014/main" id="{A9EF6B12-0B71-9EBB-D120-42A44480021C}"/>
              </a:ext>
            </a:extLst>
          </p:cNvPr>
          <p:cNvSpPr>
            <a:spLocks noGrp="1"/>
          </p:cNvSpPr>
          <p:nvPr>
            <p:ph type="body" sz="quarter" idx="90"/>
          </p:nvPr>
        </p:nvSpPr>
        <p:spPr>
          <a:xfrm>
            <a:off x="810913" y="3022280"/>
            <a:ext cx="10524213" cy="360000"/>
          </a:xfrm>
          <a:prstGeom prst="rect">
            <a:avLst/>
          </a:prstGeom>
          <a:solidFill>
            <a:srgbClr val="F9FAFC"/>
          </a:solidFill>
          <a:effectLst>
            <a:innerShdw dist="12700" dir="16200000">
              <a:srgbClr val="13322B"/>
            </a:innerShdw>
          </a:effectLst>
        </p:spPr>
        <p:txBody>
          <a:bodyPr lIns="36000">
            <a:noAutofit/>
          </a:bodyPr>
          <a:lstStyle>
            <a:lvl1pPr>
              <a:lnSpc>
                <a:spcPct val="100000"/>
              </a:lnSpc>
              <a:defRPr sz="1100" b="0" i="0" spc="0">
                <a:solidFill>
                  <a:schemeClr val="bg1"/>
                </a:solidFill>
                <a:latin typeface="Arial" panose="020B0604020202020204" pitchFamily="34" charset="0"/>
                <a:cs typeface="Arial" panose="020B0604020202020204" pitchFamily="34" charset="0"/>
              </a:defRPr>
            </a:lvl1pPr>
          </a:lstStyle>
          <a:p>
            <a:pPr lvl="0"/>
            <a:endParaRPr lang="en-GB"/>
          </a:p>
        </p:txBody>
      </p:sp>
      <p:sp>
        <p:nvSpPr>
          <p:cNvPr id="65" name="Text Placeholder 64">
            <a:extLst>
              <a:ext uri="{FF2B5EF4-FFF2-40B4-BE49-F238E27FC236}">
                <a16:creationId xmlns:a16="http://schemas.microsoft.com/office/drawing/2014/main" id="{F8C3BA13-AC25-E9A8-A375-014D1758576C}"/>
              </a:ext>
            </a:extLst>
          </p:cNvPr>
          <p:cNvSpPr>
            <a:spLocks noGrp="1"/>
          </p:cNvSpPr>
          <p:nvPr>
            <p:ph type="body" sz="quarter" idx="91" hasCustomPrompt="1"/>
          </p:nvPr>
        </p:nvSpPr>
        <p:spPr>
          <a:xfrm>
            <a:off x="827999" y="2545824"/>
            <a:ext cx="2531149" cy="407988"/>
          </a:xfrm>
        </p:spPr>
        <p:txBody>
          <a:bodyPr/>
          <a:lstStyle>
            <a:lvl1pPr>
              <a:defRPr>
                <a:latin typeface="+mn-lt"/>
              </a:defRPr>
            </a:lvl1pPr>
          </a:lstStyle>
          <a:p>
            <a:pPr marL="0" marR="0" lvl="0" indent="0" algn="l" defTabSz="914318"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edit text</a:t>
            </a:r>
            <a:endParaRPr lang="en-SK"/>
          </a:p>
        </p:txBody>
      </p:sp>
      <p:sp>
        <p:nvSpPr>
          <p:cNvPr id="68" name="Text Placeholder 64">
            <a:extLst>
              <a:ext uri="{FF2B5EF4-FFF2-40B4-BE49-F238E27FC236}">
                <a16:creationId xmlns:a16="http://schemas.microsoft.com/office/drawing/2014/main" id="{036A185C-C0FB-CFA7-9340-A605F71339BF}"/>
              </a:ext>
            </a:extLst>
          </p:cNvPr>
          <p:cNvSpPr>
            <a:spLocks noGrp="1"/>
          </p:cNvSpPr>
          <p:nvPr>
            <p:ph type="body" sz="quarter" idx="93" hasCustomPrompt="1"/>
          </p:nvPr>
        </p:nvSpPr>
        <p:spPr>
          <a:xfrm>
            <a:off x="6140463" y="2545388"/>
            <a:ext cx="2531149" cy="407988"/>
          </a:xfrm>
        </p:spPr>
        <p:txBody>
          <a:bodyPr/>
          <a:lstStyle>
            <a:lvl1pPr>
              <a:defRPr>
                <a:latin typeface="+mn-lt"/>
              </a:defRPr>
            </a:lvl1pPr>
          </a:lstStyle>
          <a:p>
            <a:pPr marL="0" marR="0" lvl="0" indent="0" algn="l" defTabSz="914318"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edit text</a:t>
            </a:r>
            <a:endParaRPr lang="en-SK"/>
          </a:p>
        </p:txBody>
      </p:sp>
      <p:sp>
        <p:nvSpPr>
          <p:cNvPr id="70" name="Text Placeholder 32">
            <a:extLst>
              <a:ext uri="{FF2B5EF4-FFF2-40B4-BE49-F238E27FC236}">
                <a16:creationId xmlns:a16="http://schemas.microsoft.com/office/drawing/2014/main" id="{4000BC75-02EC-DA4A-AF84-D173896E7EAC}"/>
              </a:ext>
            </a:extLst>
          </p:cNvPr>
          <p:cNvSpPr>
            <a:spLocks noGrp="1"/>
          </p:cNvSpPr>
          <p:nvPr>
            <p:ph type="body" sz="quarter" idx="95" hasCustomPrompt="1"/>
          </p:nvPr>
        </p:nvSpPr>
        <p:spPr>
          <a:xfrm>
            <a:off x="4229682" y="3444914"/>
            <a:ext cx="1800000" cy="1080000"/>
          </a:xfrm>
        </p:spPr>
        <p:txBody>
          <a:bodyPr lIns="36000" tIns="0" rIns="36000" bIns="36000">
            <a:noAutofit/>
          </a:bodyPr>
          <a:lstStyle>
            <a:lvl1pPr marL="0" indent="0" algn="r">
              <a:lnSpc>
                <a:spcPts val="13000"/>
              </a:lnSpc>
              <a:spcBef>
                <a:spcPts val="0"/>
              </a:spcBef>
              <a:defRPr sz="12000"/>
            </a:lvl1pPr>
          </a:lstStyle>
          <a:p>
            <a:pPr lvl="0"/>
            <a:r>
              <a:rPr lang="en-GB"/>
              <a:t>00</a:t>
            </a:r>
            <a:endParaRPr lang="en-SK"/>
          </a:p>
        </p:txBody>
      </p:sp>
      <p:sp>
        <p:nvSpPr>
          <p:cNvPr id="71" name="Text Placeholder 32">
            <a:extLst>
              <a:ext uri="{FF2B5EF4-FFF2-40B4-BE49-F238E27FC236}">
                <a16:creationId xmlns:a16="http://schemas.microsoft.com/office/drawing/2014/main" id="{7343B25D-C166-FE86-0643-516DD737A75A}"/>
              </a:ext>
            </a:extLst>
          </p:cNvPr>
          <p:cNvSpPr>
            <a:spLocks noGrp="1"/>
          </p:cNvSpPr>
          <p:nvPr>
            <p:ph type="body" sz="quarter" idx="96" hasCustomPrompt="1"/>
          </p:nvPr>
        </p:nvSpPr>
        <p:spPr>
          <a:xfrm>
            <a:off x="9548196" y="3444914"/>
            <a:ext cx="1800000" cy="1080000"/>
          </a:xfrm>
        </p:spPr>
        <p:txBody>
          <a:bodyPr lIns="36000" tIns="0" rIns="36000" bIns="36000">
            <a:noAutofit/>
          </a:bodyPr>
          <a:lstStyle>
            <a:lvl1pPr marL="0" indent="0" algn="r">
              <a:lnSpc>
                <a:spcPts val="13000"/>
              </a:lnSpc>
              <a:spcBef>
                <a:spcPts val="0"/>
              </a:spcBef>
              <a:defRPr sz="12000"/>
            </a:lvl1pPr>
          </a:lstStyle>
          <a:p>
            <a:pPr lvl="0"/>
            <a:r>
              <a:rPr lang="en-GB"/>
              <a:t>00</a:t>
            </a:r>
            <a:endParaRPr lang="en-SK"/>
          </a:p>
        </p:txBody>
      </p:sp>
      <p:sp>
        <p:nvSpPr>
          <p:cNvPr id="72" name="Text Placeholder 2">
            <a:extLst>
              <a:ext uri="{FF2B5EF4-FFF2-40B4-BE49-F238E27FC236}">
                <a16:creationId xmlns:a16="http://schemas.microsoft.com/office/drawing/2014/main" id="{184D85B7-7781-C949-DE00-09AF64BC8D9C}"/>
              </a:ext>
            </a:extLst>
          </p:cNvPr>
          <p:cNvSpPr>
            <a:spLocks noGrp="1"/>
          </p:cNvSpPr>
          <p:nvPr>
            <p:ph type="body" sz="quarter" idx="97"/>
          </p:nvPr>
        </p:nvSpPr>
        <p:spPr>
          <a:xfrm>
            <a:off x="810913" y="4479017"/>
            <a:ext cx="10524213" cy="360000"/>
          </a:xfrm>
          <a:prstGeom prst="rect">
            <a:avLst/>
          </a:prstGeom>
          <a:solidFill>
            <a:srgbClr val="F9FAFC"/>
          </a:solidFill>
          <a:effectLst>
            <a:innerShdw dist="12700" dir="16200000">
              <a:srgbClr val="13322B"/>
            </a:innerShdw>
          </a:effectLst>
        </p:spPr>
        <p:txBody>
          <a:bodyPr lIns="36000">
            <a:noAutofit/>
          </a:bodyPr>
          <a:lstStyle>
            <a:lvl1pPr>
              <a:lnSpc>
                <a:spcPct val="100000"/>
              </a:lnSpc>
              <a:defRPr sz="1100" b="0" i="0" spc="0">
                <a:solidFill>
                  <a:schemeClr val="bg1"/>
                </a:solidFill>
                <a:latin typeface="Arial" panose="020B0604020202020204" pitchFamily="34" charset="0"/>
                <a:cs typeface="Arial" panose="020B0604020202020204" pitchFamily="34" charset="0"/>
              </a:defRPr>
            </a:lvl1pPr>
          </a:lstStyle>
          <a:p>
            <a:pPr lvl="0"/>
            <a:endParaRPr lang="en-GB"/>
          </a:p>
        </p:txBody>
      </p:sp>
      <p:sp>
        <p:nvSpPr>
          <p:cNvPr id="73" name="Text Placeholder 64">
            <a:extLst>
              <a:ext uri="{FF2B5EF4-FFF2-40B4-BE49-F238E27FC236}">
                <a16:creationId xmlns:a16="http://schemas.microsoft.com/office/drawing/2014/main" id="{532F16E7-DF93-2E81-1B1D-C6F5247741CA}"/>
              </a:ext>
            </a:extLst>
          </p:cNvPr>
          <p:cNvSpPr>
            <a:spLocks noGrp="1"/>
          </p:cNvSpPr>
          <p:nvPr>
            <p:ph type="body" sz="quarter" idx="98" hasCustomPrompt="1"/>
          </p:nvPr>
        </p:nvSpPr>
        <p:spPr>
          <a:xfrm>
            <a:off x="827999" y="4002561"/>
            <a:ext cx="2531149" cy="407988"/>
          </a:xfrm>
        </p:spPr>
        <p:txBody>
          <a:bodyPr/>
          <a:lstStyle>
            <a:lvl1pPr>
              <a:defRPr>
                <a:latin typeface="+mn-lt"/>
              </a:defRPr>
            </a:lvl1pPr>
          </a:lstStyle>
          <a:p>
            <a:pPr marL="0" marR="0" lvl="0" indent="0" algn="l" defTabSz="914318"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edit text</a:t>
            </a:r>
            <a:endParaRPr lang="en-SK"/>
          </a:p>
        </p:txBody>
      </p:sp>
      <p:sp>
        <p:nvSpPr>
          <p:cNvPr id="75" name="Text Placeholder 64">
            <a:extLst>
              <a:ext uri="{FF2B5EF4-FFF2-40B4-BE49-F238E27FC236}">
                <a16:creationId xmlns:a16="http://schemas.microsoft.com/office/drawing/2014/main" id="{22B13960-CAA4-7D48-E752-469C68F5C71C}"/>
              </a:ext>
            </a:extLst>
          </p:cNvPr>
          <p:cNvSpPr>
            <a:spLocks noGrp="1"/>
          </p:cNvSpPr>
          <p:nvPr>
            <p:ph type="body" sz="quarter" idx="100" hasCustomPrompt="1"/>
          </p:nvPr>
        </p:nvSpPr>
        <p:spPr>
          <a:xfrm>
            <a:off x="6140463" y="4002125"/>
            <a:ext cx="2531149" cy="407988"/>
          </a:xfrm>
        </p:spPr>
        <p:txBody>
          <a:bodyPr/>
          <a:lstStyle>
            <a:lvl1pPr>
              <a:defRPr>
                <a:latin typeface="+mn-lt"/>
              </a:defRPr>
            </a:lvl1pPr>
          </a:lstStyle>
          <a:p>
            <a:pPr marL="0" marR="0" lvl="0" indent="0" algn="l" defTabSz="914318"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edit text</a:t>
            </a:r>
            <a:endParaRPr lang="en-SK"/>
          </a:p>
        </p:txBody>
      </p:sp>
      <p:sp>
        <p:nvSpPr>
          <p:cNvPr id="77" name="Text Placeholder 32">
            <a:extLst>
              <a:ext uri="{FF2B5EF4-FFF2-40B4-BE49-F238E27FC236}">
                <a16:creationId xmlns:a16="http://schemas.microsoft.com/office/drawing/2014/main" id="{8D16702A-D670-D68E-941E-790ECAAA6255}"/>
              </a:ext>
            </a:extLst>
          </p:cNvPr>
          <p:cNvSpPr>
            <a:spLocks noGrp="1"/>
          </p:cNvSpPr>
          <p:nvPr>
            <p:ph type="body" sz="quarter" idx="102" hasCustomPrompt="1"/>
          </p:nvPr>
        </p:nvSpPr>
        <p:spPr>
          <a:xfrm>
            <a:off x="4229682" y="4907589"/>
            <a:ext cx="1800000" cy="1080000"/>
          </a:xfrm>
        </p:spPr>
        <p:txBody>
          <a:bodyPr lIns="36000" tIns="0" rIns="36000" bIns="36000">
            <a:noAutofit/>
          </a:bodyPr>
          <a:lstStyle>
            <a:lvl1pPr marL="0" indent="0" algn="r">
              <a:lnSpc>
                <a:spcPts val="13000"/>
              </a:lnSpc>
              <a:spcBef>
                <a:spcPts val="0"/>
              </a:spcBef>
              <a:defRPr sz="12000"/>
            </a:lvl1pPr>
          </a:lstStyle>
          <a:p>
            <a:pPr lvl="0"/>
            <a:r>
              <a:rPr lang="en-GB"/>
              <a:t>00</a:t>
            </a:r>
            <a:endParaRPr lang="en-SK"/>
          </a:p>
        </p:txBody>
      </p:sp>
      <p:sp>
        <p:nvSpPr>
          <p:cNvPr id="78" name="Text Placeholder 32">
            <a:extLst>
              <a:ext uri="{FF2B5EF4-FFF2-40B4-BE49-F238E27FC236}">
                <a16:creationId xmlns:a16="http://schemas.microsoft.com/office/drawing/2014/main" id="{38A6FB31-CF33-5DA7-2E2E-ED9F7B0EFC22}"/>
              </a:ext>
            </a:extLst>
          </p:cNvPr>
          <p:cNvSpPr>
            <a:spLocks noGrp="1"/>
          </p:cNvSpPr>
          <p:nvPr>
            <p:ph type="body" sz="quarter" idx="103" hasCustomPrompt="1"/>
          </p:nvPr>
        </p:nvSpPr>
        <p:spPr>
          <a:xfrm>
            <a:off x="9548196" y="4907589"/>
            <a:ext cx="1800000" cy="1080000"/>
          </a:xfrm>
        </p:spPr>
        <p:txBody>
          <a:bodyPr lIns="36000" tIns="0" rIns="36000" bIns="36000">
            <a:noAutofit/>
          </a:bodyPr>
          <a:lstStyle>
            <a:lvl1pPr marL="0" indent="0" algn="r">
              <a:lnSpc>
                <a:spcPts val="13000"/>
              </a:lnSpc>
              <a:spcBef>
                <a:spcPts val="0"/>
              </a:spcBef>
              <a:defRPr sz="12000"/>
            </a:lvl1pPr>
          </a:lstStyle>
          <a:p>
            <a:pPr lvl="0"/>
            <a:r>
              <a:rPr lang="en-GB"/>
              <a:t>00</a:t>
            </a:r>
            <a:endParaRPr lang="en-SK"/>
          </a:p>
        </p:txBody>
      </p:sp>
      <p:sp>
        <p:nvSpPr>
          <p:cNvPr id="79" name="Text Placeholder 2">
            <a:extLst>
              <a:ext uri="{FF2B5EF4-FFF2-40B4-BE49-F238E27FC236}">
                <a16:creationId xmlns:a16="http://schemas.microsoft.com/office/drawing/2014/main" id="{B5F6DA17-BB03-3CFA-5476-189517D399F7}"/>
              </a:ext>
            </a:extLst>
          </p:cNvPr>
          <p:cNvSpPr>
            <a:spLocks noGrp="1"/>
          </p:cNvSpPr>
          <p:nvPr>
            <p:ph type="body" sz="quarter" idx="104"/>
          </p:nvPr>
        </p:nvSpPr>
        <p:spPr>
          <a:xfrm>
            <a:off x="810913" y="5941692"/>
            <a:ext cx="10524213" cy="360000"/>
          </a:xfrm>
          <a:prstGeom prst="rect">
            <a:avLst/>
          </a:prstGeom>
          <a:solidFill>
            <a:srgbClr val="F9FAFC"/>
          </a:solidFill>
          <a:effectLst>
            <a:innerShdw dist="12700" dir="16200000">
              <a:srgbClr val="13322B"/>
            </a:innerShdw>
          </a:effectLst>
        </p:spPr>
        <p:txBody>
          <a:bodyPr lIns="36000">
            <a:noAutofit/>
          </a:bodyPr>
          <a:lstStyle>
            <a:lvl1pPr>
              <a:lnSpc>
                <a:spcPct val="100000"/>
              </a:lnSpc>
              <a:defRPr sz="1100" b="0" i="0" spc="0">
                <a:solidFill>
                  <a:schemeClr val="bg1"/>
                </a:solidFill>
                <a:latin typeface="Arial" panose="020B0604020202020204" pitchFamily="34" charset="0"/>
                <a:cs typeface="Arial" panose="020B0604020202020204" pitchFamily="34" charset="0"/>
              </a:defRPr>
            </a:lvl1pPr>
          </a:lstStyle>
          <a:p>
            <a:pPr lvl="0"/>
            <a:endParaRPr lang="en-GB"/>
          </a:p>
        </p:txBody>
      </p:sp>
      <p:sp>
        <p:nvSpPr>
          <p:cNvPr id="82" name="Text Placeholder 64">
            <a:extLst>
              <a:ext uri="{FF2B5EF4-FFF2-40B4-BE49-F238E27FC236}">
                <a16:creationId xmlns:a16="http://schemas.microsoft.com/office/drawing/2014/main" id="{FB4A6F92-1BB1-586B-C350-3E0C2553CF0A}"/>
              </a:ext>
            </a:extLst>
          </p:cNvPr>
          <p:cNvSpPr>
            <a:spLocks noGrp="1"/>
          </p:cNvSpPr>
          <p:nvPr>
            <p:ph type="body" sz="quarter" idx="107" hasCustomPrompt="1"/>
          </p:nvPr>
        </p:nvSpPr>
        <p:spPr>
          <a:xfrm>
            <a:off x="6140463" y="5464800"/>
            <a:ext cx="2531149" cy="407988"/>
          </a:xfrm>
        </p:spPr>
        <p:txBody>
          <a:bodyPr/>
          <a:lstStyle>
            <a:lvl1pPr>
              <a:defRPr>
                <a:latin typeface="+mn-lt"/>
              </a:defRPr>
            </a:lvl1pPr>
          </a:lstStyle>
          <a:p>
            <a:pPr marL="0" marR="0" lvl="0" indent="0" algn="l" defTabSz="914318"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edit text</a:t>
            </a:r>
            <a:endParaRPr lang="en-SK"/>
          </a:p>
        </p:txBody>
      </p:sp>
      <p:sp>
        <p:nvSpPr>
          <p:cNvPr id="80" name="Text Placeholder 64">
            <a:extLst>
              <a:ext uri="{FF2B5EF4-FFF2-40B4-BE49-F238E27FC236}">
                <a16:creationId xmlns:a16="http://schemas.microsoft.com/office/drawing/2014/main" id="{2918AACD-3F10-B4C4-086F-F81917FB6BB3}"/>
              </a:ext>
            </a:extLst>
          </p:cNvPr>
          <p:cNvSpPr>
            <a:spLocks noGrp="1"/>
          </p:cNvSpPr>
          <p:nvPr>
            <p:ph type="body" sz="quarter" idx="105" hasCustomPrompt="1"/>
          </p:nvPr>
        </p:nvSpPr>
        <p:spPr>
          <a:xfrm>
            <a:off x="827999" y="5465236"/>
            <a:ext cx="2531149" cy="407988"/>
          </a:xfrm>
        </p:spPr>
        <p:txBody>
          <a:bodyPr/>
          <a:lstStyle>
            <a:lvl1pPr>
              <a:defRPr>
                <a:latin typeface="+mn-lt"/>
              </a:defRPr>
            </a:lvl1pPr>
          </a:lstStyle>
          <a:p>
            <a:pPr marL="0" marR="0" lvl="0" indent="0" algn="l" defTabSz="914318"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edit text</a:t>
            </a:r>
            <a:endParaRPr lang="en-SK"/>
          </a:p>
        </p:txBody>
      </p:sp>
      <p:sp>
        <p:nvSpPr>
          <p:cNvPr id="4" name="Text Placeholder 64">
            <a:extLst>
              <a:ext uri="{FF2B5EF4-FFF2-40B4-BE49-F238E27FC236}">
                <a16:creationId xmlns:a16="http://schemas.microsoft.com/office/drawing/2014/main" id="{C34C2B1C-DBA8-AC5D-5B3C-D9FF0FA826E5}"/>
              </a:ext>
            </a:extLst>
          </p:cNvPr>
          <p:cNvSpPr>
            <a:spLocks noGrp="1"/>
          </p:cNvSpPr>
          <p:nvPr>
            <p:ph type="body" sz="quarter" idx="109" hasCustomPrompt="1"/>
          </p:nvPr>
        </p:nvSpPr>
        <p:spPr>
          <a:xfrm>
            <a:off x="827999" y="2128494"/>
            <a:ext cx="2531149" cy="407988"/>
          </a:xfrm>
        </p:spPr>
        <p:txBody>
          <a:bodyPr/>
          <a:lstStyle>
            <a:lvl1pPr indent="0">
              <a:defRPr sz="1600" b="0" i="0" baseline="0">
                <a:solidFill>
                  <a:srgbClr val="00C08B"/>
                </a:solidFill>
                <a:latin typeface="+mn-lt"/>
              </a:defRPr>
            </a:lvl1pPr>
          </a:lstStyle>
          <a:p>
            <a:pPr marL="0" marR="0" lvl="0" indent="0" algn="l" defTabSz="914318"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edit text</a:t>
            </a:r>
            <a:endParaRPr lang="en-SK"/>
          </a:p>
        </p:txBody>
      </p:sp>
      <p:sp>
        <p:nvSpPr>
          <p:cNvPr id="5" name="Text Placeholder 64">
            <a:extLst>
              <a:ext uri="{FF2B5EF4-FFF2-40B4-BE49-F238E27FC236}">
                <a16:creationId xmlns:a16="http://schemas.microsoft.com/office/drawing/2014/main" id="{4B1748EC-5D38-DF47-431D-1B4278FF9A05}"/>
              </a:ext>
            </a:extLst>
          </p:cNvPr>
          <p:cNvSpPr>
            <a:spLocks noGrp="1"/>
          </p:cNvSpPr>
          <p:nvPr>
            <p:ph type="body" sz="quarter" idx="110" hasCustomPrompt="1"/>
          </p:nvPr>
        </p:nvSpPr>
        <p:spPr>
          <a:xfrm>
            <a:off x="6140463" y="2128494"/>
            <a:ext cx="2531149" cy="407988"/>
          </a:xfrm>
        </p:spPr>
        <p:txBody>
          <a:bodyPr/>
          <a:lstStyle>
            <a:lvl1pPr indent="0">
              <a:defRPr sz="1600" b="0" i="0" baseline="0">
                <a:solidFill>
                  <a:srgbClr val="00C08B"/>
                </a:solidFill>
                <a:latin typeface="+mn-lt"/>
              </a:defRPr>
            </a:lvl1pPr>
          </a:lstStyle>
          <a:p>
            <a:pPr marL="0" marR="0" lvl="0" indent="0" algn="l" defTabSz="914318"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edit text</a:t>
            </a:r>
            <a:endParaRPr lang="en-SK"/>
          </a:p>
        </p:txBody>
      </p:sp>
      <p:sp>
        <p:nvSpPr>
          <p:cNvPr id="8" name="Text Placeholder 64">
            <a:extLst>
              <a:ext uri="{FF2B5EF4-FFF2-40B4-BE49-F238E27FC236}">
                <a16:creationId xmlns:a16="http://schemas.microsoft.com/office/drawing/2014/main" id="{C8488BB6-0368-101C-7190-2534A3100A7F}"/>
              </a:ext>
            </a:extLst>
          </p:cNvPr>
          <p:cNvSpPr>
            <a:spLocks noGrp="1"/>
          </p:cNvSpPr>
          <p:nvPr>
            <p:ph type="body" sz="quarter" idx="111" hasCustomPrompt="1"/>
          </p:nvPr>
        </p:nvSpPr>
        <p:spPr>
          <a:xfrm>
            <a:off x="827999" y="3584110"/>
            <a:ext cx="2531149" cy="407988"/>
          </a:xfrm>
        </p:spPr>
        <p:txBody>
          <a:bodyPr/>
          <a:lstStyle>
            <a:lvl1pPr indent="0">
              <a:defRPr sz="1600" b="0" i="0" baseline="0">
                <a:solidFill>
                  <a:srgbClr val="00C08B"/>
                </a:solidFill>
                <a:latin typeface="+mn-lt"/>
              </a:defRPr>
            </a:lvl1pPr>
          </a:lstStyle>
          <a:p>
            <a:pPr marL="0" marR="0" lvl="0" indent="0" algn="l" defTabSz="914318"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edit text</a:t>
            </a:r>
            <a:endParaRPr lang="en-SK"/>
          </a:p>
        </p:txBody>
      </p:sp>
      <p:sp>
        <p:nvSpPr>
          <p:cNvPr id="9" name="Text Placeholder 64">
            <a:extLst>
              <a:ext uri="{FF2B5EF4-FFF2-40B4-BE49-F238E27FC236}">
                <a16:creationId xmlns:a16="http://schemas.microsoft.com/office/drawing/2014/main" id="{335307C7-3B4E-08DB-5315-3C4C4447A5A5}"/>
              </a:ext>
            </a:extLst>
          </p:cNvPr>
          <p:cNvSpPr>
            <a:spLocks noGrp="1"/>
          </p:cNvSpPr>
          <p:nvPr>
            <p:ph type="body" sz="quarter" idx="112" hasCustomPrompt="1"/>
          </p:nvPr>
        </p:nvSpPr>
        <p:spPr>
          <a:xfrm>
            <a:off x="6140463" y="3584110"/>
            <a:ext cx="2531149" cy="407988"/>
          </a:xfrm>
        </p:spPr>
        <p:txBody>
          <a:bodyPr/>
          <a:lstStyle>
            <a:lvl1pPr indent="0">
              <a:defRPr sz="1600" b="0" i="0" baseline="0">
                <a:solidFill>
                  <a:srgbClr val="00C08B"/>
                </a:solidFill>
                <a:latin typeface="+mn-lt"/>
              </a:defRPr>
            </a:lvl1pPr>
          </a:lstStyle>
          <a:p>
            <a:pPr marL="0" marR="0" lvl="0" indent="0" algn="l" defTabSz="914318"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edit text</a:t>
            </a:r>
            <a:endParaRPr lang="en-SK"/>
          </a:p>
        </p:txBody>
      </p:sp>
      <p:sp>
        <p:nvSpPr>
          <p:cNvPr id="10" name="Text Placeholder 64">
            <a:extLst>
              <a:ext uri="{FF2B5EF4-FFF2-40B4-BE49-F238E27FC236}">
                <a16:creationId xmlns:a16="http://schemas.microsoft.com/office/drawing/2014/main" id="{701AB360-E5E9-B479-27D5-B1DB566BC87C}"/>
              </a:ext>
            </a:extLst>
          </p:cNvPr>
          <p:cNvSpPr>
            <a:spLocks noGrp="1"/>
          </p:cNvSpPr>
          <p:nvPr>
            <p:ph type="body" sz="quarter" idx="113" hasCustomPrompt="1"/>
          </p:nvPr>
        </p:nvSpPr>
        <p:spPr>
          <a:xfrm>
            <a:off x="827999" y="5046736"/>
            <a:ext cx="2531149" cy="407988"/>
          </a:xfrm>
        </p:spPr>
        <p:txBody>
          <a:bodyPr/>
          <a:lstStyle>
            <a:lvl1pPr indent="0">
              <a:defRPr sz="1600" b="0" i="0" baseline="0">
                <a:solidFill>
                  <a:srgbClr val="00C08B"/>
                </a:solidFill>
                <a:latin typeface="+mn-lt"/>
              </a:defRPr>
            </a:lvl1pPr>
          </a:lstStyle>
          <a:p>
            <a:pPr marL="0" marR="0" lvl="0" indent="0" algn="l" defTabSz="914318"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edit text</a:t>
            </a:r>
            <a:endParaRPr lang="en-SK"/>
          </a:p>
        </p:txBody>
      </p:sp>
      <p:sp>
        <p:nvSpPr>
          <p:cNvPr id="11" name="Text Placeholder 64">
            <a:extLst>
              <a:ext uri="{FF2B5EF4-FFF2-40B4-BE49-F238E27FC236}">
                <a16:creationId xmlns:a16="http://schemas.microsoft.com/office/drawing/2014/main" id="{944059EE-5D27-0548-6C1D-671A79463B31}"/>
              </a:ext>
            </a:extLst>
          </p:cNvPr>
          <p:cNvSpPr>
            <a:spLocks noGrp="1"/>
          </p:cNvSpPr>
          <p:nvPr>
            <p:ph type="body" sz="quarter" idx="114" hasCustomPrompt="1"/>
          </p:nvPr>
        </p:nvSpPr>
        <p:spPr>
          <a:xfrm>
            <a:off x="6140463" y="5046736"/>
            <a:ext cx="2531149" cy="407988"/>
          </a:xfrm>
        </p:spPr>
        <p:txBody>
          <a:bodyPr/>
          <a:lstStyle>
            <a:lvl1pPr indent="0">
              <a:defRPr sz="1600" b="0" i="0" baseline="0">
                <a:solidFill>
                  <a:srgbClr val="00C08B"/>
                </a:solidFill>
                <a:latin typeface="+mn-lt"/>
              </a:defRPr>
            </a:lvl1pPr>
          </a:lstStyle>
          <a:p>
            <a:pPr marL="0" marR="0" lvl="0" indent="0" algn="l" defTabSz="914318"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edit text</a:t>
            </a:r>
            <a:endParaRPr lang="en-SK"/>
          </a:p>
        </p:txBody>
      </p:sp>
      <p:sp>
        <p:nvSpPr>
          <p:cNvPr id="12" name="Text Placeholder 64">
            <a:extLst>
              <a:ext uri="{FF2B5EF4-FFF2-40B4-BE49-F238E27FC236}">
                <a16:creationId xmlns:a16="http://schemas.microsoft.com/office/drawing/2014/main" id="{E033F303-913A-F351-2306-AD1E1383269A}"/>
              </a:ext>
            </a:extLst>
          </p:cNvPr>
          <p:cNvSpPr>
            <a:spLocks noGrp="1"/>
          </p:cNvSpPr>
          <p:nvPr>
            <p:ph type="body" sz="quarter" idx="115" hasCustomPrompt="1"/>
          </p:nvPr>
        </p:nvSpPr>
        <p:spPr>
          <a:xfrm>
            <a:off x="828000" y="288000"/>
            <a:ext cx="7843612" cy="360000"/>
          </a:xfrm>
        </p:spPr>
        <p:txBody>
          <a:bodyPr anchor="ctr" anchorCtr="0"/>
          <a:lstStyle>
            <a:lvl1pPr>
              <a:defRPr b="1" i="1" baseline="0">
                <a:latin typeface="+mn-lt"/>
              </a:defRPr>
            </a:lvl1pPr>
          </a:lstStyle>
          <a:p>
            <a:pPr marL="0" marR="0" lvl="0" indent="0" algn="l" defTabSz="914318"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presentation title</a:t>
            </a:r>
            <a:endParaRPr lang="en-SK"/>
          </a:p>
        </p:txBody>
      </p:sp>
    </p:spTree>
    <p:extLst>
      <p:ext uri="{BB962C8B-B14F-4D97-AF65-F5344CB8AC3E}">
        <p14:creationId xmlns:p14="http://schemas.microsoft.com/office/powerpoint/2010/main" val="2437202974"/>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lain_layout_A">
    <p:bg>
      <p:bgPr>
        <a:solidFill>
          <a:srgbClr val="F9FAFC"/>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3A1855A-516A-5C49-B928-6AF5FE9E4D56}"/>
              </a:ext>
            </a:extLst>
          </p:cNvPr>
          <p:cNvSpPr>
            <a:spLocks noGrp="1"/>
          </p:cNvSpPr>
          <p:nvPr>
            <p:ph type="title"/>
          </p:nvPr>
        </p:nvSpPr>
        <p:spPr/>
        <p:txBody>
          <a:bodyPr/>
          <a:lstStyle/>
          <a:p>
            <a:r>
              <a:rPr lang="en-GB"/>
              <a:t>Click to edit Master title</a:t>
            </a:r>
            <a:endParaRPr lang="en-SK"/>
          </a:p>
        </p:txBody>
      </p:sp>
      <p:sp>
        <p:nvSpPr>
          <p:cNvPr id="4" name="Text Placeholder 64">
            <a:extLst>
              <a:ext uri="{FF2B5EF4-FFF2-40B4-BE49-F238E27FC236}">
                <a16:creationId xmlns:a16="http://schemas.microsoft.com/office/drawing/2014/main" id="{28E50093-4830-42FF-47E6-3DAE7307951A}"/>
              </a:ext>
            </a:extLst>
          </p:cNvPr>
          <p:cNvSpPr>
            <a:spLocks noGrp="1"/>
          </p:cNvSpPr>
          <p:nvPr>
            <p:ph type="body" sz="quarter" idx="115" hasCustomPrompt="1"/>
          </p:nvPr>
        </p:nvSpPr>
        <p:spPr>
          <a:xfrm>
            <a:off x="828000" y="288000"/>
            <a:ext cx="7843612" cy="360000"/>
          </a:xfrm>
        </p:spPr>
        <p:txBody>
          <a:bodyPr anchor="ctr" anchorCtr="0"/>
          <a:lstStyle>
            <a:lvl1pPr>
              <a:defRPr b="1" i="1" baseline="0">
                <a:latin typeface="+mn-lt"/>
              </a:defRPr>
            </a:lvl1pPr>
          </a:lstStyle>
          <a:p>
            <a:pPr marL="0" marR="0" lvl="0" indent="0" algn="l" defTabSz="914318"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presentation title</a:t>
            </a:r>
            <a:endParaRPr lang="en-SK"/>
          </a:p>
        </p:txBody>
      </p:sp>
    </p:spTree>
    <p:extLst>
      <p:ext uri="{BB962C8B-B14F-4D97-AF65-F5344CB8AC3E}">
        <p14:creationId xmlns:p14="http://schemas.microsoft.com/office/powerpoint/2010/main" val="1518980376"/>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General_A">
    <p:bg>
      <p:bgPr>
        <a:solidFill>
          <a:srgbClr val="F9FAFC"/>
        </a:solidFill>
        <a:effectLst/>
      </p:bgPr>
    </p:bg>
    <p:spTree>
      <p:nvGrpSpPr>
        <p:cNvPr id="1" name=""/>
        <p:cNvGrpSpPr/>
        <p:nvPr/>
      </p:nvGrpSpPr>
      <p:grpSpPr>
        <a:xfrm>
          <a:off x="0" y="0"/>
          <a:ext cx="0" cy="0"/>
          <a:chOff x="0" y="0"/>
          <a:chExt cx="0" cy="0"/>
        </a:xfrm>
      </p:grpSpPr>
      <p:sp>
        <p:nvSpPr>
          <p:cNvPr id="76" name="Text Placeholder 75">
            <a:extLst>
              <a:ext uri="{FF2B5EF4-FFF2-40B4-BE49-F238E27FC236}">
                <a16:creationId xmlns:a16="http://schemas.microsoft.com/office/drawing/2014/main" id="{4223731F-0D99-E7B5-9949-75290F5B3C88}"/>
              </a:ext>
            </a:extLst>
          </p:cNvPr>
          <p:cNvSpPr>
            <a:spLocks noGrp="1"/>
          </p:cNvSpPr>
          <p:nvPr>
            <p:ph type="body" sz="quarter" idx="34" hasCustomPrompt="1"/>
          </p:nvPr>
        </p:nvSpPr>
        <p:spPr>
          <a:xfrm>
            <a:off x="828000" y="1980000"/>
            <a:ext cx="3863063" cy="612000"/>
          </a:xfrm>
        </p:spPr>
        <p:txBody>
          <a:bodyPr lIns="36000" tIns="36000" rIns="36000" bIns="36000">
            <a:noAutofit/>
          </a:bodyPr>
          <a:lstStyle>
            <a:lvl1pPr>
              <a:lnSpc>
                <a:spcPct val="100000"/>
              </a:lnSpc>
              <a:defRPr sz="1600" b="0" i="0">
                <a:solidFill>
                  <a:srgbClr val="00C08B"/>
                </a:solidFill>
                <a:latin typeface="Arial" panose="020B0604020202020204" pitchFamily="34" charset="0"/>
                <a:cs typeface="Arial" panose="020B0604020202020204" pitchFamily="34" charset="0"/>
              </a:defRPr>
            </a:lvl1pPr>
          </a:lstStyle>
          <a:p>
            <a:pPr lvl="0"/>
            <a:r>
              <a:rPr lang="en-GB"/>
              <a:t>Subtitle – Click to edit text</a:t>
            </a:r>
          </a:p>
        </p:txBody>
      </p:sp>
      <p:sp>
        <p:nvSpPr>
          <p:cNvPr id="79" name="Text Placeholder 7">
            <a:extLst>
              <a:ext uri="{FF2B5EF4-FFF2-40B4-BE49-F238E27FC236}">
                <a16:creationId xmlns:a16="http://schemas.microsoft.com/office/drawing/2014/main" id="{76389A12-03B2-DEB3-A539-87D2C170FA28}"/>
              </a:ext>
            </a:extLst>
          </p:cNvPr>
          <p:cNvSpPr>
            <a:spLocks noGrp="1"/>
          </p:cNvSpPr>
          <p:nvPr>
            <p:ph type="body" sz="quarter" idx="47" hasCustomPrompt="1"/>
          </p:nvPr>
        </p:nvSpPr>
        <p:spPr>
          <a:xfrm>
            <a:off x="828000" y="2880000"/>
            <a:ext cx="3863063" cy="3348000"/>
          </a:xfrm>
        </p:spPr>
        <p:txBody>
          <a:bodyPr lIns="36000" tIns="36000" rIns="36000" bIns="36000">
            <a:noAutofit/>
          </a:bodyPr>
          <a:lstStyle>
            <a:lvl3pPr>
              <a:lnSpc>
                <a:spcPct val="100000"/>
              </a:lnSpc>
              <a:defRPr sz="1600" b="0" i="0">
                <a:solidFill>
                  <a:schemeClr val="tx1"/>
                </a:solidFill>
                <a:latin typeface="Arial" panose="020B0604020202020204" pitchFamily="34" charset="0"/>
                <a:cs typeface="Arial" panose="020B0604020202020204" pitchFamily="34" charset="0"/>
              </a:defRPr>
            </a:lvl3pPr>
          </a:lstStyle>
          <a:p>
            <a:pPr marL="9525" marR="0" lvl="2" indent="0" algn="l" defTabSz="914318" rtl="0" eaLnBrk="1" fontAlgn="auto" latinLnBrk="0" hangingPunct="1">
              <a:lnSpc>
                <a:spcPct val="100000"/>
              </a:lnSpc>
              <a:spcBef>
                <a:spcPts val="499"/>
              </a:spcBef>
              <a:spcAft>
                <a:spcPts val="0"/>
              </a:spcAft>
              <a:buClrTx/>
              <a:buSzTx/>
              <a:buFont typeface="Arial" panose="020B0604020202020204" pitchFamily="34" charset="0"/>
              <a:buNone/>
              <a:tabLst/>
              <a:defRPr/>
            </a:pPr>
            <a:r>
              <a:rPr lang="en-GB"/>
              <a:t>Click to edit text</a:t>
            </a:r>
          </a:p>
        </p:txBody>
      </p:sp>
      <p:sp>
        <p:nvSpPr>
          <p:cNvPr id="3" name="Text Placeholder 14">
            <a:extLst>
              <a:ext uri="{FF2B5EF4-FFF2-40B4-BE49-F238E27FC236}">
                <a16:creationId xmlns:a16="http://schemas.microsoft.com/office/drawing/2014/main" id="{1EEA1117-4E0E-E456-583E-A7BE2AC6449C}"/>
              </a:ext>
            </a:extLst>
          </p:cNvPr>
          <p:cNvSpPr>
            <a:spLocks noGrp="1"/>
          </p:cNvSpPr>
          <p:nvPr>
            <p:ph type="body" sz="quarter" idx="55" hasCustomPrompt="1"/>
          </p:nvPr>
        </p:nvSpPr>
        <p:spPr>
          <a:xfrm>
            <a:off x="6132513" y="2880000"/>
            <a:ext cx="2540000" cy="3348000"/>
          </a:xfrm>
        </p:spPr>
        <p:txBody>
          <a:bodyPr lIns="36000" tIns="36000" rIns="36000" bIns="36000">
            <a:noAutofit/>
          </a:bodyPr>
          <a:lstStyle>
            <a:lvl2pPr>
              <a:lnSpc>
                <a:spcPct val="100000"/>
              </a:lnSpc>
              <a:defRPr sz="1100" b="0" i="0">
                <a:latin typeface="Arial" panose="020B0604020202020204" pitchFamily="34" charset="0"/>
                <a:cs typeface="Arial" panose="020B0604020202020204" pitchFamily="34" charset="0"/>
              </a:defRPr>
            </a:lvl2pPr>
          </a:lstStyle>
          <a:p>
            <a:pPr lvl="1"/>
            <a:r>
              <a:rPr lang="en-GB"/>
              <a:t>Click to edit text</a:t>
            </a:r>
          </a:p>
        </p:txBody>
      </p:sp>
      <p:sp>
        <p:nvSpPr>
          <p:cNvPr id="5" name="Text Placeholder 14">
            <a:extLst>
              <a:ext uri="{FF2B5EF4-FFF2-40B4-BE49-F238E27FC236}">
                <a16:creationId xmlns:a16="http://schemas.microsoft.com/office/drawing/2014/main" id="{2B2AAEEF-209A-B448-7102-F3C2F294A2A7}"/>
              </a:ext>
            </a:extLst>
          </p:cNvPr>
          <p:cNvSpPr>
            <a:spLocks noGrp="1"/>
          </p:cNvSpPr>
          <p:nvPr>
            <p:ph type="body" sz="quarter" idx="56" hasCustomPrompt="1"/>
          </p:nvPr>
        </p:nvSpPr>
        <p:spPr>
          <a:xfrm>
            <a:off x="8813800" y="2880000"/>
            <a:ext cx="2540000" cy="3348000"/>
          </a:xfrm>
        </p:spPr>
        <p:txBody>
          <a:bodyPr lIns="36000" tIns="36000" rIns="36000" bIns="36000">
            <a:noAutofit/>
          </a:bodyPr>
          <a:lstStyle>
            <a:lvl2pPr>
              <a:lnSpc>
                <a:spcPct val="100000"/>
              </a:lnSpc>
              <a:defRPr sz="1100" b="0" i="0">
                <a:latin typeface="Arial" panose="020B0604020202020204" pitchFamily="34" charset="0"/>
                <a:cs typeface="Arial" panose="020B0604020202020204" pitchFamily="34" charset="0"/>
              </a:defRPr>
            </a:lvl2pPr>
          </a:lstStyle>
          <a:p>
            <a:pPr lvl="1"/>
            <a:r>
              <a:rPr lang="en-GB"/>
              <a:t>Click to edit text</a:t>
            </a:r>
          </a:p>
        </p:txBody>
      </p:sp>
      <p:sp>
        <p:nvSpPr>
          <p:cNvPr id="8" name="Title 7">
            <a:extLst>
              <a:ext uri="{FF2B5EF4-FFF2-40B4-BE49-F238E27FC236}">
                <a16:creationId xmlns:a16="http://schemas.microsoft.com/office/drawing/2014/main" id="{7157B3DE-ABEF-D503-0F63-9E6E1BA66A3E}"/>
              </a:ext>
            </a:extLst>
          </p:cNvPr>
          <p:cNvSpPr>
            <a:spLocks noGrp="1"/>
          </p:cNvSpPr>
          <p:nvPr>
            <p:ph type="title"/>
          </p:nvPr>
        </p:nvSpPr>
        <p:spPr>
          <a:xfrm>
            <a:off x="828000" y="1008000"/>
            <a:ext cx="3863063" cy="972000"/>
          </a:xfrm>
        </p:spPr>
        <p:txBody>
          <a:bodyPr/>
          <a:lstStyle/>
          <a:p>
            <a:r>
              <a:rPr lang="en-GB"/>
              <a:t>Click to edit Master title</a:t>
            </a:r>
            <a:endParaRPr lang="en-SK"/>
          </a:p>
        </p:txBody>
      </p:sp>
      <p:sp>
        <p:nvSpPr>
          <p:cNvPr id="2" name="Text Placeholder 64">
            <a:extLst>
              <a:ext uri="{FF2B5EF4-FFF2-40B4-BE49-F238E27FC236}">
                <a16:creationId xmlns:a16="http://schemas.microsoft.com/office/drawing/2014/main" id="{1C2E4E3D-2DEC-A9D4-F614-DDAD379EE024}"/>
              </a:ext>
            </a:extLst>
          </p:cNvPr>
          <p:cNvSpPr>
            <a:spLocks noGrp="1"/>
          </p:cNvSpPr>
          <p:nvPr>
            <p:ph type="body" sz="quarter" idx="115" hasCustomPrompt="1"/>
          </p:nvPr>
        </p:nvSpPr>
        <p:spPr>
          <a:xfrm>
            <a:off x="828000" y="288000"/>
            <a:ext cx="7843612" cy="360000"/>
          </a:xfrm>
        </p:spPr>
        <p:txBody>
          <a:bodyPr anchor="ctr" anchorCtr="0"/>
          <a:lstStyle>
            <a:lvl1pPr>
              <a:defRPr b="1" i="1" baseline="0">
                <a:latin typeface="+mn-lt"/>
              </a:defRPr>
            </a:lvl1pPr>
          </a:lstStyle>
          <a:p>
            <a:pPr marL="0" marR="0" lvl="0" indent="0" algn="l" defTabSz="914318"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presentation title</a:t>
            </a:r>
            <a:endParaRPr lang="en-SK"/>
          </a:p>
        </p:txBody>
      </p:sp>
    </p:spTree>
    <p:extLst>
      <p:ext uri="{BB962C8B-B14F-4D97-AF65-F5344CB8AC3E}">
        <p14:creationId xmlns:p14="http://schemas.microsoft.com/office/powerpoint/2010/main" val="33958210"/>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General_B">
    <p:bg>
      <p:bgPr>
        <a:solidFill>
          <a:srgbClr val="F9FAFC"/>
        </a:solidFill>
        <a:effectLst/>
      </p:bgPr>
    </p:bg>
    <p:spTree>
      <p:nvGrpSpPr>
        <p:cNvPr id="1" name=""/>
        <p:cNvGrpSpPr/>
        <p:nvPr/>
      </p:nvGrpSpPr>
      <p:grpSpPr>
        <a:xfrm>
          <a:off x="0" y="0"/>
          <a:ext cx="0" cy="0"/>
          <a:chOff x="0" y="0"/>
          <a:chExt cx="0" cy="0"/>
        </a:xfrm>
      </p:grpSpPr>
      <p:sp>
        <p:nvSpPr>
          <p:cNvPr id="76" name="Text Placeholder 75">
            <a:extLst>
              <a:ext uri="{FF2B5EF4-FFF2-40B4-BE49-F238E27FC236}">
                <a16:creationId xmlns:a16="http://schemas.microsoft.com/office/drawing/2014/main" id="{4223731F-0D99-E7B5-9949-75290F5B3C88}"/>
              </a:ext>
            </a:extLst>
          </p:cNvPr>
          <p:cNvSpPr>
            <a:spLocks noGrp="1"/>
          </p:cNvSpPr>
          <p:nvPr>
            <p:ph type="body" sz="quarter" idx="34" hasCustomPrompt="1"/>
          </p:nvPr>
        </p:nvSpPr>
        <p:spPr>
          <a:xfrm>
            <a:off x="828000" y="1980000"/>
            <a:ext cx="3863063" cy="612000"/>
          </a:xfrm>
        </p:spPr>
        <p:txBody>
          <a:bodyPr lIns="36000" tIns="36000" rIns="36000" bIns="36000">
            <a:noAutofit/>
          </a:bodyPr>
          <a:lstStyle>
            <a:lvl1pPr>
              <a:lnSpc>
                <a:spcPct val="100000"/>
              </a:lnSpc>
              <a:defRPr sz="1600" b="0" i="0">
                <a:solidFill>
                  <a:srgbClr val="00C08B"/>
                </a:solidFill>
                <a:latin typeface="Arial" panose="020B0604020202020204" pitchFamily="34" charset="0"/>
                <a:cs typeface="Arial" panose="020B0604020202020204" pitchFamily="34" charset="0"/>
              </a:defRPr>
            </a:lvl1pPr>
          </a:lstStyle>
          <a:p>
            <a:pPr lvl="0"/>
            <a:r>
              <a:rPr lang="en-GB"/>
              <a:t>Subtitle – Click to edit text</a:t>
            </a:r>
          </a:p>
        </p:txBody>
      </p:sp>
      <p:sp>
        <p:nvSpPr>
          <p:cNvPr id="79" name="Text Placeholder 7">
            <a:extLst>
              <a:ext uri="{FF2B5EF4-FFF2-40B4-BE49-F238E27FC236}">
                <a16:creationId xmlns:a16="http://schemas.microsoft.com/office/drawing/2014/main" id="{76389A12-03B2-DEB3-A539-87D2C170FA28}"/>
              </a:ext>
            </a:extLst>
          </p:cNvPr>
          <p:cNvSpPr>
            <a:spLocks noGrp="1"/>
          </p:cNvSpPr>
          <p:nvPr>
            <p:ph type="body" sz="quarter" idx="47" hasCustomPrompt="1"/>
          </p:nvPr>
        </p:nvSpPr>
        <p:spPr>
          <a:xfrm>
            <a:off x="828000" y="2880000"/>
            <a:ext cx="3863063" cy="3348000"/>
          </a:xfrm>
        </p:spPr>
        <p:txBody>
          <a:bodyPr lIns="36000" tIns="36000" rIns="36000" bIns="36000">
            <a:noAutofit/>
          </a:bodyPr>
          <a:lstStyle>
            <a:lvl1pPr>
              <a:defRPr sz="1600"/>
            </a:lvl1pPr>
            <a:lvl3pPr>
              <a:lnSpc>
                <a:spcPct val="100000"/>
              </a:lnSpc>
              <a:defRPr sz="1600" b="0" i="0">
                <a:solidFill>
                  <a:schemeClr val="tx1"/>
                </a:solidFill>
                <a:latin typeface="Arial" panose="020B0604020202020204" pitchFamily="34" charset="0"/>
                <a:cs typeface="Arial" panose="020B0604020202020204" pitchFamily="34" charset="0"/>
              </a:defRPr>
            </a:lvl3pPr>
          </a:lstStyle>
          <a:p>
            <a:pPr lvl="0"/>
            <a:r>
              <a:rPr lang="en-GB"/>
              <a:t>Click to edit text</a:t>
            </a:r>
          </a:p>
        </p:txBody>
      </p:sp>
      <p:sp>
        <p:nvSpPr>
          <p:cNvPr id="3" name="Picture Placeholder 33">
            <a:extLst>
              <a:ext uri="{FF2B5EF4-FFF2-40B4-BE49-F238E27FC236}">
                <a16:creationId xmlns:a16="http://schemas.microsoft.com/office/drawing/2014/main" id="{C46A2756-1810-7C75-2F9B-8C13B107B731}"/>
              </a:ext>
            </a:extLst>
          </p:cNvPr>
          <p:cNvSpPr>
            <a:spLocks noGrp="1"/>
          </p:cNvSpPr>
          <p:nvPr>
            <p:ph type="pic" sz="quarter" idx="45"/>
          </p:nvPr>
        </p:nvSpPr>
        <p:spPr>
          <a:xfrm>
            <a:off x="8813482" y="3681413"/>
            <a:ext cx="2538731" cy="2559601"/>
          </a:xfrm>
          <a:prstGeom prst="roundRect">
            <a:avLst>
              <a:gd name="adj" fmla="val 7648"/>
            </a:avLst>
          </a:prstGeom>
        </p:spPr>
        <p:txBody>
          <a:bodyPr lIns="36000" tIns="36000" rIns="36000" bIns="720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picture</a:t>
            </a:r>
            <a:endParaRPr lang="en-SK"/>
          </a:p>
        </p:txBody>
      </p:sp>
      <p:sp>
        <p:nvSpPr>
          <p:cNvPr id="5" name="Picture Placeholder 33">
            <a:extLst>
              <a:ext uri="{FF2B5EF4-FFF2-40B4-BE49-F238E27FC236}">
                <a16:creationId xmlns:a16="http://schemas.microsoft.com/office/drawing/2014/main" id="{A1057D73-6F2F-7897-2393-825DA6CB2069}"/>
              </a:ext>
            </a:extLst>
          </p:cNvPr>
          <p:cNvSpPr>
            <a:spLocks noGrp="1"/>
          </p:cNvSpPr>
          <p:nvPr>
            <p:ph type="pic" sz="quarter" idx="48"/>
          </p:nvPr>
        </p:nvSpPr>
        <p:spPr>
          <a:xfrm>
            <a:off x="6148940" y="3681413"/>
            <a:ext cx="2538731" cy="2559601"/>
          </a:xfrm>
          <a:prstGeom prst="roundRect">
            <a:avLst>
              <a:gd name="adj" fmla="val 7648"/>
            </a:avLst>
          </a:prstGeom>
        </p:spPr>
        <p:txBody>
          <a:bodyPr lIns="36000" tIns="36000" rIns="36000" bIns="720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picture</a:t>
            </a:r>
            <a:endParaRPr lang="en-SK"/>
          </a:p>
        </p:txBody>
      </p:sp>
      <p:sp>
        <p:nvSpPr>
          <p:cNvPr id="15" name="Text Placeholder 14">
            <a:extLst>
              <a:ext uri="{FF2B5EF4-FFF2-40B4-BE49-F238E27FC236}">
                <a16:creationId xmlns:a16="http://schemas.microsoft.com/office/drawing/2014/main" id="{540379DD-1198-1C93-ED25-F317AB5A08B5}"/>
              </a:ext>
            </a:extLst>
          </p:cNvPr>
          <p:cNvSpPr>
            <a:spLocks noGrp="1"/>
          </p:cNvSpPr>
          <p:nvPr>
            <p:ph type="body" sz="quarter" idx="50" hasCustomPrompt="1"/>
          </p:nvPr>
        </p:nvSpPr>
        <p:spPr>
          <a:xfrm>
            <a:off x="6148388" y="1025525"/>
            <a:ext cx="2540000" cy="419817"/>
          </a:xfrm>
        </p:spPr>
        <p:txBody>
          <a:bodyPr lIns="36000" tIns="36000" rIns="36000" bIns="36000">
            <a:noAutofit/>
          </a:bodyPr>
          <a:lstStyle>
            <a:lvl2pPr>
              <a:lnSpc>
                <a:spcPct val="100000"/>
              </a:lnSpc>
              <a:defRPr sz="1100" b="1" i="0">
                <a:latin typeface="Arial" panose="020B0604020202020204" pitchFamily="34" charset="0"/>
                <a:cs typeface="Arial" panose="020B0604020202020204" pitchFamily="34" charset="0"/>
              </a:defRPr>
            </a:lvl2pPr>
          </a:lstStyle>
          <a:p>
            <a:pPr lvl="1"/>
            <a:r>
              <a:rPr lang="en-GB"/>
              <a:t>Small headline – Click to edit text</a:t>
            </a:r>
          </a:p>
        </p:txBody>
      </p:sp>
      <p:sp>
        <p:nvSpPr>
          <p:cNvPr id="18" name="Text Placeholder 14">
            <a:extLst>
              <a:ext uri="{FF2B5EF4-FFF2-40B4-BE49-F238E27FC236}">
                <a16:creationId xmlns:a16="http://schemas.microsoft.com/office/drawing/2014/main" id="{F2BA0245-F733-00F8-A377-A4EA538AE4FE}"/>
              </a:ext>
            </a:extLst>
          </p:cNvPr>
          <p:cNvSpPr>
            <a:spLocks noGrp="1"/>
          </p:cNvSpPr>
          <p:nvPr>
            <p:ph type="body" sz="quarter" idx="51" hasCustomPrompt="1"/>
          </p:nvPr>
        </p:nvSpPr>
        <p:spPr>
          <a:xfrm>
            <a:off x="8803098" y="1025525"/>
            <a:ext cx="2540000" cy="419817"/>
          </a:xfrm>
        </p:spPr>
        <p:txBody>
          <a:bodyPr lIns="36000" tIns="36000" rIns="36000" bIns="36000">
            <a:noAutofit/>
          </a:bodyPr>
          <a:lstStyle>
            <a:lvl2pPr>
              <a:lnSpc>
                <a:spcPct val="100000"/>
              </a:lnSpc>
              <a:defRPr sz="1100" b="1" i="0">
                <a:latin typeface="Arial" panose="020B0604020202020204" pitchFamily="34" charset="0"/>
                <a:cs typeface="Arial" panose="020B0604020202020204" pitchFamily="34" charset="0"/>
              </a:defRPr>
            </a:lvl2pPr>
          </a:lstStyle>
          <a:p>
            <a:pPr lvl="1"/>
            <a:r>
              <a:rPr lang="en-GB"/>
              <a:t>Small headline – Click to edit text</a:t>
            </a:r>
          </a:p>
        </p:txBody>
      </p:sp>
      <p:sp>
        <p:nvSpPr>
          <p:cNvPr id="4" name="Text Placeholder 14">
            <a:extLst>
              <a:ext uri="{FF2B5EF4-FFF2-40B4-BE49-F238E27FC236}">
                <a16:creationId xmlns:a16="http://schemas.microsoft.com/office/drawing/2014/main" id="{73BC625C-9C0B-6A87-EDEC-6B3DEAC3806C}"/>
              </a:ext>
            </a:extLst>
          </p:cNvPr>
          <p:cNvSpPr>
            <a:spLocks noGrp="1"/>
          </p:cNvSpPr>
          <p:nvPr>
            <p:ph type="body" sz="quarter" idx="55" hasCustomPrompt="1"/>
          </p:nvPr>
        </p:nvSpPr>
        <p:spPr>
          <a:xfrm>
            <a:off x="6148387" y="1692000"/>
            <a:ext cx="2540001" cy="1881463"/>
          </a:xfrm>
        </p:spPr>
        <p:txBody>
          <a:bodyPr lIns="36000" tIns="36000" rIns="36000" bIns="36000">
            <a:noAutofit/>
          </a:bodyPr>
          <a:lstStyle>
            <a:lvl2pPr>
              <a:lnSpc>
                <a:spcPct val="100000"/>
              </a:lnSpc>
              <a:defRPr sz="1100" b="0" i="0">
                <a:latin typeface="Arial" panose="020B0604020202020204" pitchFamily="34" charset="0"/>
                <a:cs typeface="Arial" panose="020B0604020202020204" pitchFamily="34" charset="0"/>
              </a:defRPr>
            </a:lvl2pPr>
          </a:lstStyle>
          <a:p>
            <a:pPr lvl="1"/>
            <a:r>
              <a:rPr lang="en-GB"/>
              <a:t>Click to edit text</a:t>
            </a:r>
          </a:p>
        </p:txBody>
      </p:sp>
      <p:sp>
        <p:nvSpPr>
          <p:cNvPr id="8" name="Text Placeholder 14">
            <a:extLst>
              <a:ext uri="{FF2B5EF4-FFF2-40B4-BE49-F238E27FC236}">
                <a16:creationId xmlns:a16="http://schemas.microsoft.com/office/drawing/2014/main" id="{403D2B88-928D-48CA-83AB-342942E31FF2}"/>
              </a:ext>
            </a:extLst>
          </p:cNvPr>
          <p:cNvSpPr>
            <a:spLocks noGrp="1"/>
          </p:cNvSpPr>
          <p:nvPr>
            <p:ph type="body" sz="quarter" idx="56" hasCustomPrompt="1"/>
          </p:nvPr>
        </p:nvSpPr>
        <p:spPr>
          <a:xfrm>
            <a:off x="8813482" y="1692000"/>
            <a:ext cx="2540000" cy="1881463"/>
          </a:xfrm>
        </p:spPr>
        <p:txBody>
          <a:bodyPr lIns="36000" tIns="36000" rIns="36000" bIns="36000">
            <a:noAutofit/>
          </a:bodyPr>
          <a:lstStyle>
            <a:lvl2pPr>
              <a:lnSpc>
                <a:spcPct val="100000"/>
              </a:lnSpc>
              <a:defRPr sz="1100" b="0" i="0">
                <a:latin typeface="Arial" panose="020B0604020202020204" pitchFamily="34" charset="0"/>
                <a:cs typeface="Arial" panose="020B0604020202020204" pitchFamily="34" charset="0"/>
              </a:defRPr>
            </a:lvl2pPr>
          </a:lstStyle>
          <a:p>
            <a:pPr lvl="1"/>
            <a:r>
              <a:rPr lang="en-GB"/>
              <a:t>Click to edit text</a:t>
            </a:r>
          </a:p>
        </p:txBody>
      </p:sp>
      <p:sp>
        <p:nvSpPr>
          <p:cNvPr id="7" name="Title 6">
            <a:extLst>
              <a:ext uri="{FF2B5EF4-FFF2-40B4-BE49-F238E27FC236}">
                <a16:creationId xmlns:a16="http://schemas.microsoft.com/office/drawing/2014/main" id="{E08D59F1-4EAA-129B-698B-091447C79361}"/>
              </a:ext>
            </a:extLst>
          </p:cNvPr>
          <p:cNvSpPr>
            <a:spLocks noGrp="1"/>
          </p:cNvSpPr>
          <p:nvPr>
            <p:ph type="title"/>
          </p:nvPr>
        </p:nvSpPr>
        <p:spPr>
          <a:xfrm>
            <a:off x="828000" y="1008000"/>
            <a:ext cx="3863063" cy="972000"/>
          </a:xfrm>
        </p:spPr>
        <p:txBody>
          <a:bodyPr/>
          <a:lstStyle/>
          <a:p>
            <a:r>
              <a:rPr lang="en-GB"/>
              <a:t>Click to edit Master title</a:t>
            </a:r>
            <a:endParaRPr lang="en-SK"/>
          </a:p>
        </p:txBody>
      </p:sp>
      <p:sp>
        <p:nvSpPr>
          <p:cNvPr id="2" name="Text Placeholder 64">
            <a:extLst>
              <a:ext uri="{FF2B5EF4-FFF2-40B4-BE49-F238E27FC236}">
                <a16:creationId xmlns:a16="http://schemas.microsoft.com/office/drawing/2014/main" id="{BBBFEDFC-3DF4-6B34-596B-928A9FA4C05E}"/>
              </a:ext>
            </a:extLst>
          </p:cNvPr>
          <p:cNvSpPr>
            <a:spLocks noGrp="1"/>
          </p:cNvSpPr>
          <p:nvPr>
            <p:ph type="body" sz="quarter" idx="115" hasCustomPrompt="1"/>
          </p:nvPr>
        </p:nvSpPr>
        <p:spPr>
          <a:xfrm>
            <a:off x="828000" y="288000"/>
            <a:ext cx="7843612" cy="360000"/>
          </a:xfrm>
        </p:spPr>
        <p:txBody>
          <a:bodyPr anchor="ctr" anchorCtr="0"/>
          <a:lstStyle>
            <a:lvl1pPr>
              <a:defRPr b="1" i="1" baseline="0">
                <a:latin typeface="+mn-lt"/>
              </a:defRPr>
            </a:lvl1pPr>
          </a:lstStyle>
          <a:p>
            <a:pPr marL="0" marR="0" lvl="0" indent="0" algn="l" defTabSz="914318"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presentation title</a:t>
            </a:r>
            <a:endParaRPr lang="en-SK"/>
          </a:p>
        </p:txBody>
      </p:sp>
    </p:spTree>
    <p:extLst>
      <p:ext uri="{BB962C8B-B14F-4D97-AF65-F5344CB8AC3E}">
        <p14:creationId xmlns:p14="http://schemas.microsoft.com/office/powerpoint/2010/main" val="2318812857"/>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General_C">
    <p:bg>
      <p:bgPr>
        <a:solidFill>
          <a:srgbClr val="F9FAFC"/>
        </a:solidFill>
        <a:effectLst/>
      </p:bgPr>
    </p:bg>
    <p:spTree>
      <p:nvGrpSpPr>
        <p:cNvPr id="1" name=""/>
        <p:cNvGrpSpPr/>
        <p:nvPr/>
      </p:nvGrpSpPr>
      <p:grpSpPr>
        <a:xfrm>
          <a:off x="0" y="0"/>
          <a:ext cx="0" cy="0"/>
          <a:chOff x="0" y="0"/>
          <a:chExt cx="0" cy="0"/>
        </a:xfrm>
      </p:grpSpPr>
      <p:sp>
        <p:nvSpPr>
          <p:cNvPr id="76" name="Text Placeholder 75">
            <a:extLst>
              <a:ext uri="{FF2B5EF4-FFF2-40B4-BE49-F238E27FC236}">
                <a16:creationId xmlns:a16="http://schemas.microsoft.com/office/drawing/2014/main" id="{4223731F-0D99-E7B5-9949-75290F5B3C88}"/>
              </a:ext>
            </a:extLst>
          </p:cNvPr>
          <p:cNvSpPr>
            <a:spLocks noGrp="1"/>
          </p:cNvSpPr>
          <p:nvPr>
            <p:ph type="body" sz="quarter" idx="34" hasCustomPrompt="1"/>
          </p:nvPr>
        </p:nvSpPr>
        <p:spPr>
          <a:xfrm>
            <a:off x="828000" y="1980000"/>
            <a:ext cx="3863063" cy="612000"/>
          </a:xfrm>
        </p:spPr>
        <p:txBody>
          <a:bodyPr lIns="36000" tIns="36000" rIns="36000" bIns="36000">
            <a:noAutofit/>
          </a:bodyPr>
          <a:lstStyle>
            <a:lvl1pPr>
              <a:lnSpc>
                <a:spcPct val="100000"/>
              </a:lnSpc>
              <a:defRPr sz="1600" b="0" i="0">
                <a:solidFill>
                  <a:srgbClr val="00C08B"/>
                </a:solidFill>
                <a:latin typeface="Arial" panose="020B0604020202020204" pitchFamily="34" charset="0"/>
                <a:cs typeface="Arial" panose="020B0604020202020204" pitchFamily="34" charset="0"/>
              </a:defRPr>
            </a:lvl1pPr>
          </a:lstStyle>
          <a:p>
            <a:pPr lvl="0"/>
            <a:r>
              <a:rPr lang="en-GB"/>
              <a:t>Subtitle – Click to edit text</a:t>
            </a:r>
          </a:p>
        </p:txBody>
      </p:sp>
      <p:sp>
        <p:nvSpPr>
          <p:cNvPr id="79" name="Text Placeholder 7">
            <a:extLst>
              <a:ext uri="{FF2B5EF4-FFF2-40B4-BE49-F238E27FC236}">
                <a16:creationId xmlns:a16="http://schemas.microsoft.com/office/drawing/2014/main" id="{76389A12-03B2-DEB3-A539-87D2C170FA28}"/>
              </a:ext>
            </a:extLst>
          </p:cNvPr>
          <p:cNvSpPr>
            <a:spLocks noGrp="1"/>
          </p:cNvSpPr>
          <p:nvPr>
            <p:ph type="body" sz="quarter" idx="47" hasCustomPrompt="1"/>
          </p:nvPr>
        </p:nvSpPr>
        <p:spPr>
          <a:xfrm>
            <a:off x="828000" y="2880000"/>
            <a:ext cx="3863063" cy="3348000"/>
          </a:xfrm>
        </p:spPr>
        <p:txBody>
          <a:bodyPr lIns="36000" tIns="36000" rIns="36000" bIns="36000">
            <a:noAutofit/>
          </a:bodyPr>
          <a:lstStyle>
            <a:lvl1pPr>
              <a:defRPr sz="1600"/>
            </a:lvl1pPr>
            <a:lvl3pPr>
              <a:lnSpc>
                <a:spcPct val="100000"/>
              </a:lnSpc>
              <a:defRPr sz="1600" b="0" i="0">
                <a:solidFill>
                  <a:schemeClr val="tx1"/>
                </a:solidFill>
                <a:latin typeface="Arial" panose="020B0604020202020204" pitchFamily="34" charset="0"/>
                <a:cs typeface="Arial" panose="020B0604020202020204" pitchFamily="34" charset="0"/>
              </a:defRPr>
            </a:lvl3pPr>
          </a:lstStyle>
          <a:p>
            <a:pPr lvl="0"/>
            <a:r>
              <a:rPr lang="en-GB"/>
              <a:t>Click to edit text</a:t>
            </a:r>
          </a:p>
        </p:txBody>
      </p:sp>
      <p:sp>
        <p:nvSpPr>
          <p:cNvPr id="5" name="Picture Placeholder 33">
            <a:extLst>
              <a:ext uri="{FF2B5EF4-FFF2-40B4-BE49-F238E27FC236}">
                <a16:creationId xmlns:a16="http://schemas.microsoft.com/office/drawing/2014/main" id="{A1057D73-6F2F-7897-2393-825DA6CB2069}"/>
              </a:ext>
            </a:extLst>
          </p:cNvPr>
          <p:cNvSpPr>
            <a:spLocks noGrp="1"/>
          </p:cNvSpPr>
          <p:nvPr>
            <p:ph type="pic" sz="quarter" idx="48"/>
          </p:nvPr>
        </p:nvSpPr>
        <p:spPr>
          <a:xfrm>
            <a:off x="8796339" y="1016000"/>
            <a:ext cx="2555874" cy="5221288"/>
          </a:xfrm>
          <a:prstGeom prst="roundRect">
            <a:avLst>
              <a:gd name="adj" fmla="val 7648"/>
            </a:avLst>
          </a:prstGeom>
        </p:spPr>
        <p:txBody>
          <a:bodyPr lIns="36000" tIns="36000" rIns="36000" bIns="2160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picture</a:t>
            </a:r>
            <a:endParaRPr lang="en-SK"/>
          </a:p>
        </p:txBody>
      </p:sp>
      <p:sp>
        <p:nvSpPr>
          <p:cNvPr id="6" name="Text Placeholder 4">
            <a:extLst>
              <a:ext uri="{FF2B5EF4-FFF2-40B4-BE49-F238E27FC236}">
                <a16:creationId xmlns:a16="http://schemas.microsoft.com/office/drawing/2014/main" id="{92578673-6909-5B1A-7506-A4521605812B}"/>
              </a:ext>
            </a:extLst>
          </p:cNvPr>
          <p:cNvSpPr>
            <a:spLocks noGrp="1"/>
          </p:cNvSpPr>
          <p:nvPr>
            <p:ph idx="35" hasCustomPrompt="1"/>
          </p:nvPr>
        </p:nvSpPr>
        <p:spPr>
          <a:xfrm>
            <a:off x="6153082" y="1692000"/>
            <a:ext cx="2520000" cy="4536000"/>
          </a:xfrm>
          <a:prstGeom prst="rect">
            <a:avLst/>
          </a:prstGeom>
        </p:spPr>
        <p:txBody>
          <a:bodyPr vert="horz" lIns="36000" tIns="36000" rIns="36000" bIns="36000" rtlCol="0">
            <a:noAutofit/>
          </a:bodyPr>
          <a:lstStyle>
            <a:lvl5pPr marL="9525" indent="0">
              <a:lnSpc>
                <a:spcPct val="100000"/>
              </a:lnSpc>
              <a:buNone/>
              <a:defRPr sz="900" b="0" i="0">
                <a:latin typeface="Arial" panose="020B0604020202020204" pitchFamily="34" charset="0"/>
                <a:cs typeface="Arial" panose="020B0604020202020204" pitchFamily="34" charset="0"/>
              </a:defRPr>
            </a:lvl5pPr>
          </a:lstStyle>
          <a:p>
            <a:pPr lvl="0"/>
            <a:r>
              <a:rPr lang="en-GB"/>
              <a:t>Click to edit text</a:t>
            </a:r>
          </a:p>
        </p:txBody>
      </p:sp>
      <p:sp>
        <p:nvSpPr>
          <p:cNvPr id="15" name="Text Placeholder 14">
            <a:extLst>
              <a:ext uri="{FF2B5EF4-FFF2-40B4-BE49-F238E27FC236}">
                <a16:creationId xmlns:a16="http://schemas.microsoft.com/office/drawing/2014/main" id="{540379DD-1198-1C93-ED25-F317AB5A08B5}"/>
              </a:ext>
            </a:extLst>
          </p:cNvPr>
          <p:cNvSpPr>
            <a:spLocks noGrp="1"/>
          </p:cNvSpPr>
          <p:nvPr>
            <p:ph type="body" sz="quarter" idx="50" hasCustomPrompt="1"/>
          </p:nvPr>
        </p:nvSpPr>
        <p:spPr>
          <a:xfrm>
            <a:off x="6148388" y="1025524"/>
            <a:ext cx="2520000" cy="432000"/>
          </a:xfrm>
        </p:spPr>
        <p:txBody>
          <a:bodyPr lIns="36000" tIns="36000" rIns="36000" bIns="36000">
            <a:noAutofit/>
          </a:bodyPr>
          <a:lstStyle>
            <a:lvl2pPr>
              <a:lnSpc>
                <a:spcPct val="100000"/>
              </a:lnSpc>
              <a:defRPr b="1" i="0">
                <a:latin typeface="Arial" panose="020B0604020202020204" pitchFamily="34" charset="0"/>
                <a:cs typeface="Arial" panose="020B0604020202020204" pitchFamily="34" charset="0"/>
              </a:defRPr>
            </a:lvl2pPr>
          </a:lstStyle>
          <a:p>
            <a:pPr lvl="1"/>
            <a:r>
              <a:rPr lang="en-GB"/>
              <a:t>Small headline – Click to edit text</a:t>
            </a:r>
          </a:p>
        </p:txBody>
      </p:sp>
      <p:sp>
        <p:nvSpPr>
          <p:cNvPr id="4" name="Title 3">
            <a:extLst>
              <a:ext uri="{FF2B5EF4-FFF2-40B4-BE49-F238E27FC236}">
                <a16:creationId xmlns:a16="http://schemas.microsoft.com/office/drawing/2014/main" id="{35EF1DB4-EEB2-2A59-5151-DAD6EBD204E0}"/>
              </a:ext>
            </a:extLst>
          </p:cNvPr>
          <p:cNvSpPr>
            <a:spLocks noGrp="1"/>
          </p:cNvSpPr>
          <p:nvPr>
            <p:ph type="title"/>
          </p:nvPr>
        </p:nvSpPr>
        <p:spPr>
          <a:xfrm>
            <a:off x="828000" y="1008000"/>
            <a:ext cx="3863063" cy="972000"/>
          </a:xfrm>
        </p:spPr>
        <p:txBody>
          <a:bodyPr/>
          <a:lstStyle/>
          <a:p>
            <a:r>
              <a:rPr lang="en-GB"/>
              <a:t>Click to edit Master title</a:t>
            </a:r>
            <a:endParaRPr lang="en-SK"/>
          </a:p>
        </p:txBody>
      </p:sp>
      <p:sp>
        <p:nvSpPr>
          <p:cNvPr id="2" name="Text Placeholder 64">
            <a:extLst>
              <a:ext uri="{FF2B5EF4-FFF2-40B4-BE49-F238E27FC236}">
                <a16:creationId xmlns:a16="http://schemas.microsoft.com/office/drawing/2014/main" id="{9A26DC23-CC8C-0F30-CAAC-E397B84C6BC2}"/>
              </a:ext>
            </a:extLst>
          </p:cNvPr>
          <p:cNvSpPr>
            <a:spLocks noGrp="1"/>
          </p:cNvSpPr>
          <p:nvPr>
            <p:ph type="body" sz="quarter" idx="115" hasCustomPrompt="1"/>
          </p:nvPr>
        </p:nvSpPr>
        <p:spPr>
          <a:xfrm>
            <a:off x="828000" y="288000"/>
            <a:ext cx="7843612" cy="360000"/>
          </a:xfrm>
        </p:spPr>
        <p:txBody>
          <a:bodyPr anchor="ctr" anchorCtr="0"/>
          <a:lstStyle>
            <a:lvl1pPr>
              <a:defRPr b="1" i="1" baseline="0">
                <a:latin typeface="+mn-lt"/>
              </a:defRPr>
            </a:lvl1pPr>
          </a:lstStyle>
          <a:p>
            <a:pPr marL="0" marR="0" lvl="0" indent="0" algn="l" defTabSz="914318"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presentation title</a:t>
            </a:r>
            <a:endParaRPr lang="en-SK"/>
          </a:p>
        </p:txBody>
      </p:sp>
    </p:spTree>
    <p:extLst>
      <p:ext uri="{BB962C8B-B14F-4D97-AF65-F5344CB8AC3E}">
        <p14:creationId xmlns:p14="http://schemas.microsoft.com/office/powerpoint/2010/main" val="2113859458"/>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lements_A">
    <p:bg>
      <p:bgPr>
        <a:solidFill>
          <a:srgbClr val="F9FAFC"/>
        </a:solidFill>
        <a:effectLst/>
      </p:bgPr>
    </p:bg>
    <p:spTree>
      <p:nvGrpSpPr>
        <p:cNvPr id="1" name=""/>
        <p:cNvGrpSpPr/>
        <p:nvPr/>
      </p:nvGrpSpPr>
      <p:grpSpPr>
        <a:xfrm>
          <a:off x="0" y="0"/>
          <a:ext cx="0" cy="0"/>
          <a:chOff x="0" y="0"/>
          <a:chExt cx="0" cy="0"/>
        </a:xfrm>
      </p:grpSpPr>
      <p:sp>
        <p:nvSpPr>
          <p:cNvPr id="34" name="Picture Placeholder 33">
            <a:extLst>
              <a:ext uri="{FF2B5EF4-FFF2-40B4-BE49-F238E27FC236}">
                <a16:creationId xmlns:a16="http://schemas.microsoft.com/office/drawing/2014/main" id="{56E39EC6-6542-2CEE-9B18-B9C806B3CF94}"/>
              </a:ext>
            </a:extLst>
          </p:cNvPr>
          <p:cNvSpPr>
            <a:spLocks noGrp="1"/>
          </p:cNvSpPr>
          <p:nvPr>
            <p:ph type="pic" sz="quarter" idx="45"/>
          </p:nvPr>
        </p:nvSpPr>
        <p:spPr>
          <a:xfrm>
            <a:off x="6132514" y="1016000"/>
            <a:ext cx="2555874" cy="5212000"/>
          </a:xfrm>
          <a:prstGeom prst="roundRect">
            <a:avLst>
              <a:gd name="adj" fmla="val 7648"/>
            </a:avLst>
          </a:prstGeom>
        </p:spPr>
        <p:txBody>
          <a:bodyPr lIns="36000" tIns="36000" rIns="36000" bIns="2160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picture</a:t>
            </a:r>
            <a:endParaRPr lang="en-SK"/>
          </a:p>
        </p:txBody>
      </p:sp>
      <p:sp>
        <p:nvSpPr>
          <p:cNvPr id="19" name="Rounded Rectangle 18">
            <a:extLst>
              <a:ext uri="{FF2B5EF4-FFF2-40B4-BE49-F238E27FC236}">
                <a16:creationId xmlns:a16="http://schemas.microsoft.com/office/drawing/2014/main" id="{517EB98A-1203-7493-D7E7-A3C3ADFC0DBD}"/>
              </a:ext>
            </a:extLst>
          </p:cNvPr>
          <p:cNvSpPr/>
          <p:nvPr userDrawn="1"/>
        </p:nvSpPr>
        <p:spPr>
          <a:xfrm>
            <a:off x="8796337" y="1016000"/>
            <a:ext cx="2555875" cy="5212000"/>
          </a:xfrm>
          <a:prstGeom prst="roundRect">
            <a:avLst>
              <a:gd name="adj" fmla="val 8629"/>
            </a:avLst>
          </a:prstGeom>
          <a:solidFill>
            <a:srgbClr val="33FF9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t">
            <a:noAutofit/>
          </a:bodyPr>
          <a:lstStyle/>
          <a:p>
            <a:pPr algn="l">
              <a:lnSpc>
                <a:spcPct val="100000"/>
              </a:lnSpc>
              <a:spcBef>
                <a:spcPts val="1000"/>
              </a:spcBef>
            </a:pPr>
            <a:endParaRPr lang="en-SK" sz="1400" err="1">
              <a:solidFill>
                <a:schemeClr val="tx1"/>
              </a:solidFill>
              <a:latin typeface="Arial" panose="020B0604020202020204" pitchFamily="34" charset="0"/>
              <a:cs typeface="Arial" panose="020B0604020202020204" pitchFamily="34" charset="0"/>
            </a:endParaRPr>
          </a:p>
        </p:txBody>
      </p:sp>
      <p:sp>
        <p:nvSpPr>
          <p:cNvPr id="26" name="Text Placeholder 16">
            <a:extLst>
              <a:ext uri="{FF2B5EF4-FFF2-40B4-BE49-F238E27FC236}">
                <a16:creationId xmlns:a16="http://schemas.microsoft.com/office/drawing/2014/main" id="{09538B01-D5E5-308F-7843-F93983DBCD43}"/>
              </a:ext>
            </a:extLst>
          </p:cNvPr>
          <p:cNvSpPr>
            <a:spLocks noGrp="1"/>
          </p:cNvSpPr>
          <p:nvPr>
            <p:ph type="body" sz="quarter" idx="35" hasCustomPrompt="1"/>
          </p:nvPr>
        </p:nvSpPr>
        <p:spPr>
          <a:xfrm>
            <a:off x="9036248" y="2212258"/>
            <a:ext cx="2101290" cy="3706761"/>
          </a:xfrm>
        </p:spPr>
        <p:txBody>
          <a:bodyPr lIns="36000" tIns="36000" rIns="36000" bIns="36000">
            <a:noAutofit/>
          </a:bodyPr>
          <a:lstStyle>
            <a:lvl1pPr marL="9525" indent="0">
              <a:lnSpc>
                <a:spcPct val="100000"/>
              </a:lnSpc>
              <a:tabLst/>
              <a:defRPr b="0" i="0">
                <a:latin typeface="Arial" panose="020B0604020202020204" pitchFamily="34" charset="0"/>
                <a:cs typeface="Arial" panose="020B0604020202020204" pitchFamily="34" charset="0"/>
              </a:defRPr>
            </a:lvl1pPr>
          </a:lstStyle>
          <a:p>
            <a:pPr lvl="0"/>
            <a:r>
              <a:rPr lang="en-GB"/>
              <a:t>Click to edit text</a:t>
            </a:r>
          </a:p>
        </p:txBody>
      </p:sp>
      <p:sp>
        <p:nvSpPr>
          <p:cNvPr id="33" name="Text Placeholder 75">
            <a:extLst>
              <a:ext uri="{FF2B5EF4-FFF2-40B4-BE49-F238E27FC236}">
                <a16:creationId xmlns:a16="http://schemas.microsoft.com/office/drawing/2014/main" id="{C845E4AE-592F-172E-40C2-06AEEB843C62}"/>
              </a:ext>
            </a:extLst>
          </p:cNvPr>
          <p:cNvSpPr>
            <a:spLocks noGrp="1"/>
          </p:cNvSpPr>
          <p:nvPr>
            <p:ph type="body" sz="quarter" idx="46" hasCustomPrompt="1"/>
          </p:nvPr>
        </p:nvSpPr>
        <p:spPr>
          <a:xfrm>
            <a:off x="9036248" y="1272690"/>
            <a:ext cx="2101290" cy="621312"/>
          </a:xfrm>
        </p:spPr>
        <p:txBody>
          <a:bodyPr lIns="36000" tIns="36000" rIns="36000" bIns="36000">
            <a:noAutofit/>
          </a:bodyPr>
          <a:lstStyle>
            <a:lvl1pPr>
              <a:lnSpc>
                <a:spcPct val="100000"/>
              </a:lnSpc>
              <a:defRPr sz="1600" b="1" i="0" baseline="0">
                <a:solidFill>
                  <a:schemeClr val="tx1"/>
                </a:solidFill>
                <a:latin typeface="Arial" panose="020B0604020202020204" pitchFamily="34" charset="0"/>
                <a:cs typeface="Arial" panose="020B0604020202020204" pitchFamily="34" charset="0"/>
              </a:defRPr>
            </a:lvl1pPr>
          </a:lstStyle>
          <a:p>
            <a:pPr lvl="0"/>
            <a:r>
              <a:rPr lang="en-GB"/>
              <a:t>Click to edit text</a:t>
            </a:r>
          </a:p>
        </p:txBody>
      </p:sp>
      <p:sp>
        <p:nvSpPr>
          <p:cNvPr id="38" name="Text Placeholder 75">
            <a:extLst>
              <a:ext uri="{FF2B5EF4-FFF2-40B4-BE49-F238E27FC236}">
                <a16:creationId xmlns:a16="http://schemas.microsoft.com/office/drawing/2014/main" id="{CDB13250-AC4C-1392-B6BC-73B5C7D27E2D}"/>
              </a:ext>
            </a:extLst>
          </p:cNvPr>
          <p:cNvSpPr>
            <a:spLocks noGrp="1"/>
          </p:cNvSpPr>
          <p:nvPr>
            <p:ph type="body" sz="quarter" idx="34" hasCustomPrompt="1"/>
          </p:nvPr>
        </p:nvSpPr>
        <p:spPr>
          <a:xfrm>
            <a:off x="828000" y="1980000"/>
            <a:ext cx="3863063" cy="612000"/>
          </a:xfrm>
        </p:spPr>
        <p:txBody>
          <a:bodyPr lIns="36000" tIns="36000" rIns="36000" bIns="36000">
            <a:noAutofit/>
          </a:bodyPr>
          <a:lstStyle>
            <a:lvl1pPr>
              <a:lnSpc>
                <a:spcPct val="100000"/>
              </a:lnSpc>
              <a:defRPr sz="1600" b="0" i="0">
                <a:solidFill>
                  <a:srgbClr val="00C08B"/>
                </a:solidFill>
                <a:latin typeface="Arial" panose="020B0604020202020204" pitchFamily="34" charset="0"/>
                <a:cs typeface="Arial" panose="020B0604020202020204" pitchFamily="34" charset="0"/>
              </a:defRPr>
            </a:lvl1pPr>
          </a:lstStyle>
          <a:p>
            <a:pPr lvl="0"/>
            <a:r>
              <a:rPr lang="en-GB"/>
              <a:t>Subtitle – Click to edit text</a:t>
            </a:r>
          </a:p>
        </p:txBody>
      </p:sp>
      <p:sp>
        <p:nvSpPr>
          <p:cNvPr id="42" name="Text Placeholder 7">
            <a:extLst>
              <a:ext uri="{FF2B5EF4-FFF2-40B4-BE49-F238E27FC236}">
                <a16:creationId xmlns:a16="http://schemas.microsoft.com/office/drawing/2014/main" id="{AEF943F3-C59D-3537-1B14-3116485AECB7}"/>
              </a:ext>
            </a:extLst>
          </p:cNvPr>
          <p:cNvSpPr>
            <a:spLocks noGrp="1"/>
          </p:cNvSpPr>
          <p:nvPr>
            <p:ph type="body" sz="quarter" idx="47" hasCustomPrompt="1"/>
          </p:nvPr>
        </p:nvSpPr>
        <p:spPr>
          <a:xfrm>
            <a:off x="828000" y="2880000"/>
            <a:ext cx="3863063" cy="3348000"/>
          </a:xfrm>
        </p:spPr>
        <p:txBody>
          <a:bodyPr lIns="36000" tIns="36000" rIns="36000" bIns="36000">
            <a:noAutofit/>
          </a:bodyPr>
          <a:lstStyle>
            <a:lvl1pPr>
              <a:lnSpc>
                <a:spcPct val="100000"/>
              </a:lnSpc>
              <a:defRPr sz="1600"/>
            </a:lvl1pPr>
            <a:lvl3pPr>
              <a:lnSpc>
                <a:spcPts val="1700"/>
              </a:lnSpc>
              <a:defRPr sz="1600" b="0" i="0">
                <a:solidFill>
                  <a:schemeClr val="tx1"/>
                </a:solidFill>
                <a:latin typeface="Arial" panose="020B0604020202020204" pitchFamily="34" charset="0"/>
                <a:cs typeface="Arial" panose="020B0604020202020204" pitchFamily="34" charset="0"/>
              </a:defRPr>
            </a:lvl3pPr>
          </a:lstStyle>
          <a:p>
            <a:pPr lvl="0"/>
            <a:r>
              <a:rPr lang="en-GB"/>
              <a:t>Click to edit text</a:t>
            </a:r>
          </a:p>
        </p:txBody>
      </p:sp>
      <p:sp>
        <p:nvSpPr>
          <p:cNvPr id="3" name="Title 2">
            <a:extLst>
              <a:ext uri="{FF2B5EF4-FFF2-40B4-BE49-F238E27FC236}">
                <a16:creationId xmlns:a16="http://schemas.microsoft.com/office/drawing/2014/main" id="{902F1C40-8F89-E209-2A42-54EAC816AF4C}"/>
              </a:ext>
            </a:extLst>
          </p:cNvPr>
          <p:cNvSpPr>
            <a:spLocks noGrp="1"/>
          </p:cNvSpPr>
          <p:nvPr>
            <p:ph type="title"/>
          </p:nvPr>
        </p:nvSpPr>
        <p:spPr>
          <a:xfrm>
            <a:off x="828000" y="1008000"/>
            <a:ext cx="3863063" cy="972000"/>
          </a:xfrm>
        </p:spPr>
        <p:txBody>
          <a:bodyPr/>
          <a:lstStyle/>
          <a:p>
            <a:r>
              <a:rPr lang="en-GB"/>
              <a:t>Click to edit Master title</a:t>
            </a:r>
            <a:endParaRPr lang="en-SK"/>
          </a:p>
        </p:txBody>
      </p:sp>
      <p:sp>
        <p:nvSpPr>
          <p:cNvPr id="2" name="Text Placeholder 64">
            <a:extLst>
              <a:ext uri="{FF2B5EF4-FFF2-40B4-BE49-F238E27FC236}">
                <a16:creationId xmlns:a16="http://schemas.microsoft.com/office/drawing/2014/main" id="{A968ED70-C3DE-330B-83D4-105BEED66301}"/>
              </a:ext>
            </a:extLst>
          </p:cNvPr>
          <p:cNvSpPr>
            <a:spLocks noGrp="1"/>
          </p:cNvSpPr>
          <p:nvPr>
            <p:ph type="body" sz="quarter" idx="115" hasCustomPrompt="1"/>
          </p:nvPr>
        </p:nvSpPr>
        <p:spPr>
          <a:xfrm>
            <a:off x="828000" y="288000"/>
            <a:ext cx="7843612" cy="360000"/>
          </a:xfrm>
        </p:spPr>
        <p:txBody>
          <a:bodyPr anchor="ctr" anchorCtr="0"/>
          <a:lstStyle>
            <a:lvl1pPr>
              <a:defRPr b="1" i="1" baseline="0">
                <a:latin typeface="+mn-lt"/>
              </a:defRPr>
            </a:lvl1pPr>
          </a:lstStyle>
          <a:p>
            <a:pPr marL="0" marR="0" lvl="0" indent="0" algn="l" defTabSz="914318"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presentation title</a:t>
            </a:r>
            <a:endParaRPr lang="en-SK"/>
          </a:p>
        </p:txBody>
      </p:sp>
    </p:spTree>
    <p:extLst>
      <p:ext uri="{BB962C8B-B14F-4D97-AF65-F5344CB8AC3E}">
        <p14:creationId xmlns:p14="http://schemas.microsoft.com/office/powerpoint/2010/main" val="1309563307"/>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lements_B">
    <p:bg>
      <p:bgPr>
        <a:solidFill>
          <a:srgbClr val="F9FAFC"/>
        </a:solidFill>
        <a:effectLst/>
      </p:bgPr>
    </p:bg>
    <p:spTree>
      <p:nvGrpSpPr>
        <p:cNvPr id="1" name=""/>
        <p:cNvGrpSpPr/>
        <p:nvPr/>
      </p:nvGrpSpPr>
      <p:grpSpPr>
        <a:xfrm>
          <a:off x="0" y="0"/>
          <a:ext cx="0" cy="0"/>
          <a:chOff x="0" y="0"/>
          <a:chExt cx="0" cy="0"/>
        </a:xfrm>
      </p:grpSpPr>
      <p:sp>
        <p:nvSpPr>
          <p:cNvPr id="34" name="Picture Placeholder 33">
            <a:extLst>
              <a:ext uri="{FF2B5EF4-FFF2-40B4-BE49-F238E27FC236}">
                <a16:creationId xmlns:a16="http://schemas.microsoft.com/office/drawing/2014/main" id="{56E39EC6-6542-2CEE-9B18-B9C806B3CF94}"/>
              </a:ext>
            </a:extLst>
          </p:cNvPr>
          <p:cNvSpPr>
            <a:spLocks noGrp="1"/>
          </p:cNvSpPr>
          <p:nvPr>
            <p:ph type="pic" sz="quarter" idx="45"/>
          </p:nvPr>
        </p:nvSpPr>
        <p:spPr>
          <a:xfrm>
            <a:off x="8796337" y="1016000"/>
            <a:ext cx="2555875" cy="5212000"/>
          </a:xfrm>
          <a:prstGeom prst="roundRect">
            <a:avLst>
              <a:gd name="adj" fmla="val 7648"/>
            </a:avLst>
          </a:prstGeom>
        </p:spPr>
        <p:txBody>
          <a:bodyPr lIns="36000" tIns="36000" rIns="36000" bIns="2160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picture</a:t>
            </a:r>
            <a:endParaRPr lang="en-SK"/>
          </a:p>
        </p:txBody>
      </p:sp>
      <p:sp>
        <p:nvSpPr>
          <p:cNvPr id="6" name="Text Placeholder 75">
            <a:extLst>
              <a:ext uri="{FF2B5EF4-FFF2-40B4-BE49-F238E27FC236}">
                <a16:creationId xmlns:a16="http://schemas.microsoft.com/office/drawing/2014/main" id="{732E2DCB-3E5B-2E6B-EB3F-3AC6F7C005E0}"/>
              </a:ext>
            </a:extLst>
          </p:cNvPr>
          <p:cNvSpPr>
            <a:spLocks noGrp="1"/>
          </p:cNvSpPr>
          <p:nvPr>
            <p:ph type="body" sz="quarter" idx="34" hasCustomPrompt="1"/>
          </p:nvPr>
        </p:nvSpPr>
        <p:spPr>
          <a:xfrm>
            <a:off x="828000" y="2016000"/>
            <a:ext cx="3863063" cy="540000"/>
          </a:xfrm>
        </p:spPr>
        <p:txBody>
          <a:bodyPr lIns="36000" tIns="36000" rIns="36000">
            <a:noAutofit/>
          </a:bodyPr>
          <a:lstStyle>
            <a:lvl1pPr>
              <a:lnSpc>
                <a:spcPct val="100000"/>
              </a:lnSpc>
              <a:defRPr sz="1600" b="0" i="0">
                <a:solidFill>
                  <a:srgbClr val="00C08B"/>
                </a:solidFill>
                <a:latin typeface="Arial" panose="020B0604020202020204" pitchFamily="34" charset="0"/>
                <a:cs typeface="Arial" panose="020B0604020202020204" pitchFamily="34" charset="0"/>
              </a:defRPr>
            </a:lvl1pPr>
          </a:lstStyle>
          <a:p>
            <a:pPr lvl="0"/>
            <a:r>
              <a:rPr lang="en-GB"/>
              <a:t>Subtitle – Click to edit text</a:t>
            </a:r>
          </a:p>
        </p:txBody>
      </p:sp>
      <p:sp>
        <p:nvSpPr>
          <p:cNvPr id="19" name="Rounded Rectangle 18">
            <a:extLst>
              <a:ext uri="{FF2B5EF4-FFF2-40B4-BE49-F238E27FC236}">
                <a16:creationId xmlns:a16="http://schemas.microsoft.com/office/drawing/2014/main" id="{517EB98A-1203-7493-D7E7-A3C3ADFC0DBD}"/>
              </a:ext>
            </a:extLst>
          </p:cNvPr>
          <p:cNvSpPr/>
          <p:nvPr userDrawn="1"/>
        </p:nvSpPr>
        <p:spPr>
          <a:xfrm>
            <a:off x="6132513" y="1016000"/>
            <a:ext cx="2555875" cy="5212000"/>
          </a:xfrm>
          <a:prstGeom prst="roundRect">
            <a:avLst>
              <a:gd name="adj" fmla="val 8629"/>
            </a:avLst>
          </a:prstGeom>
          <a:solidFill>
            <a:srgbClr val="D9E1E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45720" rtlCol="0" anchor="t">
            <a:noAutofit/>
          </a:bodyPr>
          <a:lstStyle/>
          <a:p>
            <a:pPr algn="l">
              <a:lnSpc>
                <a:spcPct val="100000"/>
              </a:lnSpc>
              <a:spcBef>
                <a:spcPts val="1000"/>
              </a:spcBef>
            </a:pPr>
            <a:endParaRPr lang="en-SK" sz="1400" err="1">
              <a:solidFill>
                <a:schemeClr val="tx1"/>
              </a:solidFill>
              <a:latin typeface="Arial" panose="020B0604020202020204" pitchFamily="34" charset="0"/>
              <a:cs typeface="Arial" panose="020B0604020202020204" pitchFamily="34" charset="0"/>
            </a:endParaRPr>
          </a:p>
        </p:txBody>
      </p:sp>
      <p:sp>
        <p:nvSpPr>
          <p:cNvPr id="26" name="Text Placeholder 16">
            <a:extLst>
              <a:ext uri="{FF2B5EF4-FFF2-40B4-BE49-F238E27FC236}">
                <a16:creationId xmlns:a16="http://schemas.microsoft.com/office/drawing/2014/main" id="{09538B01-D5E5-308F-7843-F93983DBCD43}"/>
              </a:ext>
            </a:extLst>
          </p:cNvPr>
          <p:cNvSpPr>
            <a:spLocks noGrp="1"/>
          </p:cNvSpPr>
          <p:nvPr>
            <p:ph type="body" sz="quarter" idx="35"/>
          </p:nvPr>
        </p:nvSpPr>
        <p:spPr>
          <a:xfrm>
            <a:off x="6365930" y="2212258"/>
            <a:ext cx="2101290" cy="3706761"/>
          </a:xfrm>
        </p:spPr>
        <p:txBody>
          <a:bodyPr lIns="36000" tIns="36000" rIns="36000">
            <a:noAutofit/>
          </a:bodyPr>
          <a:lstStyle>
            <a:lvl1pPr marL="9525" indent="0">
              <a:lnSpc>
                <a:spcPct val="100000"/>
              </a:lnSpc>
              <a:tabLst/>
              <a:defRPr b="0" i="0">
                <a:latin typeface="Arial" panose="020B0604020202020204" pitchFamily="34" charset="0"/>
                <a:cs typeface="Arial" panose="020B0604020202020204" pitchFamily="34" charset="0"/>
              </a:defRPr>
            </a:lvl1pPr>
          </a:lstStyle>
          <a:p>
            <a:pPr lvl="0"/>
            <a:r>
              <a:rPr lang="en-GB"/>
              <a:t>Click to edit Master text styles</a:t>
            </a:r>
          </a:p>
        </p:txBody>
      </p:sp>
      <p:sp>
        <p:nvSpPr>
          <p:cNvPr id="33" name="Text Placeholder 75">
            <a:extLst>
              <a:ext uri="{FF2B5EF4-FFF2-40B4-BE49-F238E27FC236}">
                <a16:creationId xmlns:a16="http://schemas.microsoft.com/office/drawing/2014/main" id="{C845E4AE-592F-172E-40C2-06AEEB843C62}"/>
              </a:ext>
            </a:extLst>
          </p:cNvPr>
          <p:cNvSpPr>
            <a:spLocks noGrp="1"/>
          </p:cNvSpPr>
          <p:nvPr>
            <p:ph type="body" sz="quarter" idx="46" hasCustomPrompt="1"/>
          </p:nvPr>
        </p:nvSpPr>
        <p:spPr>
          <a:xfrm>
            <a:off x="6365930" y="1272690"/>
            <a:ext cx="2101290" cy="621312"/>
          </a:xfrm>
        </p:spPr>
        <p:txBody>
          <a:bodyPr lIns="36000" tIns="36000" rIns="36000">
            <a:noAutofit/>
          </a:bodyPr>
          <a:lstStyle>
            <a:lvl1pPr>
              <a:lnSpc>
                <a:spcPct val="100000"/>
              </a:lnSpc>
              <a:defRPr sz="1600" b="1" i="0">
                <a:solidFill>
                  <a:schemeClr val="tx1"/>
                </a:solidFill>
                <a:latin typeface="Arial" panose="020B0604020202020204" pitchFamily="34" charset="0"/>
                <a:cs typeface="Arial" panose="020B0604020202020204" pitchFamily="34" charset="0"/>
              </a:defRPr>
            </a:lvl1pPr>
          </a:lstStyle>
          <a:p>
            <a:pPr lvl="0"/>
            <a:r>
              <a:rPr lang="en-GB"/>
              <a:t>Click to edit text</a:t>
            </a:r>
          </a:p>
        </p:txBody>
      </p:sp>
      <p:sp>
        <p:nvSpPr>
          <p:cNvPr id="9" name="Text Placeholder 7">
            <a:extLst>
              <a:ext uri="{FF2B5EF4-FFF2-40B4-BE49-F238E27FC236}">
                <a16:creationId xmlns:a16="http://schemas.microsoft.com/office/drawing/2014/main" id="{5213F79D-2871-7A97-7BB9-6A0353ABAD32}"/>
              </a:ext>
            </a:extLst>
          </p:cNvPr>
          <p:cNvSpPr>
            <a:spLocks noGrp="1"/>
          </p:cNvSpPr>
          <p:nvPr>
            <p:ph type="body" sz="quarter" idx="47" hasCustomPrompt="1"/>
          </p:nvPr>
        </p:nvSpPr>
        <p:spPr>
          <a:xfrm>
            <a:off x="828000" y="2879999"/>
            <a:ext cx="3863063" cy="3348000"/>
          </a:xfrm>
        </p:spPr>
        <p:txBody>
          <a:bodyPr lIns="36000" tIns="36000" rIns="36000">
            <a:noAutofit/>
          </a:bodyPr>
          <a:lstStyle>
            <a:lvl3pPr>
              <a:lnSpc>
                <a:spcPct val="100000"/>
              </a:lnSpc>
              <a:defRPr sz="1600" b="0" i="0">
                <a:solidFill>
                  <a:schemeClr val="tx1"/>
                </a:solidFill>
                <a:latin typeface="Arial" panose="020B0604020202020204" pitchFamily="34" charset="0"/>
                <a:cs typeface="Arial" panose="020B0604020202020204" pitchFamily="34" charset="0"/>
              </a:defRPr>
            </a:lvl3pPr>
          </a:lstStyle>
          <a:p>
            <a:pPr lvl="2"/>
            <a:r>
              <a:rPr lang="en-GB"/>
              <a:t>Click to edit text</a:t>
            </a:r>
          </a:p>
        </p:txBody>
      </p:sp>
      <p:sp>
        <p:nvSpPr>
          <p:cNvPr id="4" name="Title 3">
            <a:extLst>
              <a:ext uri="{FF2B5EF4-FFF2-40B4-BE49-F238E27FC236}">
                <a16:creationId xmlns:a16="http://schemas.microsoft.com/office/drawing/2014/main" id="{EA0CB8C8-7029-5A8B-3658-458EE57C0064}"/>
              </a:ext>
            </a:extLst>
          </p:cNvPr>
          <p:cNvSpPr>
            <a:spLocks noGrp="1"/>
          </p:cNvSpPr>
          <p:nvPr>
            <p:ph type="title"/>
          </p:nvPr>
        </p:nvSpPr>
        <p:spPr>
          <a:xfrm>
            <a:off x="828000" y="1008000"/>
            <a:ext cx="3863063" cy="972000"/>
          </a:xfrm>
        </p:spPr>
        <p:txBody>
          <a:bodyPr/>
          <a:lstStyle/>
          <a:p>
            <a:r>
              <a:rPr lang="en-GB"/>
              <a:t>Click to edit Master title</a:t>
            </a:r>
            <a:endParaRPr lang="en-SK"/>
          </a:p>
        </p:txBody>
      </p:sp>
      <p:sp>
        <p:nvSpPr>
          <p:cNvPr id="2" name="Text Placeholder 64">
            <a:extLst>
              <a:ext uri="{FF2B5EF4-FFF2-40B4-BE49-F238E27FC236}">
                <a16:creationId xmlns:a16="http://schemas.microsoft.com/office/drawing/2014/main" id="{5FC937B9-0E01-4577-72F9-35D40D533903}"/>
              </a:ext>
            </a:extLst>
          </p:cNvPr>
          <p:cNvSpPr>
            <a:spLocks noGrp="1"/>
          </p:cNvSpPr>
          <p:nvPr>
            <p:ph type="body" sz="quarter" idx="115" hasCustomPrompt="1"/>
          </p:nvPr>
        </p:nvSpPr>
        <p:spPr>
          <a:xfrm>
            <a:off x="828000" y="288000"/>
            <a:ext cx="7843612" cy="360000"/>
          </a:xfrm>
        </p:spPr>
        <p:txBody>
          <a:bodyPr anchor="ctr" anchorCtr="0"/>
          <a:lstStyle>
            <a:lvl1pPr>
              <a:defRPr b="1" i="1" baseline="0">
                <a:latin typeface="+mn-lt"/>
              </a:defRPr>
            </a:lvl1pPr>
          </a:lstStyle>
          <a:p>
            <a:pPr marL="0" marR="0" lvl="0" indent="0" algn="l" defTabSz="914318"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presentation title</a:t>
            </a:r>
            <a:endParaRPr lang="en-SK"/>
          </a:p>
        </p:txBody>
      </p:sp>
    </p:spTree>
    <p:extLst>
      <p:ext uri="{BB962C8B-B14F-4D97-AF65-F5344CB8AC3E}">
        <p14:creationId xmlns:p14="http://schemas.microsoft.com/office/powerpoint/2010/main" val="1198313313"/>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Elements_C">
    <p:bg>
      <p:bgPr>
        <a:solidFill>
          <a:srgbClr val="F9FAFC"/>
        </a:solidFill>
        <a:effectLst/>
      </p:bgPr>
    </p:bg>
    <p:spTree>
      <p:nvGrpSpPr>
        <p:cNvPr id="1" name=""/>
        <p:cNvGrpSpPr/>
        <p:nvPr/>
      </p:nvGrpSpPr>
      <p:grpSpPr>
        <a:xfrm>
          <a:off x="0" y="0"/>
          <a:ext cx="0" cy="0"/>
          <a:chOff x="0" y="0"/>
          <a:chExt cx="0" cy="0"/>
        </a:xfrm>
      </p:grpSpPr>
      <p:sp>
        <p:nvSpPr>
          <p:cNvPr id="6" name="Text Placeholder 75">
            <a:extLst>
              <a:ext uri="{FF2B5EF4-FFF2-40B4-BE49-F238E27FC236}">
                <a16:creationId xmlns:a16="http://schemas.microsoft.com/office/drawing/2014/main" id="{732E2DCB-3E5B-2E6B-EB3F-3AC6F7C005E0}"/>
              </a:ext>
            </a:extLst>
          </p:cNvPr>
          <p:cNvSpPr>
            <a:spLocks noGrp="1"/>
          </p:cNvSpPr>
          <p:nvPr>
            <p:ph type="body" sz="quarter" idx="34" hasCustomPrompt="1"/>
          </p:nvPr>
        </p:nvSpPr>
        <p:spPr>
          <a:xfrm>
            <a:off x="828000" y="2016000"/>
            <a:ext cx="3863063" cy="540000"/>
          </a:xfrm>
        </p:spPr>
        <p:txBody>
          <a:bodyPr lIns="36000" tIns="36000" rIns="36000">
            <a:noAutofit/>
          </a:bodyPr>
          <a:lstStyle>
            <a:lvl1pPr>
              <a:lnSpc>
                <a:spcPct val="100000"/>
              </a:lnSpc>
              <a:defRPr sz="1600" b="0" i="0">
                <a:solidFill>
                  <a:srgbClr val="00C08B"/>
                </a:solidFill>
                <a:latin typeface="Arial" panose="020B0604020202020204" pitchFamily="34" charset="0"/>
                <a:cs typeface="Arial" panose="020B0604020202020204" pitchFamily="34" charset="0"/>
              </a:defRPr>
            </a:lvl1pPr>
          </a:lstStyle>
          <a:p>
            <a:pPr lvl="0"/>
            <a:r>
              <a:rPr lang="en-GB"/>
              <a:t>Subtitle – Click to edit text</a:t>
            </a:r>
          </a:p>
        </p:txBody>
      </p:sp>
      <p:sp>
        <p:nvSpPr>
          <p:cNvPr id="19" name="Rounded Rectangle 18">
            <a:extLst>
              <a:ext uri="{FF2B5EF4-FFF2-40B4-BE49-F238E27FC236}">
                <a16:creationId xmlns:a16="http://schemas.microsoft.com/office/drawing/2014/main" id="{517EB98A-1203-7493-D7E7-A3C3ADFC0DBD}"/>
              </a:ext>
            </a:extLst>
          </p:cNvPr>
          <p:cNvSpPr/>
          <p:nvPr userDrawn="1"/>
        </p:nvSpPr>
        <p:spPr>
          <a:xfrm>
            <a:off x="6132513" y="1016000"/>
            <a:ext cx="2555875" cy="5212000"/>
          </a:xfrm>
          <a:prstGeom prst="roundRect">
            <a:avLst>
              <a:gd name="adj" fmla="val 8629"/>
            </a:avLst>
          </a:prstGeom>
          <a:solidFill>
            <a:srgbClr val="D0DEB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45720" rtlCol="0" anchor="t">
            <a:noAutofit/>
          </a:bodyPr>
          <a:lstStyle/>
          <a:p>
            <a:pPr algn="l">
              <a:lnSpc>
                <a:spcPct val="100000"/>
              </a:lnSpc>
              <a:spcBef>
                <a:spcPts val="1000"/>
              </a:spcBef>
            </a:pPr>
            <a:endParaRPr lang="en-SK" sz="1400" err="1">
              <a:solidFill>
                <a:schemeClr val="tx1"/>
              </a:solidFill>
              <a:latin typeface="Arial" panose="020B0604020202020204" pitchFamily="34" charset="0"/>
              <a:cs typeface="Arial" panose="020B0604020202020204" pitchFamily="34" charset="0"/>
            </a:endParaRPr>
          </a:p>
        </p:txBody>
      </p:sp>
      <p:sp>
        <p:nvSpPr>
          <p:cNvPr id="8" name="Text Placeholder 7">
            <a:extLst>
              <a:ext uri="{FF2B5EF4-FFF2-40B4-BE49-F238E27FC236}">
                <a16:creationId xmlns:a16="http://schemas.microsoft.com/office/drawing/2014/main" id="{28DB5AB3-C557-AAA8-5FF3-55C6E0C0946D}"/>
              </a:ext>
            </a:extLst>
          </p:cNvPr>
          <p:cNvSpPr>
            <a:spLocks noGrp="1"/>
          </p:cNvSpPr>
          <p:nvPr>
            <p:ph type="body" sz="quarter" idx="47" hasCustomPrompt="1"/>
          </p:nvPr>
        </p:nvSpPr>
        <p:spPr>
          <a:xfrm>
            <a:off x="828000" y="2879999"/>
            <a:ext cx="3863063" cy="3348000"/>
          </a:xfrm>
        </p:spPr>
        <p:txBody>
          <a:bodyPr lIns="36000" tIns="36000" rIns="36000">
            <a:noAutofit/>
          </a:bodyPr>
          <a:lstStyle>
            <a:lvl3pPr>
              <a:lnSpc>
                <a:spcPct val="100000"/>
              </a:lnSpc>
              <a:defRPr sz="1600" b="0" i="0">
                <a:solidFill>
                  <a:schemeClr val="tx1"/>
                </a:solidFill>
                <a:latin typeface="Arial" panose="020B0604020202020204" pitchFamily="34" charset="0"/>
                <a:cs typeface="Arial" panose="020B0604020202020204" pitchFamily="34" charset="0"/>
              </a:defRPr>
            </a:lvl3pPr>
          </a:lstStyle>
          <a:p>
            <a:pPr lvl="2"/>
            <a:r>
              <a:rPr lang="en-GB"/>
              <a:t>Click to edit text</a:t>
            </a:r>
          </a:p>
        </p:txBody>
      </p:sp>
      <p:sp>
        <p:nvSpPr>
          <p:cNvPr id="3" name="Rounded Rectangle 2">
            <a:extLst>
              <a:ext uri="{FF2B5EF4-FFF2-40B4-BE49-F238E27FC236}">
                <a16:creationId xmlns:a16="http://schemas.microsoft.com/office/drawing/2014/main" id="{7AC7715A-2D1E-13E8-521A-8C978CD16374}"/>
              </a:ext>
            </a:extLst>
          </p:cNvPr>
          <p:cNvSpPr/>
          <p:nvPr userDrawn="1"/>
        </p:nvSpPr>
        <p:spPr>
          <a:xfrm>
            <a:off x="8796337" y="1016000"/>
            <a:ext cx="2555875" cy="5212000"/>
          </a:xfrm>
          <a:prstGeom prst="roundRect">
            <a:avLst>
              <a:gd name="adj" fmla="val 8629"/>
            </a:avLst>
          </a:prstGeom>
          <a:solidFill>
            <a:srgbClr val="D0C5F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45720" rtlCol="0" anchor="t">
            <a:noAutofit/>
          </a:bodyPr>
          <a:lstStyle/>
          <a:p>
            <a:pPr algn="l">
              <a:lnSpc>
                <a:spcPct val="100000"/>
              </a:lnSpc>
              <a:spcBef>
                <a:spcPts val="1000"/>
              </a:spcBef>
            </a:pPr>
            <a:endParaRPr lang="en-SK" sz="1400" err="1">
              <a:solidFill>
                <a:schemeClr val="tx1"/>
              </a:solidFill>
              <a:latin typeface="Arial" panose="020B0604020202020204" pitchFamily="34" charset="0"/>
              <a:cs typeface="Arial" panose="020B0604020202020204" pitchFamily="34" charset="0"/>
            </a:endParaRPr>
          </a:p>
        </p:txBody>
      </p:sp>
      <p:sp>
        <p:nvSpPr>
          <p:cNvPr id="7" name="Text Placeholder 16">
            <a:extLst>
              <a:ext uri="{FF2B5EF4-FFF2-40B4-BE49-F238E27FC236}">
                <a16:creationId xmlns:a16="http://schemas.microsoft.com/office/drawing/2014/main" id="{261C0B46-1C6F-8AE9-8801-09FD49812F28}"/>
              </a:ext>
            </a:extLst>
          </p:cNvPr>
          <p:cNvSpPr>
            <a:spLocks noGrp="1"/>
          </p:cNvSpPr>
          <p:nvPr>
            <p:ph type="body" sz="quarter" idx="35"/>
          </p:nvPr>
        </p:nvSpPr>
        <p:spPr>
          <a:xfrm>
            <a:off x="6365930" y="2212258"/>
            <a:ext cx="2101290" cy="3706761"/>
          </a:xfrm>
        </p:spPr>
        <p:txBody>
          <a:bodyPr lIns="36000" tIns="36000" rIns="36000">
            <a:noAutofit/>
          </a:bodyPr>
          <a:lstStyle>
            <a:lvl1pPr marL="9525" indent="0">
              <a:lnSpc>
                <a:spcPct val="100000"/>
              </a:lnSpc>
              <a:tabLst/>
              <a:defRPr b="0" i="0">
                <a:latin typeface="Arial" panose="020B0604020202020204" pitchFamily="34" charset="0"/>
                <a:cs typeface="Arial" panose="020B0604020202020204" pitchFamily="34" charset="0"/>
              </a:defRPr>
            </a:lvl1pPr>
          </a:lstStyle>
          <a:p>
            <a:pPr lvl="0"/>
            <a:r>
              <a:rPr lang="en-GB"/>
              <a:t>Click to edit Master text styles</a:t>
            </a:r>
          </a:p>
        </p:txBody>
      </p:sp>
      <p:sp>
        <p:nvSpPr>
          <p:cNvPr id="9" name="Text Placeholder 75">
            <a:extLst>
              <a:ext uri="{FF2B5EF4-FFF2-40B4-BE49-F238E27FC236}">
                <a16:creationId xmlns:a16="http://schemas.microsoft.com/office/drawing/2014/main" id="{EDD21B0B-CEB1-0E94-F90E-D318030CFAC7}"/>
              </a:ext>
            </a:extLst>
          </p:cNvPr>
          <p:cNvSpPr>
            <a:spLocks noGrp="1"/>
          </p:cNvSpPr>
          <p:nvPr>
            <p:ph type="body" sz="quarter" idx="46" hasCustomPrompt="1"/>
          </p:nvPr>
        </p:nvSpPr>
        <p:spPr>
          <a:xfrm>
            <a:off x="6365930" y="1272690"/>
            <a:ext cx="2101290" cy="621312"/>
          </a:xfrm>
        </p:spPr>
        <p:txBody>
          <a:bodyPr lIns="36000" tIns="36000" rIns="36000">
            <a:noAutofit/>
          </a:bodyPr>
          <a:lstStyle>
            <a:lvl1pPr>
              <a:lnSpc>
                <a:spcPct val="100000"/>
              </a:lnSpc>
              <a:defRPr sz="1600" b="1" i="0">
                <a:solidFill>
                  <a:schemeClr val="tx1"/>
                </a:solidFill>
                <a:latin typeface="Arial" panose="020B0604020202020204" pitchFamily="34" charset="0"/>
                <a:cs typeface="Arial" panose="020B0604020202020204" pitchFamily="34" charset="0"/>
              </a:defRPr>
            </a:lvl1pPr>
          </a:lstStyle>
          <a:p>
            <a:pPr lvl="0"/>
            <a:r>
              <a:rPr lang="en-GB"/>
              <a:t>Click to edit text</a:t>
            </a:r>
          </a:p>
        </p:txBody>
      </p:sp>
      <p:sp>
        <p:nvSpPr>
          <p:cNvPr id="10" name="Text Placeholder 16">
            <a:extLst>
              <a:ext uri="{FF2B5EF4-FFF2-40B4-BE49-F238E27FC236}">
                <a16:creationId xmlns:a16="http://schemas.microsoft.com/office/drawing/2014/main" id="{576CA718-EA17-7B8C-0001-12955FFD087E}"/>
              </a:ext>
            </a:extLst>
          </p:cNvPr>
          <p:cNvSpPr>
            <a:spLocks noGrp="1"/>
          </p:cNvSpPr>
          <p:nvPr>
            <p:ph type="body" sz="quarter" idx="48"/>
          </p:nvPr>
        </p:nvSpPr>
        <p:spPr>
          <a:xfrm>
            <a:off x="9030472" y="2212258"/>
            <a:ext cx="2101290" cy="3706761"/>
          </a:xfrm>
        </p:spPr>
        <p:txBody>
          <a:bodyPr lIns="36000" tIns="36000" rIns="36000">
            <a:noAutofit/>
          </a:bodyPr>
          <a:lstStyle>
            <a:lvl1pPr marL="9525" indent="0">
              <a:lnSpc>
                <a:spcPct val="100000"/>
              </a:lnSpc>
              <a:tabLst/>
              <a:defRPr b="0" i="0">
                <a:latin typeface="Arial" panose="020B0604020202020204" pitchFamily="34" charset="0"/>
                <a:cs typeface="Arial" panose="020B0604020202020204" pitchFamily="34" charset="0"/>
              </a:defRPr>
            </a:lvl1pPr>
          </a:lstStyle>
          <a:p>
            <a:pPr lvl="0"/>
            <a:r>
              <a:rPr lang="en-GB"/>
              <a:t>Click to edit Master text styles</a:t>
            </a:r>
          </a:p>
        </p:txBody>
      </p:sp>
      <p:sp>
        <p:nvSpPr>
          <p:cNvPr id="11" name="Text Placeholder 75">
            <a:extLst>
              <a:ext uri="{FF2B5EF4-FFF2-40B4-BE49-F238E27FC236}">
                <a16:creationId xmlns:a16="http://schemas.microsoft.com/office/drawing/2014/main" id="{55048F7A-3477-0329-F856-1F69C0610625}"/>
              </a:ext>
            </a:extLst>
          </p:cNvPr>
          <p:cNvSpPr>
            <a:spLocks noGrp="1"/>
          </p:cNvSpPr>
          <p:nvPr>
            <p:ph type="body" sz="quarter" idx="49" hasCustomPrompt="1"/>
          </p:nvPr>
        </p:nvSpPr>
        <p:spPr>
          <a:xfrm>
            <a:off x="9030472" y="1272690"/>
            <a:ext cx="2101290" cy="621312"/>
          </a:xfrm>
        </p:spPr>
        <p:txBody>
          <a:bodyPr lIns="36000" tIns="36000" rIns="36000">
            <a:noAutofit/>
          </a:bodyPr>
          <a:lstStyle>
            <a:lvl1pPr>
              <a:lnSpc>
                <a:spcPct val="100000"/>
              </a:lnSpc>
              <a:defRPr sz="1600" b="1" i="0">
                <a:solidFill>
                  <a:schemeClr val="tx1"/>
                </a:solidFill>
                <a:latin typeface="Arial" panose="020B0604020202020204" pitchFamily="34" charset="0"/>
                <a:cs typeface="Arial" panose="020B0604020202020204" pitchFamily="34" charset="0"/>
              </a:defRPr>
            </a:lvl1pPr>
          </a:lstStyle>
          <a:p>
            <a:pPr lvl="0"/>
            <a:r>
              <a:rPr lang="en-GB"/>
              <a:t>Click to edit text</a:t>
            </a:r>
          </a:p>
        </p:txBody>
      </p:sp>
      <p:sp>
        <p:nvSpPr>
          <p:cNvPr id="5" name="Title 4">
            <a:extLst>
              <a:ext uri="{FF2B5EF4-FFF2-40B4-BE49-F238E27FC236}">
                <a16:creationId xmlns:a16="http://schemas.microsoft.com/office/drawing/2014/main" id="{96D9675B-28DB-E598-2A61-BFEF2995F9ED}"/>
              </a:ext>
            </a:extLst>
          </p:cNvPr>
          <p:cNvSpPr>
            <a:spLocks noGrp="1"/>
          </p:cNvSpPr>
          <p:nvPr>
            <p:ph type="title"/>
          </p:nvPr>
        </p:nvSpPr>
        <p:spPr>
          <a:xfrm>
            <a:off x="828000" y="1008000"/>
            <a:ext cx="3863063" cy="972000"/>
          </a:xfrm>
        </p:spPr>
        <p:txBody>
          <a:bodyPr/>
          <a:lstStyle/>
          <a:p>
            <a:r>
              <a:rPr lang="en-GB"/>
              <a:t>Click to edit Master title</a:t>
            </a:r>
            <a:endParaRPr lang="en-SK"/>
          </a:p>
        </p:txBody>
      </p:sp>
      <p:sp>
        <p:nvSpPr>
          <p:cNvPr id="2" name="Text Placeholder 64">
            <a:extLst>
              <a:ext uri="{FF2B5EF4-FFF2-40B4-BE49-F238E27FC236}">
                <a16:creationId xmlns:a16="http://schemas.microsoft.com/office/drawing/2014/main" id="{192D95FE-0FA1-748F-45C8-5A4CA8684F9D}"/>
              </a:ext>
            </a:extLst>
          </p:cNvPr>
          <p:cNvSpPr>
            <a:spLocks noGrp="1"/>
          </p:cNvSpPr>
          <p:nvPr>
            <p:ph type="body" sz="quarter" idx="115" hasCustomPrompt="1"/>
          </p:nvPr>
        </p:nvSpPr>
        <p:spPr>
          <a:xfrm>
            <a:off x="828000" y="288000"/>
            <a:ext cx="7843612" cy="360000"/>
          </a:xfrm>
        </p:spPr>
        <p:txBody>
          <a:bodyPr anchor="ctr" anchorCtr="0"/>
          <a:lstStyle>
            <a:lvl1pPr>
              <a:defRPr b="1" i="1" baseline="0">
                <a:latin typeface="+mn-lt"/>
              </a:defRPr>
            </a:lvl1pPr>
          </a:lstStyle>
          <a:p>
            <a:pPr marL="0" marR="0" lvl="0" indent="0" algn="l" defTabSz="914318"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presentation title</a:t>
            </a:r>
            <a:endParaRPr lang="en-SK"/>
          </a:p>
        </p:txBody>
      </p:sp>
    </p:spTree>
    <p:extLst>
      <p:ext uri="{BB962C8B-B14F-4D97-AF65-F5344CB8AC3E}">
        <p14:creationId xmlns:p14="http://schemas.microsoft.com/office/powerpoint/2010/main" val="3480697357"/>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Elements_D">
    <p:bg>
      <p:bgPr>
        <a:solidFill>
          <a:srgbClr val="F9FAFC"/>
        </a:solidFill>
        <a:effectLst/>
      </p:bgPr>
    </p:bg>
    <p:spTree>
      <p:nvGrpSpPr>
        <p:cNvPr id="1" name=""/>
        <p:cNvGrpSpPr/>
        <p:nvPr/>
      </p:nvGrpSpPr>
      <p:grpSpPr>
        <a:xfrm>
          <a:off x="0" y="0"/>
          <a:ext cx="0" cy="0"/>
          <a:chOff x="0" y="0"/>
          <a:chExt cx="0" cy="0"/>
        </a:xfrm>
      </p:grpSpPr>
      <p:sp>
        <p:nvSpPr>
          <p:cNvPr id="6" name="Picture Placeholder 33">
            <a:extLst>
              <a:ext uri="{FF2B5EF4-FFF2-40B4-BE49-F238E27FC236}">
                <a16:creationId xmlns:a16="http://schemas.microsoft.com/office/drawing/2014/main" id="{2ADFCA8A-7F20-21C2-D707-8009A0ABC22A}"/>
              </a:ext>
            </a:extLst>
          </p:cNvPr>
          <p:cNvSpPr>
            <a:spLocks noGrp="1"/>
          </p:cNvSpPr>
          <p:nvPr>
            <p:ph type="pic" sz="quarter" idx="80"/>
          </p:nvPr>
        </p:nvSpPr>
        <p:spPr>
          <a:xfrm>
            <a:off x="8796337" y="3681413"/>
            <a:ext cx="2555875" cy="2555875"/>
          </a:xfrm>
          <a:prstGeom prst="roundRect">
            <a:avLst>
              <a:gd name="adj" fmla="val 7648"/>
            </a:avLst>
          </a:prstGeom>
          <a:solidFill>
            <a:srgbClr val="D0C5FB"/>
          </a:solidFill>
        </p:spPr>
        <p:txBody>
          <a:bodyPr lIns="36000" tIns="36000" rIns="36000" bIns="36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picture</a:t>
            </a:r>
            <a:endParaRPr lang="en-SK"/>
          </a:p>
        </p:txBody>
      </p:sp>
      <p:sp>
        <p:nvSpPr>
          <p:cNvPr id="8" name="Picture Placeholder 33">
            <a:extLst>
              <a:ext uri="{FF2B5EF4-FFF2-40B4-BE49-F238E27FC236}">
                <a16:creationId xmlns:a16="http://schemas.microsoft.com/office/drawing/2014/main" id="{96D19C16-5E7B-747A-4CBD-B1C022A9D4BA}"/>
              </a:ext>
            </a:extLst>
          </p:cNvPr>
          <p:cNvSpPr>
            <a:spLocks noGrp="1"/>
          </p:cNvSpPr>
          <p:nvPr>
            <p:ph type="pic" sz="quarter" idx="81"/>
          </p:nvPr>
        </p:nvSpPr>
        <p:spPr>
          <a:xfrm>
            <a:off x="6143438" y="3681413"/>
            <a:ext cx="2557462" cy="2555875"/>
          </a:xfrm>
          <a:prstGeom prst="roundRect">
            <a:avLst>
              <a:gd name="adj" fmla="val 7648"/>
            </a:avLst>
          </a:prstGeom>
          <a:solidFill>
            <a:srgbClr val="D0DEBB"/>
          </a:solidFill>
        </p:spPr>
        <p:txBody>
          <a:bodyPr lIns="36000" tIns="36000" rIns="36000" bIns="36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picture</a:t>
            </a:r>
            <a:endParaRPr lang="en-SK"/>
          </a:p>
        </p:txBody>
      </p:sp>
      <p:sp>
        <p:nvSpPr>
          <p:cNvPr id="14" name="Picture Placeholder 33">
            <a:extLst>
              <a:ext uri="{FF2B5EF4-FFF2-40B4-BE49-F238E27FC236}">
                <a16:creationId xmlns:a16="http://schemas.microsoft.com/office/drawing/2014/main" id="{E28A763C-A3A9-8D5D-BD81-7FB0DDE58732}"/>
              </a:ext>
            </a:extLst>
          </p:cNvPr>
          <p:cNvSpPr>
            <a:spLocks noGrp="1"/>
          </p:cNvSpPr>
          <p:nvPr>
            <p:ph type="pic" sz="quarter" idx="82"/>
          </p:nvPr>
        </p:nvSpPr>
        <p:spPr>
          <a:xfrm>
            <a:off x="3467099" y="3681413"/>
            <a:ext cx="2557463" cy="2546587"/>
          </a:xfrm>
          <a:prstGeom prst="roundRect">
            <a:avLst>
              <a:gd name="adj" fmla="val 7648"/>
            </a:avLst>
          </a:prstGeom>
          <a:solidFill>
            <a:srgbClr val="33FF99"/>
          </a:solidFill>
        </p:spPr>
        <p:txBody>
          <a:bodyPr lIns="36000" tIns="36000" rIns="36000" bIns="36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picture</a:t>
            </a:r>
            <a:endParaRPr lang="en-SK"/>
          </a:p>
        </p:txBody>
      </p:sp>
      <p:sp>
        <p:nvSpPr>
          <p:cNvPr id="15" name="Picture Placeholder 33">
            <a:extLst>
              <a:ext uri="{FF2B5EF4-FFF2-40B4-BE49-F238E27FC236}">
                <a16:creationId xmlns:a16="http://schemas.microsoft.com/office/drawing/2014/main" id="{456AEDEC-D313-E88F-068E-4D024A84A7F2}"/>
              </a:ext>
            </a:extLst>
          </p:cNvPr>
          <p:cNvSpPr>
            <a:spLocks noGrp="1"/>
          </p:cNvSpPr>
          <p:nvPr>
            <p:ph type="pic" sz="quarter" idx="83"/>
          </p:nvPr>
        </p:nvSpPr>
        <p:spPr>
          <a:xfrm>
            <a:off x="803275" y="3681413"/>
            <a:ext cx="2544725" cy="2546587"/>
          </a:xfrm>
          <a:prstGeom prst="roundRect">
            <a:avLst>
              <a:gd name="adj" fmla="val 7648"/>
            </a:avLst>
          </a:prstGeom>
          <a:solidFill>
            <a:srgbClr val="D9E1E2"/>
          </a:solidFill>
        </p:spPr>
        <p:txBody>
          <a:bodyPr lIns="36000" tIns="36000" rIns="36000" bIns="36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picture</a:t>
            </a:r>
            <a:endParaRPr lang="en-SK"/>
          </a:p>
        </p:txBody>
      </p:sp>
      <p:sp>
        <p:nvSpPr>
          <p:cNvPr id="26" name="Text Placeholder 16">
            <a:extLst>
              <a:ext uri="{FF2B5EF4-FFF2-40B4-BE49-F238E27FC236}">
                <a16:creationId xmlns:a16="http://schemas.microsoft.com/office/drawing/2014/main" id="{09538B01-D5E5-308F-7843-F93983DBCD43}"/>
              </a:ext>
            </a:extLst>
          </p:cNvPr>
          <p:cNvSpPr>
            <a:spLocks noGrp="1"/>
          </p:cNvSpPr>
          <p:nvPr>
            <p:ph type="body" sz="quarter" idx="35" hasCustomPrompt="1"/>
          </p:nvPr>
        </p:nvSpPr>
        <p:spPr>
          <a:xfrm>
            <a:off x="6365930" y="4876083"/>
            <a:ext cx="2101290" cy="1140543"/>
          </a:xfrm>
        </p:spPr>
        <p:txBody>
          <a:bodyPr lIns="36000" tIns="36000" rIns="36000">
            <a:noAutofit/>
          </a:bodyPr>
          <a:lstStyle>
            <a:lvl1pPr marL="9525" indent="0">
              <a:lnSpc>
                <a:spcPct val="100000"/>
              </a:lnSpc>
              <a:tabLst/>
              <a:defRPr b="0" i="0">
                <a:latin typeface="Arial" panose="020B0604020202020204" pitchFamily="34" charset="0"/>
                <a:cs typeface="Arial" panose="020B0604020202020204" pitchFamily="34" charset="0"/>
              </a:defRPr>
            </a:lvl1pPr>
          </a:lstStyle>
          <a:p>
            <a:pPr lvl="0"/>
            <a:r>
              <a:rPr lang="en-GB"/>
              <a:t>Click to edit text</a:t>
            </a:r>
          </a:p>
        </p:txBody>
      </p:sp>
      <p:sp>
        <p:nvSpPr>
          <p:cNvPr id="33" name="Text Placeholder 75">
            <a:extLst>
              <a:ext uri="{FF2B5EF4-FFF2-40B4-BE49-F238E27FC236}">
                <a16:creationId xmlns:a16="http://schemas.microsoft.com/office/drawing/2014/main" id="{C845E4AE-592F-172E-40C2-06AEEB843C62}"/>
              </a:ext>
            </a:extLst>
          </p:cNvPr>
          <p:cNvSpPr>
            <a:spLocks noGrp="1"/>
          </p:cNvSpPr>
          <p:nvPr>
            <p:ph type="body" sz="quarter" idx="46" hasCustomPrompt="1"/>
          </p:nvPr>
        </p:nvSpPr>
        <p:spPr>
          <a:xfrm>
            <a:off x="6365930" y="3936515"/>
            <a:ext cx="2101290" cy="621312"/>
          </a:xfrm>
        </p:spPr>
        <p:txBody>
          <a:bodyPr lIns="36000" tIns="36000" rIns="36000">
            <a:noAutofit/>
          </a:bodyPr>
          <a:lstStyle>
            <a:lvl1pPr>
              <a:lnSpc>
                <a:spcPct val="100000"/>
              </a:lnSpc>
              <a:defRPr sz="1600" b="1" i="0">
                <a:solidFill>
                  <a:schemeClr val="tx1"/>
                </a:solidFill>
                <a:latin typeface="Arial" panose="020B0604020202020204" pitchFamily="34" charset="0"/>
                <a:cs typeface="Arial" panose="020B0604020202020204" pitchFamily="34" charset="0"/>
              </a:defRPr>
            </a:lvl1pPr>
          </a:lstStyle>
          <a:p>
            <a:pPr lvl="0"/>
            <a:r>
              <a:rPr lang="en-GB"/>
              <a:t>Click to edit text</a:t>
            </a:r>
          </a:p>
        </p:txBody>
      </p:sp>
      <p:sp>
        <p:nvSpPr>
          <p:cNvPr id="4" name="Text Placeholder 16">
            <a:extLst>
              <a:ext uri="{FF2B5EF4-FFF2-40B4-BE49-F238E27FC236}">
                <a16:creationId xmlns:a16="http://schemas.microsoft.com/office/drawing/2014/main" id="{B4B48FC4-F7B2-322F-738A-6327AC7396C2}"/>
              </a:ext>
            </a:extLst>
          </p:cNvPr>
          <p:cNvSpPr>
            <a:spLocks noGrp="1"/>
          </p:cNvSpPr>
          <p:nvPr>
            <p:ph type="body" sz="quarter" idx="48" hasCustomPrompt="1"/>
          </p:nvPr>
        </p:nvSpPr>
        <p:spPr>
          <a:xfrm>
            <a:off x="9040304" y="4876083"/>
            <a:ext cx="2101290" cy="1140543"/>
          </a:xfrm>
        </p:spPr>
        <p:txBody>
          <a:bodyPr lIns="36000" tIns="36000" rIns="36000">
            <a:noAutofit/>
          </a:bodyPr>
          <a:lstStyle>
            <a:lvl1pPr marL="9525" indent="0">
              <a:lnSpc>
                <a:spcPct val="100000"/>
              </a:lnSpc>
              <a:tabLst/>
              <a:defRPr b="0" i="0">
                <a:latin typeface="Arial" panose="020B0604020202020204" pitchFamily="34" charset="0"/>
                <a:cs typeface="Arial" panose="020B0604020202020204" pitchFamily="34" charset="0"/>
              </a:defRPr>
            </a:lvl1pPr>
          </a:lstStyle>
          <a:p>
            <a:pPr lvl="0"/>
            <a:r>
              <a:rPr lang="en-GB"/>
              <a:t>Click to edit text</a:t>
            </a:r>
          </a:p>
        </p:txBody>
      </p:sp>
      <p:sp>
        <p:nvSpPr>
          <p:cNvPr id="5" name="Text Placeholder 75">
            <a:extLst>
              <a:ext uri="{FF2B5EF4-FFF2-40B4-BE49-F238E27FC236}">
                <a16:creationId xmlns:a16="http://schemas.microsoft.com/office/drawing/2014/main" id="{62808B1D-3FDF-C57C-24E3-E9AD31FC29D1}"/>
              </a:ext>
            </a:extLst>
          </p:cNvPr>
          <p:cNvSpPr>
            <a:spLocks noGrp="1"/>
          </p:cNvSpPr>
          <p:nvPr>
            <p:ph type="body" sz="quarter" idx="49" hasCustomPrompt="1"/>
          </p:nvPr>
        </p:nvSpPr>
        <p:spPr>
          <a:xfrm>
            <a:off x="9040304" y="3936515"/>
            <a:ext cx="2101290" cy="621312"/>
          </a:xfrm>
        </p:spPr>
        <p:txBody>
          <a:bodyPr lIns="36000" tIns="36000" rIns="36000">
            <a:noAutofit/>
          </a:bodyPr>
          <a:lstStyle>
            <a:lvl1pPr>
              <a:lnSpc>
                <a:spcPct val="100000"/>
              </a:lnSpc>
              <a:defRPr sz="1600" b="1" i="0">
                <a:solidFill>
                  <a:schemeClr val="tx1"/>
                </a:solidFill>
                <a:latin typeface="Arial" panose="020B0604020202020204" pitchFamily="34" charset="0"/>
                <a:cs typeface="Arial" panose="020B0604020202020204" pitchFamily="34" charset="0"/>
              </a:defRPr>
            </a:lvl1pPr>
          </a:lstStyle>
          <a:p>
            <a:pPr lvl="0"/>
            <a:r>
              <a:rPr lang="en-GB"/>
              <a:t>Click to edit text</a:t>
            </a:r>
          </a:p>
        </p:txBody>
      </p:sp>
      <p:sp>
        <p:nvSpPr>
          <p:cNvPr id="10" name="Text Placeholder 16">
            <a:extLst>
              <a:ext uri="{FF2B5EF4-FFF2-40B4-BE49-F238E27FC236}">
                <a16:creationId xmlns:a16="http://schemas.microsoft.com/office/drawing/2014/main" id="{F1166820-5A89-0C87-66F0-82CB854366CD}"/>
              </a:ext>
            </a:extLst>
          </p:cNvPr>
          <p:cNvSpPr>
            <a:spLocks noGrp="1"/>
          </p:cNvSpPr>
          <p:nvPr>
            <p:ph type="body" sz="quarter" idx="50" hasCustomPrompt="1"/>
          </p:nvPr>
        </p:nvSpPr>
        <p:spPr>
          <a:xfrm>
            <a:off x="3701388" y="4876083"/>
            <a:ext cx="2101290" cy="1140543"/>
          </a:xfrm>
        </p:spPr>
        <p:txBody>
          <a:bodyPr lIns="36000" tIns="36000" rIns="36000">
            <a:noAutofit/>
          </a:bodyPr>
          <a:lstStyle>
            <a:lvl1pPr marL="9525" indent="0">
              <a:lnSpc>
                <a:spcPct val="100000"/>
              </a:lnSpc>
              <a:tabLst/>
              <a:defRPr b="0" i="0">
                <a:latin typeface="Arial" panose="020B0604020202020204" pitchFamily="34" charset="0"/>
                <a:cs typeface="Arial" panose="020B0604020202020204" pitchFamily="34" charset="0"/>
              </a:defRPr>
            </a:lvl1pPr>
          </a:lstStyle>
          <a:p>
            <a:pPr lvl="0"/>
            <a:r>
              <a:rPr lang="en-GB"/>
              <a:t>Click to edit text</a:t>
            </a:r>
          </a:p>
        </p:txBody>
      </p:sp>
      <p:sp>
        <p:nvSpPr>
          <p:cNvPr id="11" name="Text Placeholder 75">
            <a:extLst>
              <a:ext uri="{FF2B5EF4-FFF2-40B4-BE49-F238E27FC236}">
                <a16:creationId xmlns:a16="http://schemas.microsoft.com/office/drawing/2014/main" id="{C75829F9-D0D4-7A94-2BE0-082FC46C588A}"/>
              </a:ext>
            </a:extLst>
          </p:cNvPr>
          <p:cNvSpPr>
            <a:spLocks noGrp="1"/>
          </p:cNvSpPr>
          <p:nvPr>
            <p:ph type="body" sz="quarter" idx="51" hasCustomPrompt="1"/>
          </p:nvPr>
        </p:nvSpPr>
        <p:spPr>
          <a:xfrm>
            <a:off x="3701388" y="3936515"/>
            <a:ext cx="2101290" cy="621312"/>
          </a:xfrm>
        </p:spPr>
        <p:txBody>
          <a:bodyPr lIns="36000" tIns="36000" rIns="36000">
            <a:noAutofit/>
          </a:bodyPr>
          <a:lstStyle>
            <a:lvl1pPr>
              <a:lnSpc>
                <a:spcPct val="100000"/>
              </a:lnSpc>
              <a:defRPr sz="1600" b="1" i="0">
                <a:solidFill>
                  <a:schemeClr val="tx1"/>
                </a:solidFill>
                <a:latin typeface="Arial" panose="020B0604020202020204" pitchFamily="34" charset="0"/>
                <a:cs typeface="Arial" panose="020B0604020202020204" pitchFamily="34" charset="0"/>
              </a:defRPr>
            </a:lvl1pPr>
          </a:lstStyle>
          <a:p>
            <a:pPr lvl="0"/>
            <a:r>
              <a:rPr lang="en-GB"/>
              <a:t>Click to edit text</a:t>
            </a:r>
          </a:p>
        </p:txBody>
      </p:sp>
      <p:sp>
        <p:nvSpPr>
          <p:cNvPr id="13" name="Text Placeholder 16">
            <a:extLst>
              <a:ext uri="{FF2B5EF4-FFF2-40B4-BE49-F238E27FC236}">
                <a16:creationId xmlns:a16="http://schemas.microsoft.com/office/drawing/2014/main" id="{D5795076-A599-46E5-7FCA-D010E4A5EF98}"/>
              </a:ext>
            </a:extLst>
          </p:cNvPr>
          <p:cNvSpPr>
            <a:spLocks noGrp="1"/>
          </p:cNvSpPr>
          <p:nvPr>
            <p:ph type="body" sz="quarter" idx="52" hasCustomPrompt="1"/>
          </p:nvPr>
        </p:nvSpPr>
        <p:spPr>
          <a:xfrm>
            <a:off x="1036846" y="4876084"/>
            <a:ext cx="2101290" cy="1140542"/>
          </a:xfrm>
        </p:spPr>
        <p:txBody>
          <a:bodyPr lIns="36000" tIns="36000" rIns="36000">
            <a:noAutofit/>
          </a:bodyPr>
          <a:lstStyle>
            <a:lvl1pPr marL="9525" indent="0">
              <a:lnSpc>
                <a:spcPct val="100000"/>
              </a:lnSpc>
              <a:tabLst/>
              <a:defRPr b="0" i="0">
                <a:solidFill>
                  <a:srgbClr val="13322B"/>
                </a:solidFill>
                <a:latin typeface="Arial" panose="020B0604020202020204" pitchFamily="34" charset="0"/>
                <a:cs typeface="Arial" panose="020B0604020202020204" pitchFamily="34" charset="0"/>
              </a:defRPr>
            </a:lvl1pPr>
          </a:lstStyle>
          <a:p>
            <a:pPr lvl="0"/>
            <a:r>
              <a:rPr lang="en-GB"/>
              <a:t>Click to edit text</a:t>
            </a:r>
          </a:p>
        </p:txBody>
      </p:sp>
      <p:sp>
        <p:nvSpPr>
          <p:cNvPr id="17" name="Text Placeholder 75">
            <a:extLst>
              <a:ext uri="{FF2B5EF4-FFF2-40B4-BE49-F238E27FC236}">
                <a16:creationId xmlns:a16="http://schemas.microsoft.com/office/drawing/2014/main" id="{02CB6D60-C550-7A73-4F77-ADA7CFA14BC0}"/>
              </a:ext>
            </a:extLst>
          </p:cNvPr>
          <p:cNvSpPr>
            <a:spLocks noGrp="1"/>
          </p:cNvSpPr>
          <p:nvPr>
            <p:ph type="body" sz="quarter" idx="53" hasCustomPrompt="1"/>
          </p:nvPr>
        </p:nvSpPr>
        <p:spPr>
          <a:xfrm>
            <a:off x="1036846" y="3936515"/>
            <a:ext cx="2101290" cy="621312"/>
          </a:xfrm>
        </p:spPr>
        <p:txBody>
          <a:bodyPr lIns="36000" tIns="36000" rIns="36000">
            <a:noAutofit/>
          </a:bodyPr>
          <a:lstStyle>
            <a:lvl1pPr>
              <a:lnSpc>
                <a:spcPct val="100000"/>
              </a:lnSpc>
              <a:defRPr sz="1600" b="1" i="0">
                <a:solidFill>
                  <a:srgbClr val="13322B"/>
                </a:solidFill>
                <a:latin typeface="Arial" panose="020B0604020202020204" pitchFamily="34" charset="0"/>
                <a:cs typeface="Arial" panose="020B0604020202020204" pitchFamily="34" charset="0"/>
              </a:defRPr>
            </a:lvl1pPr>
          </a:lstStyle>
          <a:p>
            <a:pPr lvl="0"/>
            <a:r>
              <a:rPr lang="en-GB"/>
              <a:t>Click to edit text</a:t>
            </a:r>
          </a:p>
        </p:txBody>
      </p:sp>
      <p:sp>
        <p:nvSpPr>
          <p:cNvPr id="30" name="Text Placeholder 29">
            <a:extLst>
              <a:ext uri="{FF2B5EF4-FFF2-40B4-BE49-F238E27FC236}">
                <a16:creationId xmlns:a16="http://schemas.microsoft.com/office/drawing/2014/main" id="{8813ADA0-2964-FF5C-A1D2-D2C21D425E5F}"/>
              </a:ext>
            </a:extLst>
          </p:cNvPr>
          <p:cNvSpPr>
            <a:spLocks noGrp="1"/>
          </p:cNvSpPr>
          <p:nvPr>
            <p:ph type="body" sz="quarter" idx="54" hasCustomPrompt="1"/>
          </p:nvPr>
        </p:nvSpPr>
        <p:spPr>
          <a:xfrm>
            <a:off x="6156000" y="1008000"/>
            <a:ext cx="5210175" cy="2403475"/>
          </a:xfrm>
        </p:spPr>
        <p:txBody>
          <a:bodyPr lIns="36000" tIns="36000" rIns="36000">
            <a:noAutofit/>
          </a:bodyPr>
          <a:lstStyle>
            <a:lvl1pPr>
              <a:lnSpc>
                <a:spcPct val="100000"/>
              </a:lnSpc>
              <a:defRPr sz="1600" b="0" i="0">
                <a:latin typeface="Arial" panose="020B0604020202020204" pitchFamily="34" charset="0"/>
                <a:cs typeface="Arial" panose="020B0604020202020204" pitchFamily="34" charset="0"/>
              </a:defRPr>
            </a:lvl1pPr>
          </a:lstStyle>
          <a:p>
            <a:pPr lvl="0"/>
            <a:r>
              <a:rPr lang="en-GB"/>
              <a:t>Click to edit text</a:t>
            </a:r>
          </a:p>
        </p:txBody>
      </p:sp>
      <p:sp>
        <p:nvSpPr>
          <p:cNvPr id="9" name="Title 8">
            <a:extLst>
              <a:ext uri="{FF2B5EF4-FFF2-40B4-BE49-F238E27FC236}">
                <a16:creationId xmlns:a16="http://schemas.microsoft.com/office/drawing/2014/main" id="{D94D6DD3-F653-A58D-B9ED-E29FA5D9890A}"/>
              </a:ext>
            </a:extLst>
          </p:cNvPr>
          <p:cNvSpPr>
            <a:spLocks noGrp="1"/>
          </p:cNvSpPr>
          <p:nvPr>
            <p:ph type="title"/>
          </p:nvPr>
        </p:nvSpPr>
        <p:spPr>
          <a:xfrm>
            <a:off x="828000" y="1008000"/>
            <a:ext cx="3899063" cy="972000"/>
          </a:xfrm>
        </p:spPr>
        <p:txBody>
          <a:bodyPr/>
          <a:lstStyle/>
          <a:p>
            <a:r>
              <a:rPr lang="en-GB"/>
              <a:t>Click to edit Master title</a:t>
            </a:r>
            <a:endParaRPr lang="en-SK"/>
          </a:p>
        </p:txBody>
      </p:sp>
      <p:sp>
        <p:nvSpPr>
          <p:cNvPr id="2" name="Text Placeholder 64">
            <a:extLst>
              <a:ext uri="{FF2B5EF4-FFF2-40B4-BE49-F238E27FC236}">
                <a16:creationId xmlns:a16="http://schemas.microsoft.com/office/drawing/2014/main" id="{FE06E1C5-0F3B-FC15-7DAD-757B5A2D9FF3}"/>
              </a:ext>
            </a:extLst>
          </p:cNvPr>
          <p:cNvSpPr>
            <a:spLocks noGrp="1"/>
          </p:cNvSpPr>
          <p:nvPr>
            <p:ph type="body" sz="quarter" idx="115" hasCustomPrompt="1"/>
          </p:nvPr>
        </p:nvSpPr>
        <p:spPr>
          <a:xfrm>
            <a:off x="828000" y="288000"/>
            <a:ext cx="7843612" cy="360000"/>
          </a:xfrm>
        </p:spPr>
        <p:txBody>
          <a:bodyPr anchor="ctr" anchorCtr="0"/>
          <a:lstStyle>
            <a:lvl1pPr>
              <a:defRPr b="1" i="1" baseline="0">
                <a:latin typeface="+mn-lt"/>
              </a:defRPr>
            </a:lvl1pPr>
          </a:lstStyle>
          <a:p>
            <a:pPr marL="0" marR="0" lvl="0" indent="0" algn="l" defTabSz="914318"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presentation title</a:t>
            </a:r>
            <a:endParaRPr lang="en-SK"/>
          </a:p>
        </p:txBody>
      </p:sp>
    </p:spTree>
    <p:extLst>
      <p:ext uri="{BB962C8B-B14F-4D97-AF65-F5344CB8AC3E}">
        <p14:creationId xmlns:p14="http://schemas.microsoft.com/office/powerpoint/2010/main" val="735776221"/>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lements_E">
    <p:bg>
      <p:bgPr>
        <a:solidFill>
          <a:srgbClr val="F9FAFC"/>
        </a:solidFill>
        <a:effectLst/>
      </p:bgPr>
    </p:bg>
    <p:spTree>
      <p:nvGrpSpPr>
        <p:cNvPr id="1" name=""/>
        <p:cNvGrpSpPr/>
        <p:nvPr/>
      </p:nvGrpSpPr>
      <p:grpSpPr>
        <a:xfrm>
          <a:off x="0" y="0"/>
          <a:ext cx="0" cy="0"/>
          <a:chOff x="0" y="0"/>
          <a:chExt cx="0" cy="0"/>
        </a:xfrm>
      </p:grpSpPr>
      <p:sp>
        <p:nvSpPr>
          <p:cNvPr id="23" name="Picture Placeholder 33">
            <a:extLst>
              <a:ext uri="{FF2B5EF4-FFF2-40B4-BE49-F238E27FC236}">
                <a16:creationId xmlns:a16="http://schemas.microsoft.com/office/drawing/2014/main" id="{99692C5E-AFC8-FF76-1213-40258D69057C}"/>
              </a:ext>
            </a:extLst>
          </p:cNvPr>
          <p:cNvSpPr>
            <a:spLocks noGrp="1"/>
          </p:cNvSpPr>
          <p:nvPr>
            <p:ph type="pic" sz="quarter" idx="80"/>
          </p:nvPr>
        </p:nvSpPr>
        <p:spPr>
          <a:xfrm>
            <a:off x="8796337" y="3681413"/>
            <a:ext cx="2555875" cy="2546587"/>
          </a:xfrm>
          <a:prstGeom prst="roundRect">
            <a:avLst>
              <a:gd name="adj" fmla="val 7648"/>
            </a:avLst>
          </a:prstGeom>
          <a:solidFill>
            <a:srgbClr val="D0C5FB"/>
          </a:solidFill>
        </p:spPr>
        <p:txBody>
          <a:bodyPr lIns="36000" tIns="36000" rIns="36000" bIns="36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picture</a:t>
            </a:r>
            <a:endParaRPr lang="en-SK"/>
          </a:p>
        </p:txBody>
      </p:sp>
      <p:sp>
        <p:nvSpPr>
          <p:cNvPr id="24" name="Picture Placeholder 33">
            <a:extLst>
              <a:ext uri="{FF2B5EF4-FFF2-40B4-BE49-F238E27FC236}">
                <a16:creationId xmlns:a16="http://schemas.microsoft.com/office/drawing/2014/main" id="{C8E4BBFE-9095-DC46-4DAF-479DAF594C3B}"/>
              </a:ext>
            </a:extLst>
          </p:cNvPr>
          <p:cNvSpPr>
            <a:spLocks noGrp="1"/>
          </p:cNvSpPr>
          <p:nvPr>
            <p:ph type="pic" sz="quarter" idx="81"/>
          </p:nvPr>
        </p:nvSpPr>
        <p:spPr>
          <a:xfrm>
            <a:off x="6149254" y="3681413"/>
            <a:ext cx="2539133" cy="2555875"/>
          </a:xfrm>
          <a:prstGeom prst="roundRect">
            <a:avLst>
              <a:gd name="adj" fmla="val 7648"/>
            </a:avLst>
          </a:prstGeom>
          <a:solidFill>
            <a:srgbClr val="D0DEBB"/>
          </a:solidFill>
        </p:spPr>
        <p:txBody>
          <a:bodyPr lIns="36000" tIns="36000" rIns="36000" bIns="36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picture</a:t>
            </a:r>
            <a:endParaRPr lang="en-SK"/>
          </a:p>
        </p:txBody>
      </p:sp>
      <p:sp>
        <p:nvSpPr>
          <p:cNvPr id="25" name="Picture Placeholder 33">
            <a:extLst>
              <a:ext uri="{FF2B5EF4-FFF2-40B4-BE49-F238E27FC236}">
                <a16:creationId xmlns:a16="http://schemas.microsoft.com/office/drawing/2014/main" id="{A41FFFCE-15FE-13DD-CC2B-B99BE52D8BF0}"/>
              </a:ext>
            </a:extLst>
          </p:cNvPr>
          <p:cNvSpPr>
            <a:spLocks noGrp="1"/>
          </p:cNvSpPr>
          <p:nvPr>
            <p:ph type="pic" sz="quarter" idx="82"/>
          </p:nvPr>
        </p:nvSpPr>
        <p:spPr>
          <a:xfrm>
            <a:off x="3467100" y="3681413"/>
            <a:ext cx="2552867" cy="2546587"/>
          </a:xfrm>
          <a:prstGeom prst="roundRect">
            <a:avLst>
              <a:gd name="adj" fmla="val 7648"/>
            </a:avLst>
          </a:prstGeom>
          <a:solidFill>
            <a:srgbClr val="33FF99"/>
          </a:solidFill>
        </p:spPr>
        <p:txBody>
          <a:bodyPr lIns="36000" tIns="36000" rIns="36000" bIns="36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picture</a:t>
            </a:r>
            <a:endParaRPr lang="en-SK"/>
          </a:p>
        </p:txBody>
      </p:sp>
      <p:sp>
        <p:nvSpPr>
          <p:cNvPr id="27" name="Picture Placeholder 33">
            <a:extLst>
              <a:ext uri="{FF2B5EF4-FFF2-40B4-BE49-F238E27FC236}">
                <a16:creationId xmlns:a16="http://schemas.microsoft.com/office/drawing/2014/main" id="{EF4D0C37-C3C6-E306-E9A2-7171CC9F3BFF}"/>
              </a:ext>
            </a:extLst>
          </p:cNvPr>
          <p:cNvSpPr>
            <a:spLocks noGrp="1"/>
          </p:cNvSpPr>
          <p:nvPr>
            <p:ph type="pic" sz="quarter" idx="83"/>
          </p:nvPr>
        </p:nvSpPr>
        <p:spPr>
          <a:xfrm>
            <a:off x="803275" y="3681413"/>
            <a:ext cx="2545947" cy="2546587"/>
          </a:xfrm>
          <a:prstGeom prst="roundRect">
            <a:avLst>
              <a:gd name="adj" fmla="val 7648"/>
            </a:avLst>
          </a:prstGeom>
          <a:solidFill>
            <a:srgbClr val="D9E1E2"/>
          </a:solidFill>
        </p:spPr>
        <p:txBody>
          <a:bodyPr lIns="36000" tIns="36000" rIns="36000" bIns="36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picture</a:t>
            </a:r>
            <a:endParaRPr lang="en-SK"/>
          </a:p>
        </p:txBody>
      </p:sp>
      <p:sp>
        <p:nvSpPr>
          <p:cNvPr id="26" name="Text Placeholder 16">
            <a:extLst>
              <a:ext uri="{FF2B5EF4-FFF2-40B4-BE49-F238E27FC236}">
                <a16:creationId xmlns:a16="http://schemas.microsoft.com/office/drawing/2014/main" id="{09538B01-D5E5-308F-7843-F93983DBCD43}"/>
              </a:ext>
            </a:extLst>
          </p:cNvPr>
          <p:cNvSpPr>
            <a:spLocks noGrp="1"/>
          </p:cNvSpPr>
          <p:nvPr>
            <p:ph type="body" sz="quarter" idx="35" hasCustomPrompt="1"/>
          </p:nvPr>
        </p:nvSpPr>
        <p:spPr>
          <a:xfrm>
            <a:off x="6365930" y="4876083"/>
            <a:ext cx="2101290" cy="1140543"/>
          </a:xfrm>
        </p:spPr>
        <p:txBody>
          <a:bodyPr lIns="36000" tIns="36000" rIns="36000">
            <a:noAutofit/>
          </a:bodyPr>
          <a:lstStyle>
            <a:lvl1pPr marL="9525" indent="0">
              <a:lnSpc>
                <a:spcPct val="100000"/>
              </a:lnSpc>
              <a:tabLst/>
              <a:defRPr b="0" i="0">
                <a:latin typeface="Arial" panose="020B0604020202020204" pitchFamily="34" charset="0"/>
                <a:cs typeface="Arial" panose="020B0604020202020204" pitchFamily="34" charset="0"/>
              </a:defRPr>
            </a:lvl1pPr>
          </a:lstStyle>
          <a:p>
            <a:pPr lvl="0"/>
            <a:r>
              <a:rPr lang="en-GB"/>
              <a:t>Click to edit text</a:t>
            </a:r>
          </a:p>
        </p:txBody>
      </p:sp>
      <p:sp>
        <p:nvSpPr>
          <p:cNvPr id="4" name="Text Placeholder 16">
            <a:extLst>
              <a:ext uri="{FF2B5EF4-FFF2-40B4-BE49-F238E27FC236}">
                <a16:creationId xmlns:a16="http://schemas.microsoft.com/office/drawing/2014/main" id="{B4B48FC4-F7B2-322F-738A-6327AC7396C2}"/>
              </a:ext>
            </a:extLst>
          </p:cNvPr>
          <p:cNvSpPr>
            <a:spLocks noGrp="1"/>
          </p:cNvSpPr>
          <p:nvPr>
            <p:ph type="body" sz="quarter" idx="48" hasCustomPrompt="1"/>
          </p:nvPr>
        </p:nvSpPr>
        <p:spPr>
          <a:xfrm>
            <a:off x="9040304" y="4876083"/>
            <a:ext cx="2101290" cy="1140543"/>
          </a:xfrm>
        </p:spPr>
        <p:txBody>
          <a:bodyPr lIns="36000" tIns="36000" rIns="36000">
            <a:noAutofit/>
          </a:bodyPr>
          <a:lstStyle>
            <a:lvl1pPr marL="9525" indent="0">
              <a:lnSpc>
                <a:spcPct val="100000"/>
              </a:lnSpc>
              <a:tabLst/>
              <a:defRPr b="0" i="0">
                <a:latin typeface="Arial" panose="020B0604020202020204" pitchFamily="34" charset="0"/>
                <a:cs typeface="Arial" panose="020B0604020202020204" pitchFamily="34" charset="0"/>
              </a:defRPr>
            </a:lvl1pPr>
          </a:lstStyle>
          <a:p>
            <a:pPr lvl="0"/>
            <a:r>
              <a:rPr lang="en-GB"/>
              <a:t>Click to edit text</a:t>
            </a:r>
          </a:p>
        </p:txBody>
      </p:sp>
      <p:sp>
        <p:nvSpPr>
          <p:cNvPr id="10" name="Text Placeholder 16">
            <a:extLst>
              <a:ext uri="{FF2B5EF4-FFF2-40B4-BE49-F238E27FC236}">
                <a16:creationId xmlns:a16="http://schemas.microsoft.com/office/drawing/2014/main" id="{F1166820-5A89-0C87-66F0-82CB854366CD}"/>
              </a:ext>
            </a:extLst>
          </p:cNvPr>
          <p:cNvSpPr>
            <a:spLocks noGrp="1"/>
          </p:cNvSpPr>
          <p:nvPr>
            <p:ph type="body" sz="quarter" idx="50" hasCustomPrompt="1"/>
          </p:nvPr>
        </p:nvSpPr>
        <p:spPr>
          <a:xfrm>
            <a:off x="3701388" y="4876083"/>
            <a:ext cx="2101290" cy="1140543"/>
          </a:xfrm>
        </p:spPr>
        <p:txBody>
          <a:bodyPr lIns="36000" tIns="36000" rIns="36000">
            <a:noAutofit/>
          </a:bodyPr>
          <a:lstStyle>
            <a:lvl1pPr marL="9525" indent="0">
              <a:lnSpc>
                <a:spcPct val="100000"/>
              </a:lnSpc>
              <a:tabLst/>
              <a:defRPr b="0" i="0">
                <a:latin typeface="Arial" panose="020B0604020202020204" pitchFamily="34" charset="0"/>
                <a:cs typeface="Arial" panose="020B0604020202020204" pitchFamily="34" charset="0"/>
              </a:defRPr>
            </a:lvl1pPr>
          </a:lstStyle>
          <a:p>
            <a:pPr lvl="0"/>
            <a:r>
              <a:rPr lang="en-GB"/>
              <a:t>Click to edit text</a:t>
            </a:r>
          </a:p>
        </p:txBody>
      </p:sp>
      <p:sp>
        <p:nvSpPr>
          <p:cNvPr id="13" name="Text Placeholder 16">
            <a:extLst>
              <a:ext uri="{FF2B5EF4-FFF2-40B4-BE49-F238E27FC236}">
                <a16:creationId xmlns:a16="http://schemas.microsoft.com/office/drawing/2014/main" id="{D5795076-A599-46E5-7FCA-D010E4A5EF98}"/>
              </a:ext>
            </a:extLst>
          </p:cNvPr>
          <p:cNvSpPr>
            <a:spLocks noGrp="1"/>
          </p:cNvSpPr>
          <p:nvPr>
            <p:ph type="body" sz="quarter" idx="52" hasCustomPrompt="1"/>
          </p:nvPr>
        </p:nvSpPr>
        <p:spPr>
          <a:xfrm>
            <a:off x="1036846" y="4876084"/>
            <a:ext cx="2101290" cy="1140542"/>
          </a:xfrm>
        </p:spPr>
        <p:txBody>
          <a:bodyPr lIns="36000" tIns="36000" rIns="36000">
            <a:noAutofit/>
          </a:bodyPr>
          <a:lstStyle>
            <a:lvl1pPr marL="9525" indent="0">
              <a:lnSpc>
                <a:spcPct val="100000"/>
              </a:lnSpc>
              <a:tabLst/>
              <a:defRPr b="0" i="0">
                <a:solidFill>
                  <a:srgbClr val="13322B"/>
                </a:solidFill>
                <a:latin typeface="Arial" panose="020B0604020202020204" pitchFamily="34" charset="0"/>
                <a:cs typeface="Arial" panose="020B0604020202020204" pitchFamily="34" charset="0"/>
              </a:defRPr>
            </a:lvl1pPr>
          </a:lstStyle>
          <a:p>
            <a:pPr lvl="0"/>
            <a:r>
              <a:rPr lang="en-GB"/>
              <a:t>Click to edit text</a:t>
            </a:r>
          </a:p>
        </p:txBody>
      </p:sp>
      <p:sp>
        <p:nvSpPr>
          <p:cNvPr id="2" name="Picture Placeholder 33">
            <a:extLst>
              <a:ext uri="{FF2B5EF4-FFF2-40B4-BE49-F238E27FC236}">
                <a16:creationId xmlns:a16="http://schemas.microsoft.com/office/drawing/2014/main" id="{FE7DDE64-E411-CED0-1BD0-853C747FA3BE}"/>
              </a:ext>
            </a:extLst>
          </p:cNvPr>
          <p:cNvSpPr>
            <a:spLocks noGrp="1"/>
          </p:cNvSpPr>
          <p:nvPr>
            <p:ph type="pic" sz="quarter" idx="45"/>
          </p:nvPr>
        </p:nvSpPr>
        <p:spPr>
          <a:xfrm>
            <a:off x="8796337" y="2194819"/>
            <a:ext cx="2543663" cy="1378643"/>
          </a:xfrm>
          <a:prstGeom prst="roundRect">
            <a:avLst>
              <a:gd name="adj" fmla="val 7648"/>
            </a:avLst>
          </a:prstGeom>
        </p:spPr>
        <p:txBody>
          <a:bodyPr lIns="36000" tIns="36000" rIns="36000" bIns="827999" anchor="b" anchorCtr="1">
            <a:noAutofit/>
          </a:bodyPr>
          <a:lstStyle>
            <a:lvl1pPr>
              <a:lnSpc>
                <a:spcPct val="100000"/>
              </a:lnSpc>
              <a:defRPr sz="800" b="0" i="0">
                <a:latin typeface="Arial" panose="020B0604020202020204" pitchFamily="34" charset="0"/>
                <a:cs typeface="Arial" panose="020B0604020202020204" pitchFamily="34" charset="0"/>
              </a:defRPr>
            </a:lvl1pPr>
          </a:lstStyle>
          <a:p>
            <a:r>
              <a:rPr lang="en-GB"/>
              <a:t>Click icon to add picture</a:t>
            </a:r>
            <a:endParaRPr lang="en-SK"/>
          </a:p>
        </p:txBody>
      </p:sp>
      <p:sp>
        <p:nvSpPr>
          <p:cNvPr id="6" name="Picture Placeholder 33">
            <a:extLst>
              <a:ext uri="{FF2B5EF4-FFF2-40B4-BE49-F238E27FC236}">
                <a16:creationId xmlns:a16="http://schemas.microsoft.com/office/drawing/2014/main" id="{76EC003C-9B7E-0AB8-3757-EE53A5F3AD7E}"/>
              </a:ext>
            </a:extLst>
          </p:cNvPr>
          <p:cNvSpPr>
            <a:spLocks noGrp="1"/>
          </p:cNvSpPr>
          <p:nvPr>
            <p:ph type="pic" sz="quarter" idx="54"/>
          </p:nvPr>
        </p:nvSpPr>
        <p:spPr>
          <a:xfrm>
            <a:off x="6133558" y="2194819"/>
            <a:ext cx="2554829" cy="1378643"/>
          </a:xfrm>
          <a:prstGeom prst="roundRect">
            <a:avLst>
              <a:gd name="adj" fmla="val 7648"/>
            </a:avLst>
          </a:prstGeom>
        </p:spPr>
        <p:txBody>
          <a:bodyPr lIns="36000" tIns="36000" rIns="36000" bIns="827999" anchor="b" anchorCtr="1">
            <a:noAutofit/>
          </a:bodyPr>
          <a:lstStyle>
            <a:lvl1pPr>
              <a:lnSpc>
                <a:spcPct val="100000"/>
              </a:lnSpc>
              <a:defRPr sz="800" b="0" i="0">
                <a:latin typeface="Arial" panose="020B0604020202020204" pitchFamily="34" charset="0"/>
                <a:cs typeface="Arial" panose="020B0604020202020204" pitchFamily="34" charset="0"/>
              </a:defRPr>
            </a:lvl1pPr>
          </a:lstStyle>
          <a:p>
            <a:r>
              <a:rPr lang="en-GB"/>
              <a:t>Click icon to add picture</a:t>
            </a:r>
            <a:endParaRPr lang="en-SK"/>
          </a:p>
        </p:txBody>
      </p:sp>
      <p:sp>
        <p:nvSpPr>
          <p:cNvPr id="7" name="Picture Placeholder 33">
            <a:extLst>
              <a:ext uri="{FF2B5EF4-FFF2-40B4-BE49-F238E27FC236}">
                <a16:creationId xmlns:a16="http://schemas.microsoft.com/office/drawing/2014/main" id="{2263C542-0218-A2A8-AB9B-A5D672BB4CC8}"/>
              </a:ext>
            </a:extLst>
          </p:cNvPr>
          <p:cNvSpPr>
            <a:spLocks noGrp="1"/>
          </p:cNvSpPr>
          <p:nvPr>
            <p:ph type="pic" sz="quarter" idx="55"/>
          </p:nvPr>
        </p:nvSpPr>
        <p:spPr>
          <a:xfrm>
            <a:off x="3467099" y="2194819"/>
            <a:ext cx="2552867" cy="1378643"/>
          </a:xfrm>
          <a:prstGeom prst="roundRect">
            <a:avLst>
              <a:gd name="adj" fmla="val 7648"/>
            </a:avLst>
          </a:prstGeom>
        </p:spPr>
        <p:txBody>
          <a:bodyPr lIns="36000" tIns="36000" rIns="36000" bIns="827999" anchor="b" anchorCtr="1">
            <a:noAutofit/>
          </a:bodyPr>
          <a:lstStyle>
            <a:lvl1pPr>
              <a:lnSpc>
                <a:spcPct val="100000"/>
              </a:lnSpc>
              <a:defRPr sz="800" b="0" i="0">
                <a:latin typeface="Arial" panose="020B0604020202020204" pitchFamily="34" charset="0"/>
                <a:cs typeface="Arial" panose="020B0604020202020204" pitchFamily="34" charset="0"/>
              </a:defRPr>
            </a:lvl1pPr>
          </a:lstStyle>
          <a:p>
            <a:r>
              <a:rPr lang="en-GB"/>
              <a:t>Click icon to add picture</a:t>
            </a:r>
            <a:endParaRPr lang="en-SK"/>
          </a:p>
        </p:txBody>
      </p:sp>
      <p:sp>
        <p:nvSpPr>
          <p:cNvPr id="8" name="Picture Placeholder 33">
            <a:extLst>
              <a:ext uri="{FF2B5EF4-FFF2-40B4-BE49-F238E27FC236}">
                <a16:creationId xmlns:a16="http://schemas.microsoft.com/office/drawing/2014/main" id="{055FFEAF-202A-E3DE-722E-FAE15A88B553}"/>
              </a:ext>
            </a:extLst>
          </p:cNvPr>
          <p:cNvSpPr>
            <a:spLocks noGrp="1"/>
          </p:cNvSpPr>
          <p:nvPr>
            <p:ph type="pic" sz="quarter" idx="56"/>
          </p:nvPr>
        </p:nvSpPr>
        <p:spPr>
          <a:xfrm>
            <a:off x="829222" y="2194819"/>
            <a:ext cx="2520000" cy="1378643"/>
          </a:xfrm>
          <a:prstGeom prst="roundRect">
            <a:avLst>
              <a:gd name="adj" fmla="val 7648"/>
            </a:avLst>
          </a:prstGeom>
        </p:spPr>
        <p:txBody>
          <a:bodyPr lIns="36000" tIns="36000" rIns="36000" bIns="827999" anchor="b" anchorCtr="1">
            <a:noAutofit/>
          </a:bodyPr>
          <a:lstStyle>
            <a:lvl1pPr>
              <a:lnSpc>
                <a:spcPct val="100000"/>
              </a:lnSpc>
              <a:defRPr sz="800" b="0" i="0">
                <a:latin typeface="Arial" panose="020B0604020202020204" pitchFamily="34" charset="0"/>
                <a:cs typeface="Arial" panose="020B0604020202020204" pitchFamily="34" charset="0"/>
              </a:defRPr>
            </a:lvl1pPr>
          </a:lstStyle>
          <a:p>
            <a:r>
              <a:rPr lang="en-GB"/>
              <a:t>Click icon to add picture</a:t>
            </a:r>
            <a:endParaRPr lang="en-SK"/>
          </a:p>
        </p:txBody>
      </p:sp>
      <p:sp>
        <p:nvSpPr>
          <p:cNvPr id="11" name="Text Placeholder 75">
            <a:extLst>
              <a:ext uri="{FF2B5EF4-FFF2-40B4-BE49-F238E27FC236}">
                <a16:creationId xmlns:a16="http://schemas.microsoft.com/office/drawing/2014/main" id="{B9C81A42-82A9-BAB2-A899-563471A05425}"/>
              </a:ext>
            </a:extLst>
          </p:cNvPr>
          <p:cNvSpPr>
            <a:spLocks noGrp="1"/>
          </p:cNvSpPr>
          <p:nvPr>
            <p:ph type="body" sz="quarter" idx="62" hasCustomPrompt="1"/>
          </p:nvPr>
        </p:nvSpPr>
        <p:spPr>
          <a:xfrm>
            <a:off x="1036846" y="3850820"/>
            <a:ext cx="1512000" cy="864000"/>
          </a:xfrm>
        </p:spPr>
        <p:txBody>
          <a:bodyPr lIns="36000" tIns="36000" rIns="36000">
            <a:noAutofit/>
          </a:bodyPr>
          <a:lstStyle>
            <a:lvl1pPr>
              <a:lnSpc>
                <a:spcPct val="100000"/>
              </a:lnSpc>
              <a:defRPr sz="1600" b="1" i="0" baseline="0">
                <a:solidFill>
                  <a:srgbClr val="13322B"/>
                </a:solidFill>
                <a:latin typeface="Arial" panose="020B0604020202020204" pitchFamily="34" charset="0"/>
                <a:cs typeface="Arial" panose="020B0604020202020204" pitchFamily="34" charset="0"/>
              </a:defRPr>
            </a:lvl1pPr>
          </a:lstStyle>
          <a:p>
            <a:pPr lvl="0"/>
            <a:r>
              <a:rPr lang="en-GB"/>
              <a:t>Click to edit text</a:t>
            </a:r>
          </a:p>
        </p:txBody>
      </p:sp>
      <p:sp>
        <p:nvSpPr>
          <p:cNvPr id="14" name="Text Placeholder 16">
            <a:extLst>
              <a:ext uri="{FF2B5EF4-FFF2-40B4-BE49-F238E27FC236}">
                <a16:creationId xmlns:a16="http://schemas.microsoft.com/office/drawing/2014/main" id="{2C62655F-31AD-5C4A-4B23-2E25F7B3F4A1}"/>
              </a:ext>
            </a:extLst>
          </p:cNvPr>
          <p:cNvSpPr>
            <a:spLocks noGrp="1"/>
          </p:cNvSpPr>
          <p:nvPr>
            <p:ph type="body" sz="quarter" idx="73" hasCustomPrompt="1"/>
          </p:nvPr>
        </p:nvSpPr>
        <p:spPr>
          <a:xfrm>
            <a:off x="2635625" y="3850820"/>
            <a:ext cx="502512" cy="864000"/>
          </a:xfrm>
        </p:spPr>
        <p:txBody>
          <a:bodyPr lIns="36000" tIns="36000" rIns="36000" bIns="36000" anchor="t" anchorCtr="0">
            <a:noAutofit/>
          </a:bodyPr>
          <a:lstStyle>
            <a:lvl1pPr marL="9525" indent="0" algn="r">
              <a:lnSpc>
                <a:spcPct val="100000"/>
              </a:lnSpc>
              <a:tabLst/>
              <a:defRPr sz="2800" b="0" i="0">
                <a:solidFill>
                  <a:srgbClr val="13322B"/>
                </a:solidFill>
                <a:latin typeface="Arial" panose="020B0604020202020204" pitchFamily="34" charset="0"/>
                <a:cs typeface="Arial" panose="020B0604020202020204" pitchFamily="34" charset="0"/>
              </a:defRPr>
            </a:lvl1pPr>
          </a:lstStyle>
          <a:p>
            <a:pPr lvl="0"/>
            <a:r>
              <a:rPr lang="en-GB"/>
              <a:t>00</a:t>
            </a:r>
          </a:p>
        </p:txBody>
      </p:sp>
      <p:sp>
        <p:nvSpPr>
          <p:cNvPr id="15" name="Text Placeholder 75">
            <a:extLst>
              <a:ext uri="{FF2B5EF4-FFF2-40B4-BE49-F238E27FC236}">
                <a16:creationId xmlns:a16="http://schemas.microsoft.com/office/drawing/2014/main" id="{E5A3E196-E174-EE32-9061-E9254F084060}"/>
              </a:ext>
            </a:extLst>
          </p:cNvPr>
          <p:cNvSpPr>
            <a:spLocks noGrp="1"/>
          </p:cNvSpPr>
          <p:nvPr>
            <p:ph type="body" sz="quarter" idx="74" hasCustomPrompt="1"/>
          </p:nvPr>
        </p:nvSpPr>
        <p:spPr>
          <a:xfrm>
            <a:off x="3701388" y="3850820"/>
            <a:ext cx="1512000" cy="864000"/>
          </a:xfrm>
        </p:spPr>
        <p:txBody>
          <a:bodyPr lIns="36000" tIns="36000" rIns="36000">
            <a:noAutofit/>
          </a:bodyPr>
          <a:lstStyle>
            <a:lvl1pPr>
              <a:lnSpc>
                <a:spcPct val="100000"/>
              </a:lnSpc>
              <a:defRPr sz="1600" b="1" i="0" baseline="0">
                <a:solidFill>
                  <a:srgbClr val="13322B"/>
                </a:solidFill>
                <a:latin typeface="Arial" panose="020B0604020202020204" pitchFamily="34" charset="0"/>
                <a:cs typeface="Arial" panose="020B0604020202020204" pitchFamily="34" charset="0"/>
              </a:defRPr>
            </a:lvl1pPr>
          </a:lstStyle>
          <a:p>
            <a:pPr lvl="0"/>
            <a:r>
              <a:rPr lang="en-GB"/>
              <a:t>Click to edit text</a:t>
            </a:r>
          </a:p>
        </p:txBody>
      </p:sp>
      <p:sp>
        <p:nvSpPr>
          <p:cNvPr id="16" name="Text Placeholder 16">
            <a:extLst>
              <a:ext uri="{FF2B5EF4-FFF2-40B4-BE49-F238E27FC236}">
                <a16:creationId xmlns:a16="http://schemas.microsoft.com/office/drawing/2014/main" id="{F48670E2-281C-75BC-1837-B21B8FEE28E3}"/>
              </a:ext>
            </a:extLst>
          </p:cNvPr>
          <p:cNvSpPr>
            <a:spLocks noGrp="1"/>
          </p:cNvSpPr>
          <p:nvPr>
            <p:ph type="body" sz="quarter" idx="75" hasCustomPrompt="1"/>
          </p:nvPr>
        </p:nvSpPr>
        <p:spPr>
          <a:xfrm>
            <a:off x="5300167" y="3850820"/>
            <a:ext cx="502512" cy="864000"/>
          </a:xfrm>
        </p:spPr>
        <p:txBody>
          <a:bodyPr lIns="36000" tIns="36000" rIns="36000" bIns="36000" anchor="t" anchorCtr="0">
            <a:noAutofit/>
          </a:bodyPr>
          <a:lstStyle>
            <a:lvl1pPr marL="9525" indent="0" algn="r">
              <a:lnSpc>
                <a:spcPct val="100000"/>
              </a:lnSpc>
              <a:tabLst/>
              <a:defRPr sz="2800" b="0" i="0">
                <a:solidFill>
                  <a:srgbClr val="13322B"/>
                </a:solidFill>
                <a:latin typeface="Arial" panose="020B0604020202020204" pitchFamily="34" charset="0"/>
                <a:cs typeface="Arial" panose="020B0604020202020204" pitchFamily="34" charset="0"/>
              </a:defRPr>
            </a:lvl1pPr>
          </a:lstStyle>
          <a:p>
            <a:pPr lvl="0"/>
            <a:r>
              <a:rPr lang="en-GB"/>
              <a:t>00</a:t>
            </a:r>
          </a:p>
        </p:txBody>
      </p:sp>
      <p:sp>
        <p:nvSpPr>
          <p:cNvPr id="17" name="Text Placeholder 75">
            <a:extLst>
              <a:ext uri="{FF2B5EF4-FFF2-40B4-BE49-F238E27FC236}">
                <a16:creationId xmlns:a16="http://schemas.microsoft.com/office/drawing/2014/main" id="{5B276DEC-6EDD-3B43-C6FF-450E3CCACB76}"/>
              </a:ext>
            </a:extLst>
          </p:cNvPr>
          <p:cNvSpPr>
            <a:spLocks noGrp="1"/>
          </p:cNvSpPr>
          <p:nvPr>
            <p:ph type="body" sz="quarter" idx="76" hasCustomPrompt="1"/>
          </p:nvPr>
        </p:nvSpPr>
        <p:spPr>
          <a:xfrm>
            <a:off x="6365929" y="3850820"/>
            <a:ext cx="1512000" cy="864000"/>
          </a:xfrm>
        </p:spPr>
        <p:txBody>
          <a:bodyPr lIns="36000" tIns="36000" rIns="36000">
            <a:noAutofit/>
          </a:bodyPr>
          <a:lstStyle>
            <a:lvl1pPr>
              <a:lnSpc>
                <a:spcPct val="100000"/>
              </a:lnSpc>
              <a:defRPr sz="1600" b="1" i="0" baseline="0">
                <a:solidFill>
                  <a:srgbClr val="13322B"/>
                </a:solidFill>
                <a:latin typeface="Arial" panose="020B0604020202020204" pitchFamily="34" charset="0"/>
                <a:cs typeface="Arial" panose="020B0604020202020204" pitchFamily="34" charset="0"/>
              </a:defRPr>
            </a:lvl1pPr>
          </a:lstStyle>
          <a:p>
            <a:pPr lvl="0"/>
            <a:r>
              <a:rPr lang="en-GB"/>
              <a:t>Click to edit text</a:t>
            </a:r>
          </a:p>
        </p:txBody>
      </p:sp>
      <p:sp>
        <p:nvSpPr>
          <p:cNvPr id="28" name="Text Placeholder 16">
            <a:extLst>
              <a:ext uri="{FF2B5EF4-FFF2-40B4-BE49-F238E27FC236}">
                <a16:creationId xmlns:a16="http://schemas.microsoft.com/office/drawing/2014/main" id="{ADBD390B-276E-0134-ABDC-8C68FF26C83F}"/>
              </a:ext>
            </a:extLst>
          </p:cNvPr>
          <p:cNvSpPr>
            <a:spLocks noGrp="1"/>
          </p:cNvSpPr>
          <p:nvPr>
            <p:ph type="body" sz="quarter" idx="77" hasCustomPrompt="1"/>
          </p:nvPr>
        </p:nvSpPr>
        <p:spPr>
          <a:xfrm>
            <a:off x="7964708" y="3850820"/>
            <a:ext cx="502512" cy="864000"/>
          </a:xfrm>
        </p:spPr>
        <p:txBody>
          <a:bodyPr lIns="36000" tIns="36000" rIns="36000" bIns="36000" anchor="t" anchorCtr="0">
            <a:noAutofit/>
          </a:bodyPr>
          <a:lstStyle>
            <a:lvl1pPr marL="9525" indent="0" algn="r">
              <a:lnSpc>
                <a:spcPct val="100000"/>
              </a:lnSpc>
              <a:tabLst/>
              <a:defRPr sz="2800" b="0" i="0">
                <a:solidFill>
                  <a:srgbClr val="13322B"/>
                </a:solidFill>
                <a:latin typeface="Arial" panose="020B0604020202020204" pitchFamily="34" charset="0"/>
                <a:cs typeface="Arial" panose="020B0604020202020204" pitchFamily="34" charset="0"/>
              </a:defRPr>
            </a:lvl1pPr>
          </a:lstStyle>
          <a:p>
            <a:pPr lvl="0"/>
            <a:r>
              <a:rPr lang="en-GB"/>
              <a:t>00</a:t>
            </a:r>
          </a:p>
        </p:txBody>
      </p:sp>
      <p:sp>
        <p:nvSpPr>
          <p:cNvPr id="29" name="Text Placeholder 75">
            <a:extLst>
              <a:ext uri="{FF2B5EF4-FFF2-40B4-BE49-F238E27FC236}">
                <a16:creationId xmlns:a16="http://schemas.microsoft.com/office/drawing/2014/main" id="{79BFB435-1954-3DC7-B4D4-9353C1586799}"/>
              </a:ext>
            </a:extLst>
          </p:cNvPr>
          <p:cNvSpPr>
            <a:spLocks noGrp="1"/>
          </p:cNvSpPr>
          <p:nvPr>
            <p:ph type="body" sz="quarter" idx="78" hasCustomPrompt="1"/>
          </p:nvPr>
        </p:nvSpPr>
        <p:spPr>
          <a:xfrm>
            <a:off x="9040304" y="3850820"/>
            <a:ext cx="1512000" cy="864000"/>
          </a:xfrm>
        </p:spPr>
        <p:txBody>
          <a:bodyPr lIns="36000" tIns="36000" rIns="36000">
            <a:noAutofit/>
          </a:bodyPr>
          <a:lstStyle>
            <a:lvl1pPr>
              <a:lnSpc>
                <a:spcPct val="100000"/>
              </a:lnSpc>
              <a:defRPr sz="1600" b="1" i="0" baseline="0">
                <a:solidFill>
                  <a:srgbClr val="13322B"/>
                </a:solidFill>
                <a:latin typeface="Arial" panose="020B0604020202020204" pitchFamily="34" charset="0"/>
                <a:cs typeface="Arial" panose="020B0604020202020204" pitchFamily="34" charset="0"/>
              </a:defRPr>
            </a:lvl1pPr>
          </a:lstStyle>
          <a:p>
            <a:pPr lvl="0"/>
            <a:r>
              <a:rPr lang="en-GB"/>
              <a:t>Click to edit text</a:t>
            </a:r>
          </a:p>
        </p:txBody>
      </p:sp>
      <p:sp>
        <p:nvSpPr>
          <p:cNvPr id="30" name="Text Placeholder 16">
            <a:extLst>
              <a:ext uri="{FF2B5EF4-FFF2-40B4-BE49-F238E27FC236}">
                <a16:creationId xmlns:a16="http://schemas.microsoft.com/office/drawing/2014/main" id="{7C2BC845-53E3-4D90-0388-FDA6D262044D}"/>
              </a:ext>
            </a:extLst>
          </p:cNvPr>
          <p:cNvSpPr>
            <a:spLocks noGrp="1"/>
          </p:cNvSpPr>
          <p:nvPr>
            <p:ph type="body" sz="quarter" idx="79" hasCustomPrompt="1"/>
          </p:nvPr>
        </p:nvSpPr>
        <p:spPr>
          <a:xfrm>
            <a:off x="10639083" y="3850820"/>
            <a:ext cx="502512" cy="864000"/>
          </a:xfrm>
        </p:spPr>
        <p:txBody>
          <a:bodyPr lIns="36000" tIns="36000" rIns="36000" bIns="36000" anchor="t" anchorCtr="0">
            <a:noAutofit/>
          </a:bodyPr>
          <a:lstStyle>
            <a:lvl1pPr marL="9525" indent="0" algn="r">
              <a:lnSpc>
                <a:spcPct val="100000"/>
              </a:lnSpc>
              <a:tabLst/>
              <a:defRPr sz="2800" b="0" i="0">
                <a:solidFill>
                  <a:srgbClr val="13322B"/>
                </a:solidFill>
                <a:latin typeface="Arial" panose="020B0604020202020204" pitchFamily="34" charset="0"/>
                <a:cs typeface="Arial" panose="020B0604020202020204" pitchFamily="34" charset="0"/>
              </a:defRPr>
            </a:lvl1pPr>
          </a:lstStyle>
          <a:p>
            <a:pPr lvl="0"/>
            <a:r>
              <a:rPr lang="en-GB"/>
              <a:t>00</a:t>
            </a:r>
          </a:p>
        </p:txBody>
      </p:sp>
      <p:sp>
        <p:nvSpPr>
          <p:cNvPr id="3" name="Title 2">
            <a:extLst>
              <a:ext uri="{FF2B5EF4-FFF2-40B4-BE49-F238E27FC236}">
                <a16:creationId xmlns:a16="http://schemas.microsoft.com/office/drawing/2014/main" id="{B5065FD6-3495-971C-57C0-8CF098273354}"/>
              </a:ext>
            </a:extLst>
          </p:cNvPr>
          <p:cNvSpPr>
            <a:spLocks noGrp="1"/>
          </p:cNvSpPr>
          <p:nvPr>
            <p:ph type="title"/>
          </p:nvPr>
        </p:nvSpPr>
        <p:spPr/>
        <p:txBody>
          <a:bodyPr/>
          <a:lstStyle/>
          <a:p>
            <a:r>
              <a:rPr lang="en-GB"/>
              <a:t>Click to edit Master title</a:t>
            </a:r>
            <a:endParaRPr lang="en-SK"/>
          </a:p>
        </p:txBody>
      </p:sp>
      <p:sp>
        <p:nvSpPr>
          <p:cNvPr id="5" name="Text Placeholder 64">
            <a:extLst>
              <a:ext uri="{FF2B5EF4-FFF2-40B4-BE49-F238E27FC236}">
                <a16:creationId xmlns:a16="http://schemas.microsoft.com/office/drawing/2014/main" id="{82B573BC-9E49-2D65-A5E1-9F6CF86F113D}"/>
              </a:ext>
            </a:extLst>
          </p:cNvPr>
          <p:cNvSpPr>
            <a:spLocks noGrp="1"/>
          </p:cNvSpPr>
          <p:nvPr>
            <p:ph type="body" sz="quarter" idx="115" hasCustomPrompt="1"/>
          </p:nvPr>
        </p:nvSpPr>
        <p:spPr>
          <a:xfrm>
            <a:off x="828000" y="288000"/>
            <a:ext cx="7843612" cy="360000"/>
          </a:xfrm>
        </p:spPr>
        <p:txBody>
          <a:bodyPr anchor="ctr" anchorCtr="0"/>
          <a:lstStyle>
            <a:lvl1pPr>
              <a:defRPr b="1" i="1" baseline="0">
                <a:latin typeface="+mn-lt"/>
              </a:defRPr>
            </a:lvl1pPr>
          </a:lstStyle>
          <a:p>
            <a:pPr marL="0" marR="0" lvl="0" indent="0" algn="l" defTabSz="914318"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presentation title</a:t>
            </a:r>
            <a:endParaRPr lang="en-SK"/>
          </a:p>
        </p:txBody>
      </p:sp>
    </p:spTree>
    <p:extLst>
      <p:ext uri="{BB962C8B-B14F-4D97-AF65-F5344CB8AC3E}">
        <p14:creationId xmlns:p14="http://schemas.microsoft.com/office/powerpoint/2010/main" val="3189804305"/>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Elements_F">
    <p:bg>
      <p:bgPr>
        <a:solidFill>
          <a:srgbClr val="F9FAFC"/>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538C367-7F53-A83D-BB07-9E59D16FF90B}"/>
              </a:ext>
            </a:extLst>
          </p:cNvPr>
          <p:cNvSpPr>
            <a:spLocks noGrp="1"/>
          </p:cNvSpPr>
          <p:nvPr>
            <p:ph type="title"/>
          </p:nvPr>
        </p:nvSpPr>
        <p:spPr/>
        <p:txBody>
          <a:bodyPr/>
          <a:lstStyle/>
          <a:p>
            <a:r>
              <a:rPr lang="en-GB"/>
              <a:t>Click to edit Master title</a:t>
            </a:r>
            <a:endParaRPr lang="en-SK"/>
          </a:p>
        </p:txBody>
      </p:sp>
      <p:sp>
        <p:nvSpPr>
          <p:cNvPr id="36" name="Picture Placeholder 33">
            <a:extLst>
              <a:ext uri="{FF2B5EF4-FFF2-40B4-BE49-F238E27FC236}">
                <a16:creationId xmlns:a16="http://schemas.microsoft.com/office/drawing/2014/main" id="{F5949411-7B00-E195-9158-4C10DC05AEFF}"/>
              </a:ext>
            </a:extLst>
          </p:cNvPr>
          <p:cNvSpPr>
            <a:spLocks noGrp="1"/>
          </p:cNvSpPr>
          <p:nvPr>
            <p:ph type="pic" sz="quarter" idx="81"/>
          </p:nvPr>
        </p:nvSpPr>
        <p:spPr>
          <a:xfrm>
            <a:off x="8820000" y="2309139"/>
            <a:ext cx="2520000" cy="3920871"/>
          </a:xfrm>
          <a:prstGeom prst="roundRect">
            <a:avLst>
              <a:gd name="adj" fmla="val 7648"/>
            </a:avLst>
          </a:prstGeom>
          <a:solidFill>
            <a:srgbClr val="D0C5FB"/>
          </a:solidFill>
        </p:spPr>
        <p:txBody>
          <a:bodyPr lIns="36000" tIns="36000" rIns="36000" bIns="36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picture</a:t>
            </a:r>
            <a:endParaRPr lang="en-SK"/>
          </a:p>
        </p:txBody>
      </p:sp>
      <p:sp>
        <p:nvSpPr>
          <p:cNvPr id="37" name="Picture Placeholder 33">
            <a:extLst>
              <a:ext uri="{FF2B5EF4-FFF2-40B4-BE49-F238E27FC236}">
                <a16:creationId xmlns:a16="http://schemas.microsoft.com/office/drawing/2014/main" id="{240F1B1A-F05A-6BCA-3BD2-8B07E7CE6819}"/>
              </a:ext>
            </a:extLst>
          </p:cNvPr>
          <p:cNvSpPr>
            <a:spLocks noGrp="1"/>
          </p:cNvSpPr>
          <p:nvPr>
            <p:ph type="pic" sz="quarter" idx="82"/>
          </p:nvPr>
        </p:nvSpPr>
        <p:spPr>
          <a:xfrm>
            <a:off x="6157407" y="2309139"/>
            <a:ext cx="2520000" cy="3920871"/>
          </a:xfrm>
          <a:prstGeom prst="roundRect">
            <a:avLst>
              <a:gd name="adj" fmla="val 7648"/>
            </a:avLst>
          </a:prstGeom>
          <a:solidFill>
            <a:srgbClr val="D0DEBB"/>
          </a:solidFill>
        </p:spPr>
        <p:txBody>
          <a:bodyPr lIns="36000" tIns="36000" rIns="36000" bIns="36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picture</a:t>
            </a:r>
            <a:endParaRPr lang="en-SK"/>
          </a:p>
        </p:txBody>
      </p:sp>
      <p:sp>
        <p:nvSpPr>
          <p:cNvPr id="38" name="Picture Placeholder 33">
            <a:extLst>
              <a:ext uri="{FF2B5EF4-FFF2-40B4-BE49-F238E27FC236}">
                <a16:creationId xmlns:a16="http://schemas.microsoft.com/office/drawing/2014/main" id="{38CFF189-B7CB-EA81-DB68-A2A5FF42B2AB}"/>
              </a:ext>
            </a:extLst>
          </p:cNvPr>
          <p:cNvSpPr>
            <a:spLocks noGrp="1"/>
          </p:cNvSpPr>
          <p:nvPr>
            <p:ph type="pic" sz="quarter" idx="83"/>
          </p:nvPr>
        </p:nvSpPr>
        <p:spPr>
          <a:xfrm>
            <a:off x="3499967" y="2309139"/>
            <a:ext cx="2520000" cy="3920871"/>
          </a:xfrm>
          <a:prstGeom prst="roundRect">
            <a:avLst>
              <a:gd name="adj" fmla="val 7648"/>
            </a:avLst>
          </a:prstGeom>
          <a:solidFill>
            <a:srgbClr val="33FF99"/>
          </a:solidFill>
        </p:spPr>
        <p:txBody>
          <a:bodyPr lIns="36000" tIns="36000" rIns="36000" bIns="36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picture</a:t>
            </a:r>
            <a:endParaRPr lang="en-SK"/>
          </a:p>
        </p:txBody>
      </p:sp>
      <p:sp>
        <p:nvSpPr>
          <p:cNvPr id="39" name="Picture Placeholder 33">
            <a:extLst>
              <a:ext uri="{FF2B5EF4-FFF2-40B4-BE49-F238E27FC236}">
                <a16:creationId xmlns:a16="http://schemas.microsoft.com/office/drawing/2014/main" id="{E07A4F5F-396A-F1E2-5D2D-CAF67D40F51C}"/>
              </a:ext>
            </a:extLst>
          </p:cNvPr>
          <p:cNvSpPr>
            <a:spLocks noGrp="1"/>
          </p:cNvSpPr>
          <p:nvPr>
            <p:ph type="pic" sz="quarter" idx="84"/>
          </p:nvPr>
        </p:nvSpPr>
        <p:spPr>
          <a:xfrm>
            <a:off x="829222" y="2309139"/>
            <a:ext cx="2520000" cy="3920871"/>
          </a:xfrm>
          <a:prstGeom prst="roundRect">
            <a:avLst>
              <a:gd name="adj" fmla="val 7648"/>
            </a:avLst>
          </a:prstGeom>
          <a:solidFill>
            <a:srgbClr val="D9E1E2"/>
          </a:solidFill>
        </p:spPr>
        <p:txBody>
          <a:bodyPr lIns="36000" tIns="36000" rIns="36000" bIns="36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picture</a:t>
            </a:r>
            <a:endParaRPr lang="en-SK"/>
          </a:p>
        </p:txBody>
      </p:sp>
      <p:sp>
        <p:nvSpPr>
          <p:cNvPr id="40" name="Text Placeholder 16">
            <a:extLst>
              <a:ext uri="{FF2B5EF4-FFF2-40B4-BE49-F238E27FC236}">
                <a16:creationId xmlns:a16="http://schemas.microsoft.com/office/drawing/2014/main" id="{3A5C83F7-79B9-9F60-32C6-B7E06A67D7C9}"/>
              </a:ext>
            </a:extLst>
          </p:cNvPr>
          <p:cNvSpPr>
            <a:spLocks noGrp="1"/>
          </p:cNvSpPr>
          <p:nvPr>
            <p:ph type="body" sz="quarter" idx="35" hasCustomPrompt="1"/>
          </p:nvPr>
        </p:nvSpPr>
        <p:spPr>
          <a:xfrm>
            <a:off x="6365930" y="3477223"/>
            <a:ext cx="2101290" cy="2372777"/>
          </a:xfrm>
        </p:spPr>
        <p:txBody>
          <a:bodyPr lIns="36000" tIns="36000" rIns="36000">
            <a:noAutofit/>
          </a:bodyPr>
          <a:lstStyle>
            <a:lvl1pPr marL="9525" indent="0">
              <a:lnSpc>
                <a:spcPct val="100000"/>
              </a:lnSpc>
              <a:tabLst/>
              <a:defRPr b="0" i="0">
                <a:latin typeface="Arial" panose="020B0604020202020204" pitchFamily="34" charset="0"/>
                <a:cs typeface="Arial" panose="020B0604020202020204" pitchFamily="34" charset="0"/>
              </a:defRPr>
            </a:lvl1pPr>
          </a:lstStyle>
          <a:p>
            <a:pPr lvl="0"/>
            <a:r>
              <a:rPr lang="en-GB"/>
              <a:t>Click to edit text</a:t>
            </a:r>
          </a:p>
        </p:txBody>
      </p:sp>
      <p:sp>
        <p:nvSpPr>
          <p:cNvPr id="41" name="Text Placeholder 16">
            <a:extLst>
              <a:ext uri="{FF2B5EF4-FFF2-40B4-BE49-F238E27FC236}">
                <a16:creationId xmlns:a16="http://schemas.microsoft.com/office/drawing/2014/main" id="{1CD6E1CF-87F0-8AE3-97FF-C068A75DBB2C}"/>
              </a:ext>
            </a:extLst>
          </p:cNvPr>
          <p:cNvSpPr>
            <a:spLocks noGrp="1"/>
          </p:cNvSpPr>
          <p:nvPr>
            <p:ph type="body" sz="quarter" idx="48" hasCustomPrompt="1"/>
          </p:nvPr>
        </p:nvSpPr>
        <p:spPr>
          <a:xfrm>
            <a:off x="9040304" y="3477223"/>
            <a:ext cx="2101290" cy="2372777"/>
          </a:xfrm>
        </p:spPr>
        <p:txBody>
          <a:bodyPr lIns="36000" tIns="36000" rIns="36000">
            <a:noAutofit/>
          </a:bodyPr>
          <a:lstStyle>
            <a:lvl1pPr marL="9525" indent="0">
              <a:lnSpc>
                <a:spcPct val="100000"/>
              </a:lnSpc>
              <a:tabLst/>
              <a:defRPr b="0" i="0">
                <a:latin typeface="Arial" panose="020B0604020202020204" pitchFamily="34" charset="0"/>
                <a:cs typeface="Arial" panose="020B0604020202020204" pitchFamily="34" charset="0"/>
              </a:defRPr>
            </a:lvl1pPr>
          </a:lstStyle>
          <a:p>
            <a:pPr lvl="0"/>
            <a:r>
              <a:rPr lang="en-GB"/>
              <a:t>Click to edit text</a:t>
            </a:r>
          </a:p>
        </p:txBody>
      </p:sp>
      <p:sp>
        <p:nvSpPr>
          <p:cNvPr id="42" name="Text Placeholder 16">
            <a:extLst>
              <a:ext uri="{FF2B5EF4-FFF2-40B4-BE49-F238E27FC236}">
                <a16:creationId xmlns:a16="http://schemas.microsoft.com/office/drawing/2014/main" id="{420427B0-A76F-828C-8753-BFCA6CC57A93}"/>
              </a:ext>
            </a:extLst>
          </p:cNvPr>
          <p:cNvSpPr>
            <a:spLocks noGrp="1"/>
          </p:cNvSpPr>
          <p:nvPr>
            <p:ph type="body" sz="quarter" idx="50" hasCustomPrompt="1"/>
          </p:nvPr>
        </p:nvSpPr>
        <p:spPr>
          <a:xfrm>
            <a:off x="3701388" y="3477223"/>
            <a:ext cx="2101290" cy="2372777"/>
          </a:xfrm>
        </p:spPr>
        <p:txBody>
          <a:bodyPr lIns="36000" tIns="36000" rIns="36000">
            <a:noAutofit/>
          </a:bodyPr>
          <a:lstStyle>
            <a:lvl1pPr marL="9525" indent="0">
              <a:lnSpc>
                <a:spcPct val="100000"/>
              </a:lnSpc>
              <a:tabLst/>
              <a:defRPr b="0" i="0">
                <a:latin typeface="Arial" panose="020B0604020202020204" pitchFamily="34" charset="0"/>
                <a:cs typeface="Arial" panose="020B0604020202020204" pitchFamily="34" charset="0"/>
              </a:defRPr>
            </a:lvl1pPr>
          </a:lstStyle>
          <a:p>
            <a:pPr lvl="0"/>
            <a:r>
              <a:rPr lang="en-GB"/>
              <a:t>Click to edit text</a:t>
            </a:r>
          </a:p>
        </p:txBody>
      </p:sp>
      <p:sp>
        <p:nvSpPr>
          <p:cNvPr id="43" name="Text Placeholder 16">
            <a:extLst>
              <a:ext uri="{FF2B5EF4-FFF2-40B4-BE49-F238E27FC236}">
                <a16:creationId xmlns:a16="http://schemas.microsoft.com/office/drawing/2014/main" id="{79ED22BC-25AB-5AB8-DD44-335DB8BA1181}"/>
              </a:ext>
            </a:extLst>
          </p:cNvPr>
          <p:cNvSpPr>
            <a:spLocks noGrp="1"/>
          </p:cNvSpPr>
          <p:nvPr>
            <p:ph type="body" sz="quarter" idx="52" hasCustomPrompt="1"/>
          </p:nvPr>
        </p:nvSpPr>
        <p:spPr>
          <a:xfrm>
            <a:off x="1036846" y="3477223"/>
            <a:ext cx="2101290" cy="2372775"/>
          </a:xfrm>
        </p:spPr>
        <p:txBody>
          <a:bodyPr lIns="36000" tIns="36000" rIns="36000">
            <a:noAutofit/>
          </a:bodyPr>
          <a:lstStyle>
            <a:lvl1pPr marL="9525" indent="0">
              <a:lnSpc>
                <a:spcPct val="100000"/>
              </a:lnSpc>
              <a:tabLst/>
              <a:defRPr b="0" i="0">
                <a:solidFill>
                  <a:srgbClr val="13322B"/>
                </a:solidFill>
                <a:latin typeface="Arial" panose="020B0604020202020204" pitchFamily="34" charset="0"/>
                <a:cs typeface="Arial" panose="020B0604020202020204" pitchFamily="34" charset="0"/>
              </a:defRPr>
            </a:lvl1pPr>
          </a:lstStyle>
          <a:p>
            <a:pPr lvl="0"/>
            <a:r>
              <a:rPr lang="en-GB"/>
              <a:t>Click to edit text</a:t>
            </a:r>
          </a:p>
        </p:txBody>
      </p:sp>
      <p:sp>
        <p:nvSpPr>
          <p:cNvPr id="44" name="Text Placeholder 75">
            <a:extLst>
              <a:ext uri="{FF2B5EF4-FFF2-40B4-BE49-F238E27FC236}">
                <a16:creationId xmlns:a16="http://schemas.microsoft.com/office/drawing/2014/main" id="{BA80A17A-2650-5078-6FC0-B7BAF34B563C}"/>
              </a:ext>
            </a:extLst>
          </p:cNvPr>
          <p:cNvSpPr>
            <a:spLocks noGrp="1"/>
          </p:cNvSpPr>
          <p:nvPr>
            <p:ph type="body" sz="quarter" idx="62" hasCustomPrompt="1"/>
          </p:nvPr>
        </p:nvSpPr>
        <p:spPr>
          <a:xfrm>
            <a:off x="1036846" y="2451960"/>
            <a:ext cx="1512000" cy="864000"/>
          </a:xfrm>
        </p:spPr>
        <p:txBody>
          <a:bodyPr lIns="36000" tIns="36000" rIns="36000">
            <a:noAutofit/>
          </a:bodyPr>
          <a:lstStyle>
            <a:lvl1pPr>
              <a:lnSpc>
                <a:spcPct val="100000"/>
              </a:lnSpc>
              <a:defRPr sz="1600" b="1" i="0">
                <a:solidFill>
                  <a:srgbClr val="13322B"/>
                </a:solidFill>
                <a:latin typeface="Arial" panose="020B0604020202020204" pitchFamily="34" charset="0"/>
                <a:cs typeface="Arial" panose="020B0604020202020204" pitchFamily="34" charset="0"/>
              </a:defRPr>
            </a:lvl1pPr>
          </a:lstStyle>
          <a:p>
            <a:pPr lvl="0"/>
            <a:r>
              <a:rPr lang="en-GB"/>
              <a:t>Click to edit text</a:t>
            </a:r>
          </a:p>
        </p:txBody>
      </p:sp>
      <p:sp>
        <p:nvSpPr>
          <p:cNvPr id="45" name="Text Placeholder 16">
            <a:extLst>
              <a:ext uri="{FF2B5EF4-FFF2-40B4-BE49-F238E27FC236}">
                <a16:creationId xmlns:a16="http://schemas.microsoft.com/office/drawing/2014/main" id="{AA1308F4-0A4C-1F30-1784-A444AADEFE4E}"/>
              </a:ext>
            </a:extLst>
          </p:cNvPr>
          <p:cNvSpPr>
            <a:spLocks noGrp="1"/>
          </p:cNvSpPr>
          <p:nvPr>
            <p:ph type="body" sz="quarter" idx="73" hasCustomPrompt="1"/>
          </p:nvPr>
        </p:nvSpPr>
        <p:spPr>
          <a:xfrm>
            <a:off x="2635625" y="2451960"/>
            <a:ext cx="502512" cy="864000"/>
          </a:xfrm>
        </p:spPr>
        <p:txBody>
          <a:bodyPr lIns="36000" tIns="36000" rIns="36000" bIns="36000" anchor="t" anchorCtr="0">
            <a:noAutofit/>
          </a:bodyPr>
          <a:lstStyle>
            <a:lvl1pPr marL="9525" indent="0" algn="r">
              <a:lnSpc>
                <a:spcPct val="100000"/>
              </a:lnSpc>
              <a:tabLst/>
              <a:defRPr sz="2800" b="0" i="0">
                <a:solidFill>
                  <a:srgbClr val="13322B"/>
                </a:solidFill>
                <a:latin typeface="Arial" panose="020B0604020202020204" pitchFamily="34" charset="0"/>
                <a:cs typeface="Arial" panose="020B0604020202020204" pitchFamily="34" charset="0"/>
              </a:defRPr>
            </a:lvl1pPr>
          </a:lstStyle>
          <a:p>
            <a:pPr lvl="0"/>
            <a:r>
              <a:rPr lang="en-GB"/>
              <a:t>00</a:t>
            </a:r>
          </a:p>
        </p:txBody>
      </p:sp>
      <p:sp>
        <p:nvSpPr>
          <p:cNvPr id="46" name="Text Placeholder 75">
            <a:extLst>
              <a:ext uri="{FF2B5EF4-FFF2-40B4-BE49-F238E27FC236}">
                <a16:creationId xmlns:a16="http://schemas.microsoft.com/office/drawing/2014/main" id="{398D3A8B-6F41-F785-FDDE-A4E4C8534BA8}"/>
              </a:ext>
            </a:extLst>
          </p:cNvPr>
          <p:cNvSpPr>
            <a:spLocks noGrp="1"/>
          </p:cNvSpPr>
          <p:nvPr>
            <p:ph type="body" sz="quarter" idx="74" hasCustomPrompt="1"/>
          </p:nvPr>
        </p:nvSpPr>
        <p:spPr>
          <a:xfrm>
            <a:off x="3701388" y="2451960"/>
            <a:ext cx="1512000" cy="864000"/>
          </a:xfrm>
        </p:spPr>
        <p:txBody>
          <a:bodyPr lIns="36000" tIns="36000" rIns="36000">
            <a:noAutofit/>
          </a:bodyPr>
          <a:lstStyle>
            <a:lvl1pPr>
              <a:lnSpc>
                <a:spcPct val="100000"/>
              </a:lnSpc>
              <a:defRPr sz="1600" b="1" i="0">
                <a:solidFill>
                  <a:srgbClr val="13322B"/>
                </a:solidFill>
                <a:latin typeface="Arial" panose="020B0604020202020204" pitchFamily="34" charset="0"/>
                <a:cs typeface="Arial" panose="020B0604020202020204" pitchFamily="34" charset="0"/>
              </a:defRPr>
            </a:lvl1pPr>
          </a:lstStyle>
          <a:p>
            <a:pPr lvl="0"/>
            <a:r>
              <a:rPr lang="en-GB"/>
              <a:t>Click to edit text</a:t>
            </a:r>
          </a:p>
        </p:txBody>
      </p:sp>
      <p:sp>
        <p:nvSpPr>
          <p:cNvPr id="47" name="Text Placeholder 16">
            <a:extLst>
              <a:ext uri="{FF2B5EF4-FFF2-40B4-BE49-F238E27FC236}">
                <a16:creationId xmlns:a16="http://schemas.microsoft.com/office/drawing/2014/main" id="{B29AEAA1-581D-0976-DFBE-4A566EF3D436}"/>
              </a:ext>
            </a:extLst>
          </p:cNvPr>
          <p:cNvSpPr>
            <a:spLocks noGrp="1"/>
          </p:cNvSpPr>
          <p:nvPr>
            <p:ph type="body" sz="quarter" idx="75" hasCustomPrompt="1"/>
          </p:nvPr>
        </p:nvSpPr>
        <p:spPr>
          <a:xfrm>
            <a:off x="5300167" y="2451960"/>
            <a:ext cx="502512" cy="864000"/>
          </a:xfrm>
        </p:spPr>
        <p:txBody>
          <a:bodyPr lIns="36000" tIns="36000" rIns="36000" bIns="36000" anchor="t" anchorCtr="0">
            <a:noAutofit/>
          </a:bodyPr>
          <a:lstStyle>
            <a:lvl1pPr marL="9525" indent="0" algn="r">
              <a:lnSpc>
                <a:spcPct val="100000"/>
              </a:lnSpc>
              <a:tabLst/>
              <a:defRPr sz="2800" b="0" i="0">
                <a:solidFill>
                  <a:srgbClr val="13322B"/>
                </a:solidFill>
                <a:latin typeface="Arial" panose="020B0604020202020204" pitchFamily="34" charset="0"/>
                <a:cs typeface="Arial" panose="020B0604020202020204" pitchFamily="34" charset="0"/>
              </a:defRPr>
            </a:lvl1pPr>
          </a:lstStyle>
          <a:p>
            <a:pPr lvl="0"/>
            <a:r>
              <a:rPr lang="en-GB"/>
              <a:t>00</a:t>
            </a:r>
          </a:p>
        </p:txBody>
      </p:sp>
      <p:sp>
        <p:nvSpPr>
          <p:cNvPr id="48" name="Text Placeholder 75">
            <a:extLst>
              <a:ext uri="{FF2B5EF4-FFF2-40B4-BE49-F238E27FC236}">
                <a16:creationId xmlns:a16="http://schemas.microsoft.com/office/drawing/2014/main" id="{30242587-5814-CF2F-7613-BE14E1879019}"/>
              </a:ext>
            </a:extLst>
          </p:cNvPr>
          <p:cNvSpPr>
            <a:spLocks noGrp="1"/>
          </p:cNvSpPr>
          <p:nvPr>
            <p:ph type="body" sz="quarter" idx="76" hasCustomPrompt="1"/>
          </p:nvPr>
        </p:nvSpPr>
        <p:spPr>
          <a:xfrm>
            <a:off x="6365929" y="2451960"/>
            <a:ext cx="1512000" cy="864000"/>
          </a:xfrm>
        </p:spPr>
        <p:txBody>
          <a:bodyPr lIns="36000" tIns="36000" rIns="36000">
            <a:noAutofit/>
          </a:bodyPr>
          <a:lstStyle>
            <a:lvl1pPr>
              <a:lnSpc>
                <a:spcPct val="100000"/>
              </a:lnSpc>
              <a:defRPr sz="1600" b="1" i="0">
                <a:solidFill>
                  <a:srgbClr val="13322B"/>
                </a:solidFill>
                <a:latin typeface="Arial" panose="020B0604020202020204" pitchFamily="34" charset="0"/>
                <a:cs typeface="Arial" panose="020B0604020202020204" pitchFamily="34" charset="0"/>
              </a:defRPr>
            </a:lvl1pPr>
          </a:lstStyle>
          <a:p>
            <a:pPr lvl="0"/>
            <a:r>
              <a:rPr lang="en-GB"/>
              <a:t>Click to edit text</a:t>
            </a:r>
          </a:p>
        </p:txBody>
      </p:sp>
      <p:sp>
        <p:nvSpPr>
          <p:cNvPr id="49" name="Text Placeholder 16">
            <a:extLst>
              <a:ext uri="{FF2B5EF4-FFF2-40B4-BE49-F238E27FC236}">
                <a16:creationId xmlns:a16="http://schemas.microsoft.com/office/drawing/2014/main" id="{D3DDC5E5-64D7-9DA8-AA7A-D15976436551}"/>
              </a:ext>
            </a:extLst>
          </p:cNvPr>
          <p:cNvSpPr>
            <a:spLocks noGrp="1"/>
          </p:cNvSpPr>
          <p:nvPr>
            <p:ph type="body" sz="quarter" idx="77" hasCustomPrompt="1"/>
          </p:nvPr>
        </p:nvSpPr>
        <p:spPr>
          <a:xfrm>
            <a:off x="7964708" y="2451960"/>
            <a:ext cx="502512" cy="864000"/>
          </a:xfrm>
        </p:spPr>
        <p:txBody>
          <a:bodyPr lIns="36000" tIns="36000" rIns="36000" bIns="36000" anchor="t" anchorCtr="0">
            <a:noAutofit/>
          </a:bodyPr>
          <a:lstStyle>
            <a:lvl1pPr marL="9525" indent="0" algn="r">
              <a:lnSpc>
                <a:spcPct val="100000"/>
              </a:lnSpc>
              <a:tabLst/>
              <a:defRPr sz="2800" b="0" i="0">
                <a:solidFill>
                  <a:srgbClr val="13322B"/>
                </a:solidFill>
                <a:latin typeface="Arial" panose="020B0604020202020204" pitchFamily="34" charset="0"/>
                <a:cs typeface="Arial" panose="020B0604020202020204" pitchFamily="34" charset="0"/>
              </a:defRPr>
            </a:lvl1pPr>
          </a:lstStyle>
          <a:p>
            <a:pPr lvl="0"/>
            <a:r>
              <a:rPr lang="en-GB"/>
              <a:t>00</a:t>
            </a:r>
          </a:p>
        </p:txBody>
      </p:sp>
      <p:sp>
        <p:nvSpPr>
          <p:cNvPr id="50" name="Text Placeholder 75">
            <a:extLst>
              <a:ext uri="{FF2B5EF4-FFF2-40B4-BE49-F238E27FC236}">
                <a16:creationId xmlns:a16="http://schemas.microsoft.com/office/drawing/2014/main" id="{34E2EC79-1B2E-F6C1-9578-0C5B7412D197}"/>
              </a:ext>
            </a:extLst>
          </p:cNvPr>
          <p:cNvSpPr>
            <a:spLocks noGrp="1"/>
          </p:cNvSpPr>
          <p:nvPr>
            <p:ph type="body" sz="quarter" idx="78" hasCustomPrompt="1"/>
          </p:nvPr>
        </p:nvSpPr>
        <p:spPr>
          <a:xfrm>
            <a:off x="9040304" y="2451960"/>
            <a:ext cx="1512000" cy="864000"/>
          </a:xfrm>
        </p:spPr>
        <p:txBody>
          <a:bodyPr lIns="36000" tIns="36000" rIns="36000">
            <a:noAutofit/>
          </a:bodyPr>
          <a:lstStyle>
            <a:lvl1pPr>
              <a:lnSpc>
                <a:spcPct val="100000"/>
              </a:lnSpc>
              <a:defRPr sz="1600" b="1" i="0">
                <a:solidFill>
                  <a:srgbClr val="13322B"/>
                </a:solidFill>
                <a:latin typeface="Arial" panose="020B0604020202020204" pitchFamily="34" charset="0"/>
                <a:cs typeface="Arial" panose="020B0604020202020204" pitchFamily="34" charset="0"/>
              </a:defRPr>
            </a:lvl1pPr>
          </a:lstStyle>
          <a:p>
            <a:pPr lvl="0"/>
            <a:r>
              <a:rPr lang="en-GB"/>
              <a:t>Click to edit text</a:t>
            </a:r>
          </a:p>
        </p:txBody>
      </p:sp>
      <p:sp>
        <p:nvSpPr>
          <p:cNvPr id="51" name="Text Placeholder 16">
            <a:extLst>
              <a:ext uri="{FF2B5EF4-FFF2-40B4-BE49-F238E27FC236}">
                <a16:creationId xmlns:a16="http://schemas.microsoft.com/office/drawing/2014/main" id="{78999B16-6A4B-FB5D-0972-49A57FC5BFE8}"/>
              </a:ext>
            </a:extLst>
          </p:cNvPr>
          <p:cNvSpPr>
            <a:spLocks noGrp="1"/>
          </p:cNvSpPr>
          <p:nvPr>
            <p:ph type="body" sz="quarter" idx="79" hasCustomPrompt="1"/>
          </p:nvPr>
        </p:nvSpPr>
        <p:spPr>
          <a:xfrm>
            <a:off x="10639083" y="2451960"/>
            <a:ext cx="502512" cy="864000"/>
          </a:xfrm>
        </p:spPr>
        <p:txBody>
          <a:bodyPr lIns="36000" tIns="36000" rIns="36000" bIns="36000" anchor="t" anchorCtr="0">
            <a:noAutofit/>
          </a:bodyPr>
          <a:lstStyle>
            <a:lvl1pPr marL="9525" indent="0" algn="r">
              <a:lnSpc>
                <a:spcPct val="100000"/>
              </a:lnSpc>
              <a:tabLst/>
              <a:defRPr sz="2800" b="0" i="0">
                <a:solidFill>
                  <a:srgbClr val="13322B"/>
                </a:solidFill>
                <a:latin typeface="Arial" panose="020B0604020202020204" pitchFamily="34" charset="0"/>
                <a:cs typeface="Arial" panose="020B0604020202020204" pitchFamily="34" charset="0"/>
              </a:defRPr>
            </a:lvl1pPr>
          </a:lstStyle>
          <a:p>
            <a:pPr lvl="0"/>
            <a:r>
              <a:rPr lang="en-GB"/>
              <a:t>00</a:t>
            </a:r>
          </a:p>
        </p:txBody>
      </p:sp>
      <p:sp>
        <p:nvSpPr>
          <p:cNvPr id="2" name="Text Placeholder 64">
            <a:extLst>
              <a:ext uri="{FF2B5EF4-FFF2-40B4-BE49-F238E27FC236}">
                <a16:creationId xmlns:a16="http://schemas.microsoft.com/office/drawing/2014/main" id="{175D7647-2799-9EDD-8DD6-1725B56E3C59}"/>
              </a:ext>
            </a:extLst>
          </p:cNvPr>
          <p:cNvSpPr>
            <a:spLocks noGrp="1"/>
          </p:cNvSpPr>
          <p:nvPr>
            <p:ph type="body" sz="quarter" idx="115" hasCustomPrompt="1"/>
          </p:nvPr>
        </p:nvSpPr>
        <p:spPr>
          <a:xfrm>
            <a:off x="828000" y="288000"/>
            <a:ext cx="7843612" cy="360000"/>
          </a:xfrm>
        </p:spPr>
        <p:txBody>
          <a:bodyPr anchor="ctr" anchorCtr="0"/>
          <a:lstStyle>
            <a:lvl1pPr>
              <a:defRPr b="1" i="1" baseline="0">
                <a:latin typeface="+mn-lt"/>
              </a:defRPr>
            </a:lvl1pPr>
          </a:lstStyle>
          <a:p>
            <a:pPr marL="0" marR="0" lvl="0" indent="0" algn="l" defTabSz="914318"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presentation title</a:t>
            </a:r>
            <a:endParaRPr lang="en-SK"/>
          </a:p>
        </p:txBody>
      </p:sp>
    </p:spTree>
    <p:extLst>
      <p:ext uri="{BB962C8B-B14F-4D97-AF65-F5344CB8AC3E}">
        <p14:creationId xmlns:p14="http://schemas.microsoft.com/office/powerpoint/2010/main" val="3933369030"/>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Elements_G">
    <p:bg>
      <p:bgPr>
        <a:solidFill>
          <a:srgbClr val="F9FAFC"/>
        </a:solidFill>
        <a:effectLst/>
      </p:bgPr>
    </p:bg>
    <p:spTree>
      <p:nvGrpSpPr>
        <p:cNvPr id="1" name=""/>
        <p:cNvGrpSpPr/>
        <p:nvPr/>
      </p:nvGrpSpPr>
      <p:grpSpPr>
        <a:xfrm>
          <a:off x="0" y="0"/>
          <a:ext cx="0" cy="0"/>
          <a:chOff x="0" y="0"/>
          <a:chExt cx="0" cy="0"/>
        </a:xfrm>
      </p:grpSpPr>
      <p:sp>
        <p:nvSpPr>
          <p:cNvPr id="8" name="Picture Placeholder 33">
            <a:extLst>
              <a:ext uri="{FF2B5EF4-FFF2-40B4-BE49-F238E27FC236}">
                <a16:creationId xmlns:a16="http://schemas.microsoft.com/office/drawing/2014/main" id="{DDFF5AC6-85CA-231F-686C-55E157061FA5}"/>
              </a:ext>
            </a:extLst>
          </p:cNvPr>
          <p:cNvSpPr>
            <a:spLocks noGrp="1"/>
          </p:cNvSpPr>
          <p:nvPr>
            <p:ph type="pic" sz="quarter" idx="80"/>
          </p:nvPr>
        </p:nvSpPr>
        <p:spPr>
          <a:xfrm>
            <a:off x="8797927" y="3681413"/>
            <a:ext cx="2554286" cy="2555875"/>
          </a:xfrm>
          <a:prstGeom prst="roundRect">
            <a:avLst>
              <a:gd name="adj" fmla="val 7648"/>
            </a:avLst>
          </a:prstGeom>
          <a:solidFill>
            <a:srgbClr val="D0C5FB"/>
          </a:solidFill>
        </p:spPr>
        <p:txBody>
          <a:bodyPr lIns="36000" tIns="36000" rIns="36000" bIns="36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picture</a:t>
            </a:r>
            <a:endParaRPr lang="en-SK"/>
          </a:p>
        </p:txBody>
      </p:sp>
      <p:sp>
        <p:nvSpPr>
          <p:cNvPr id="12" name="Picture Placeholder 33">
            <a:extLst>
              <a:ext uri="{FF2B5EF4-FFF2-40B4-BE49-F238E27FC236}">
                <a16:creationId xmlns:a16="http://schemas.microsoft.com/office/drawing/2014/main" id="{682E79C7-3100-B135-EE7D-C66A5AB5AFD9}"/>
              </a:ext>
            </a:extLst>
          </p:cNvPr>
          <p:cNvSpPr>
            <a:spLocks noGrp="1"/>
          </p:cNvSpPr>
          <p:nvPr>
            <p:ph type="pic" sz="quarter" idx="81"/>
          </p:nvPr>
        </p:nvSpPr>
        <p:spPr>
          <a:xfrm>
            <a:off x="6132513" y="3681413"/>
            <a:ext cx="2557463" cy="2555875"/>
          </a:xfrm>
          <a:prstGeom prst="roundRect">
            <a:avLst>
              <a:gd name="adj" fmla="val 7648"/>
            </a:avLst>
          </a:prstGeom>
          <a:solidFill>
            <a:srgbClr val="D0DEBB"/>
          </a:solidFill>
        </p:spPr>
        <p:txBody>
          <a:bodyPr lIns="36000" tIns="36000" rIns="36000" bIns="36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picture</a:t>
            </a:r>
            <a:endParaRPr lang="en-SK"/>
          </a:p>
        </p:txBody>
      </p:sp>
      <p:sp>
        <p:nvSpPr>
          <p:cNvPr id="14" name="Picture Placeholder 33">
            <a:extLst>
              <a:ext uri="{FF2B5EF4-FFF2-40B4-BE49-F238E27FC236}">
                <a16:creationId xmlns:a16="http://schemas.microsoft.com/office/drawing/2014/main" id="{FBF35F11-54F9-8850-7D12-A97AB9283085}"/>
              </a:ext>
            </a:extLst>
          </p:cNvPr>
          <p:cNvSpPr>
            <a:spLocks noGrp="1"/>
          </p:cNvSpPr>
          <p:nvPr>
            <p:ph type="pic" sz="quarter" idx="82"/>
          </p:nvPr>
        </p:nvSpPr>
        <p:spPr>
          <a:xfrm>
            <a:off x="3467099" y="3681413"/>
            <a:ext cx="2557463" cy="2555875"/>
          </a:xfrm>
          <a:prstGeom prst="roundRect">
            <a:avLst>
              <a:gd name="adj" fmla="val 7648"/>
            </a:avLst>
          </a:prstGeom>
          <a:solidFill>
            <a:srgbClr val="33FF99"/>
          </a:solidFill>
        </p:spPr>
        <p:txBody>
          <a:bodyPr lIns="36000" tIns="36000" rIns="36000" bIns="36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picture</a:t>
            </a:r>
            <a:endParaRPr lang="en-SK"/>
          </a:p>
        </p:txBody>
      </p:sp>
      <p:sp>
        <p:nvSpPr>
          <p:cNvPr id="26" name="Text Placeholder 16">
            <a:extLst>
              <a:ext uri="{FF2B5EF4-FFF2-40B4-BE49-F238E27FC236}">
                <a16:creationId xmlns:a16="http://schemas.microsoft.com/office/drawing/2014/main" id="{09538B01-D5E5-308F-7843-F93983DBCD43}"/>
              </a:ext>
            </a:extLst>
          </p:cNvPr>
          <p:cNvSpPr>
            <a:spLocks noGrp="1"/>
          </p:cNvSpPr>
          <p:nvPr>
            <p:ph type="body" sz="quarter" idx="35" hasCustomPrompt="1"/>
          </p:nvPr>
        </p:nvSpPr>
        <p:spPr>
          <a:xfrm>
            <a:off x="6365930" y="4876083"/>
            <a:ext cx="2101290" cy="1140543"/>
          </a:xfrm>
        </p:spPr>
        <p:txBody>
          <a:bodyPr lIns="36000" tIns="36000" rIns="36000">
            <a:noAutofit/>
          </a:bodyPr>
          <a:lstStyle>
            <a:lvl1pPr marL="9525" indent="0">
              <a:lnSpc>
                <a:spcPct val="100000"/>
              </a:lnSpc>
              <a:tabLst/>
              <a:defRPr b="0" i="0">
                <a:latin typeface="Arial" panose="020B0604020202020204" pitchFamily="34" charset="0"/>
                <a:cs typeface="Arial" panose="020B0604020202020204" pitchFamily="34" charset="0"/>
              </a:defRPr>
            </a:lvl1pPr>
          </a:lstStyle>
          <a:p>
            <a:pPr marL="9525" marR="0" lvl="0" indent="0" algn="l" defTabSz="914318"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t>Click to edit text</a:t>
            </a:r>
          </a:p>
        </p:txBody>
      </p:sp>
      <p:sp>
        <p:nvSpPr>
          <p:cNvPr id="33" name="Text Placeholder 75">
            <a:extLst>
              <a:ext uri="{FF2B5EF4-FFF2-40B4-BE49-F238E27FC236}">
                <a16:creationId xmlns:a16="http://schemas.microsoft.com/office/drawing/2014/main" id="{C845E4AE-592F-172E-40C2-06AEEB843C62}"/>
              </a:ext>
            </a:extLst>
          </p:cNvPr>
          <p:cNvSpPr>
            <a:spLocks noGrp="1"/>
          </p:cNvSpPr>
          <p:nvPr>
            <p:ph type="body" sz="quarter" idx="46" hasCustomPrompt="1"/>
          </p:nvPr>
        </p:nvSpPr>
        <p:spPr>
          <a:xfrm>
            <a:off x="6365930" y="3936515"/>
            <a:ext cx="2101290" cy="621312"/>
          </a:xfrm>
        </p:spPr>
        <p:txBody>
          <a:bodyPr lIns="36000" tIns="36000" rIns="36000">
            <a:noAutofit/>
          </a:bodyPr>
          <a:lstStyle>
            <a:lvl1pPr>
              <a:lnSpc>
                <a:spcPct val="100000"/>
              </a:lnSpc>
              <a:defRPr sz="1600" b="1" i="0">
                <a:solidFill>
                  <a:schemeClr val="tx1"/>
                </a:solidFill>
                <a:latin typeface="Arial" panose="020B0604020202020204" pitchFamily="34" charset="0"/>
                <a:cs typeface="Arial" panose="020B0604020202020204" pitchFamily="34" charset="0"/>
              </a:defRPr>
            </a:lvl1pPr>
          </a:lstStyle>
          <a:p>
            <a:pPr lvl="0"/>
            <a:r>
              <a:rPr lang="en-GB"/>
              <a:t>Click to edit text</a:t>
            </a:r>
          </a:p>
        </p:txBody>
      </p:sp>
      <p:sp>
        <p:nvSpPr>
          <p:cNvPr id="4" name="Text Placeholder 16">
            <a:extLst>
              <a:ext uri="{FF2B5EF4-FFF2-40B4-BE49-F238E27FC236}">
                <a16:creationId xmlns:a16="http://schemas.microsoft.com/office/drawing/2014/main" id="{B4B48FC4-F7B2-322F-738A-6327AC7396C2}"/>
              </a:ext>
            </a:extLst>
          </p:cNvPr>
          <p:cNvSpPr>
            <a:spLocks noGrp="1"/>
          </p:cNvSpPr>
          <p:nvPr>
            <p:ph type="body" sz="quarter" idx="48" hasCustomPrompt="1"/>
          </p:nvPr>
        </p:nvSpPr>
        <p:spPr>
          <a:xfrm>
            <a:off x="9040304" y="4876083"/>
            <a:ext cx="2101290" cy="1140543"/>
          </a:xfrm>
        </p:spPr>
        <p:txBody>
          <a:bodyPr lIns="36000" tIns="36000" rIns="36000">
            <a:noAutofit/>
          </a:bodyPr>
          <a:lstStyle>
            <a:lvl1pPr marL="9525" indent="0">
              <a:lnSpc>
                <a:spcPct val="100000"/>
              </a:lnSpc>
              <a:tabLst/>
              <a:defRPr b="0" i="0">
                <a:latin typeface="Arial" panose="020B0604020202020204" pitchFamily="34" charset="0"/>
                <a:cs typeface="Arial" panose="020B0604020202020204" pitchFamily="34" charset="0"/>
              </a:defRPr>
            </a:lvl1pPr>
          </a:lstStyle>
          <a:p>
            <a:pPr marL="9525" marR="0" lvl="0" indent="0" algn="l" defTabSz="914318"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t>Click to edit text</a:t>
            </a:r>
          </a:p>
        </p:txBody>
      </p:sp>
      <p:sp>
        <p:nvSpPr>
          <p:cNvPr id="5" name="Text Placeholder 75">
            <a:extLst>
              <a:ext uri="{FF2B5EF4-FFF2-40B4-BE49-F238E27FC236}">
                <a16:creationId xmlns:a16="http://schemas.microsoft.com/office/drawing/2014/main" id="{62808B1D-3FDF-C57C-24E3-E9AD31FC29D1}"/>
              </a:ext>
            </a:extLst>
          </p:cNvPr>
          <p:cNvSpPr>
            <a:spLocks noGrp="1"/>
          </p:cNvSpPr>
          <p:nvPr>
            <p:ph type="body" sz="quarter" idx="49" hasCustomPrompt="1"/>
          </p:nvPr>
        </p:nvSpPr>
        <p:spPr>
          <a:xfrm>
            <a:off x="9040304" y="3936515"/>
            <a:ext cx="2101290" cy="621312"/>
          </a:xfrm>
        </p:spPr>
        <p:txBody>
          <a:bodyPr lIns="36000" tIns="36000" rIns="36000">
            <a:noAutofit/>
          </a:bodyPr>
          <a:lstStyle>
            <a:lvl1pPr>
              <a:lnSpc>
                <a:spcPct val="100000"/>
              </a:lnSpc>
              <a:defRPr sz="1600" b="1" i="0">
                <a:solidFill>
                  <a:schemeClr val="tx1"/>
                </a:solidFill>
                <a:latin typeface="Arial" panose="020B0604020202020204" pitchFamily="34" charset="0"/>
                <a:cs typeface="Arial" panose="020B0604020202020204" pitchFamily="34" charset="0"/>
              </a:defRPr>
            </a:lvl1pPr>
          </a:lstStyle>
          <a:p>
            <a:pPr lvl="0"/>
            <a:r>
              <a:rPr lang="en-GB"/>
              <a:t>Click to edit text</a:t>
            </a:r>
          </a:p>
        </p:txBody>
      </p:sp>
      <p:sp>
        <p:nvSpPr>
          <p:cNvPr id="10" name="Text Placeholder 16">
            <a:extLst>
              <a:ext uri="{FF2B5EF4-FFF2-40B4-BE49-F238E27FC236}">
                <a16:creationId xmlns:a16="http://schemas.microsoft.com/office/drawing/2014/main" id="{F1166820-5A89-0C87-66F0-82CB854366CD}"/>
              </a:ext>
            </a:extLst>
          </p:cNvPr>
          <p:cNvSpPr>
            <a:spLocks noGrp="1"/>
          </p:cNvSpPr>
          <p:nvPr>
            <p:ph type="body" sz="quarter" idx="50" hasCustomPrompt="1"/>
          </p:nvPr>
        </p:nvSpPr>
        <p:spPr>
          <a:xfrm>
            <a:off x="3701388" y="4876083"/>
            <a:ext cx="2101290" cy="1140543"/>
          </a:xfrm>
        </p:spPr>
        <p:txBody>
          <a:bodyPr lIns="36000" tIns="36000" rIns="36000">
            <a:noAutofit/>
          </a:bodyPr>
          <a:lstStyle>
            <a:lvl1pPr marL="9525" indent="0">
              <a:lnSpc>
                <a:spcPct val="100000"/>
              </a:lnSpc>
              <a:tabLst/>
              <a:defRPr b="0" i="0">
                <a:latin typeface="Arial" panose="020B0604020202020204" pitchFamily="34" charset="0"/>
                <a:cs typeface="Arial" panose="020B0604020202020204" pitchFamily="34" charset="0"/>
              </a:defRPr>
            </a:lvl1pPr>
          </a:lstStyle>
          <a:p>
            <a:pPr marL="9525" marR="0" lvl="0" indent="0" algn="l" defTabSz="914318"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t>Click to edit text</a:t>
            </a:r>
          </a:p>
        </p:txBody>
      </p:sp>
      <p:sp>
        <p:nvSpPr>
          <p:cNvPr id="11" name="Text Placeholder 75">
            <a:extLst>
              <a:ext uri="{FF2B5EF4-FFF2-40B4-BE49-F238E27FC236}">
                <a16:creationId xmlns:a16="http://schemas.microsoft.com/office/drawing/2014/main" id="{C75829F9-D0D4-7A94-2BE0-082FC46C588A}"/>
              </a:ext>
            </a:extLst>
          </p:cNvPr>
          <p:cNvSpPr>
            <a:spLocks noGrp="1"/>
          </p:cNvSpPr>
          <p:nvPr>
            <p:ph type="body" sz="quarter" idx="51" hasCustomPrompt="1"/>
          </p:nvPr>
        </p:nvSpPr>
        <p:spPr>
          <a:xfrm>
            <a:off x="3701388" y="3936515"/>
            <a:ext cx="2101290" cy="621312"/>
          </a:xfrm>
        </p:spPr>
        <p:txBody>
          <a:bodyPr lIns="36000" tIns="36000" rIns="36000">
            <a:noAutofit/>
          </a:bodyPr>
          <a:lstStyle>
            <a:lvl1pPr>
              <a:lnSpc>
                <a:spcPct val="100000"/>
              </a:lnSpc>
              <a:defRPr sz="1600" b="1" i="0">
                <a:solidFill>
                  <a:schemeClr val="tx1"/>
                </a:solidFill>
                <a:latin typeface="Arial" panose="020B0604020202020204" pitchFamily="34" charset="0"/>
                <a:cs typeface="Arial" panose="020B0604020202020204" pitchFamily="34" charset="0"/>
              </a:defRPr>
            </a:lvl1pPr>
          </a:lstStyle>
          <a:p>
            <a:pPr lvl="0"/>
            <a:r>
              <a:rPr lang="en-GB"/>
              <a:t>Click to edit text</a:t>
            </a:r>
          </a:p>
        </p:txBody>
      </p:sp>
      <p:sp>
        <p:nvSpPr>
          <p:cNvPr id="30" name="Text Placeholder 29">
            <a:extLst>
              <a:ext uri="{FF2B5EF4-FFF2-40B4-BE49-F238E27FC236}">
                <a16:creationId xmlns:a16="http://schemas.microsoft.com/office/drawing/2014/main" id="{8813ADA0-2964-FF5C-A1D2-D2C21D425E5F}"/>
              </a:ext>
            </a:extLst>
          </p:cNvPr>
          <p:cNvSpPr>
            <a:spLocks noGrp="1"/>
          </p:cNvSpPr>
          <p:nvPr>
            <p:ph type="body" sz="quarter" idx="54" hasCustomPrompt="1"/>
          </p:nvPr>
        </p:nvSpPr>
        <p:spPr>
          <a:xfrm>
            <a:off x="6156000" y="1008000"/>
            <a:ext cx="5210175" cy="2403475"/>
          </a:xfrm>
        </p:spPr>
        <p:txBody>
          <a:bodyPr lIns="36000" tIns="36000" rIns="36000">
            <a:noAutofit/>
          </a:bodyPr>
          <a:lstStyle>
            <a:lvl1pPr>
              <a:lnSpc>
                <a:spcPct val="100000"/>
              </a:lnSpc>
              <a:defRPr sz="1600" b="0" i="0">
                <a:latin typeface="Arial" panose="020B0604020202020204" pitchFamily="34" charset="0"/>
                <a:cs typeface="Arial" panose="020B0604020202020204" pitchFamily="34" charset="0"/>
              </a:defRPr>
            </a:lvl1pPr>
          </a:lstStyle>
          <a:p>
            <a:pPr marL="9525" marR="0" lvl="0" indent="0" algn="l" defTabSz="914318"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t>Click to edit text</a:t>
            </a:r>
          </a:p>
        </p:txBody>
      </p:sp>
      <p:sp>
        <p:nvSpPr>
          <p:cNvPr id="2" name="Text Placeholder 75">
            <a:extLst>
              <a:ext uri="{FF2B5EF4-FFF2-40B4-BE49-F238E27FC236}">
                <a16:creationId xmlns:a16="http://schemas.microsoft.com/office/drawing/2014/main" id="{257E16B1-BB48-7DA2-515D-437AB2FDB795}"/>
              </a:ext>
            </a:extLst>
          </p:cNvPr>
          <p:cNvSpPr>
            <a:spLocks noGrp="1"/>
          </p:cNvSpPr>
          <p:nvPr>
            <p:ph type="body" sz="quarter" idx="34" hasCustomPrompt="1"/>
          </p:nvPr>
        </p:nvSpPr>
        <p:spPr>
          <a:xfrm>
            <a:off x="828000" y="1980000"/>
            <a:ext cx="3863063" cy="612000"/>
          </a:xfrm>
        </p:spPr>
        <p:txBody>
          <a:bodyPr lIns="36000" tIns="36000" rIns="36000">
            <a:noAutofit/>
          </a:bodyPr>
          <a:lstStyle>
            <a:lvl1pPr>
              <a:lnSpc>
                <a:spcPct val="100000"/>
              </a:lnSpc>
              <a:defRPr sz="1600" b="0" i="0">
                <a:solidFill>
                  <a:srgbClr val="00C08B"/>
                </a:solidFill>
                <a:latin typeface="Arial" panose="020B0604020202020204" pitchFamily="34" charset="0"/>
                <a:cs typeface="Arial" panose="020B0604020202020204" pitchFamily="34" charset="0"/>
              </a:defRPr>
            </a:lvl1pPr>
          </a:lstStyle>
          <a:p>
            <a:pPr marL="9525" marR="0" lvl="0" indent="0" algn="l" defTabSz="914318"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t>Subtitle – Click to edit text</a:t>
            </a:r>
          </a:p>
        </p:txBody>
      </p:sp>
      <p:sp>
        <p:nvSpPr>
          <p:cNvPr id="6" name="Text Placeholder 4">
            <a:extLst>
              <a:ext uri="{FF2B5EF4-FFF2-40B4-BE49-F238E27FC236}">
                <a16:creationId xmlns:a16="http://schemas.microsoft.com/office/drawing/2014/main" id="{B079B272-5AA8-DE0A-0E69-0EE7B2E16DBF}"/>
              </a:ext>
            </a:extLst>
          </p:cNvPr>
          <p:cNvSpPr>
            <a:spLocks noGrp="1"/>
          </p:cNvSpPr>
          <p:nvPr>
            <p:ph idx="55" hasCustomPrompt="1"/>
          </p:nvPr>
        </p:nvSpPr>
        <p:spPr>
          <a:xfrm>
            <a:off x="828000" y="2880000"/>
            <a:ext cx="2520000" cy="3348000"/>
          </a:xfrm>
          <a:prstGeom prst="rect">
            <a:avLst/>
          </a:prstGeom>
        </p:spPr>
        <p:txBody>
          <a:bodyPr vert="horz" lIns="36000" tIns="36000" rIns="36000" bIns="45720" rtlCol="0">
            <a:noAutofit/>
          </a:bodyPr>
          <a:lstStyle>
            <a:lvl5pPr marL="9525" indent="0">
              <a:lnSpc>
                <a:spcPct val="100000"/>
              </a:lnSpc>
              <a:buNone/>
              <a:defRPr sz="900" b="0" i="0">
                <a:latin typeface="Arial" panose="020B0604020202020204" pitchFamily="34" charset="0"/>
                <a:cs typeface="Arial" panose="020B0604020202020204" pitchFamily="34" charset="0"/>
              </a:defRPr>
            </a:lvl5pPr>
          </a:lstStyle>
          <a:p>
            <a:pPr lvl="0"/>
            <a:r>
              <a:rPr lang="en-GB"/>
              <a:t>Click to edit text</a:t>
            </a:r>
          </a:p>
        </p:txBody>
      </p:sp>
      <p:sp>
        <p:nvSpPr>
          <p:cNvPr id="9" name="Title 8">
            <a:extLst>
              <a:ext uri="{FF2B5EF4-FFF2-40B4-BE49-F238E27FC236}">
                <a16:creationId xmlns:a16="http://schemas.microsoft.com/office/drawing/2014/main" id="{7E277209-535B-1440-8D5A-24AEC1C3E6B5}"/>
              </a:ext>
            </a:extLst>
          </p:cNvPr>
          <p:cNvSpPr>
            <a:spLocks noGrp="1"/>
          </p:cNvSpPr>
          <p:nvPr>
            <p:ph type="title"/>
          </p:nvPr>
        </p:nvSpPr>
        <p:spPr>
          <a:xfrm>
            <a:off x="828000" y="1008000"/>
            <a:ext cx="3863063" cy="972000"/>
          </a:xfrm>
        </p:spPr>
        <p:txBody>
          <a:bodyPr/>
          <a:lstStyle/>
          <a:p>
            <a:r>
              <a:rPr lang="en-GB"/>
              <a:t>Click to edit Master title</a:t>
            </a:r>
            <a:endParaRPr lang="en-SK"/>
          </a:p>
        </p:txBody>
      </p:sp>
      <p:sp>
        <p:nvSpPr>
          <p:cNvPr id="3" name="Text Placeholder 64">
            <a:extLst>
              <a:ext uri="{FF2B5EF4-FFF2-40B4-BE49-F238E27FC236}">
                <a16:creationId xmlns:a16="http://schemas.microsoft.com/office/drawing/2014/main" id="{DB5463C8-85E2-B251-5D3D-1D85E3B00258}"/>
              </a:ext>
            </a:extLst>
          </p:cNvPr>
          <p:cNvSpPr>
            <a:spLocks noGrp="1"/>
          </p:cNvSpPr>
          <p:nvPr>
            <p:ph type="body" sz="quarter" idx="115" hasCustomPrompt="1"/>
          </p:nvPr>
        </p:nvSpPr>
        <p:spPr>
          <a:xfrm>
            <a:off x="828000" y="288000"/>
            <a:ext cx="7843612" cy="360000"/>
          </a:xfrm>
        </p:spPr>
        <p:txBody>
          <a:bodyPr anchor="ctr" anchorCtr="0"/>
          <a:lstStyle>
            <a:lvl1pPr>
              <a:defRPr b="1" i="1" baseline="0">
                <a:latin typeface="+mn-lt"/>
              </a:defRPr>
            </a:lvl1pPr>
          </a:lstStyle>
          <a:p>
            <a:pPr marL="0" marR="0" lvl="0" indent="0" algn="l" defTabSz="914318"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presentation title</a:t>
            </a:r>
            <a:endParaRPr lang="en-SK"/>
          </a:p>
        </p:txBody>
      </p:sp>
    </p:spTree>
    <p:extLst>
      <p:ext uri="{BB962C8B-B14F-4D97-AF65-F5344CB8AC3E}">
        <p14:creationId xmlns:p14="http://schemas.microsoft.com/office/powerpoint/2010/main" val="4199572334"/>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Elements_H">
    <p:bg>
      <p:bgPr>
        <a:solidFill>
          <a:srgbClr val="F9FAFC"/>
        </a:solidFill>
        <a:effectLst/>
      </p:bgPr>
    </p:bg>
    <p:spTree>
      <p:nvGrpSpPr>
        <p:cNvPr id="1" name=""/>
        <p:cNvGrpSpPr/>
        <p:nvPr/>
      </p:nvGrpSpPr>
      <p:grpSpPr>
        <a:xfrm>
          <a:off x="0" y="0"/>
          <a:ext cx="0" cy="0"/>
          <a:chOff x="0" y="0"/>
          <a:chExt cx="0" cy="0"/>
        </a:xfrm>
      </p:grpSpPr>
      <p:sp>
        <p:nvSpPr>
          <p:cNvPr id="2" name="Picture Placeholder 33">
            <a:extLst>
              <a:ext uri="{FF2B5EF4-FFF2-40B4-BE49-F238E27FC236}">
                <a16:creationId xmlns:a16="http://schemas.microsoft.com/office/drawing/2014/main" id="{FE7DDE64-E411-CED0-1BD0-853C747FA3BE}"/>
              </a:ext>
            </a:extLst>
          </p:cNvPr>
          <p:cNvSpPr>
            <a:spLocks noGrp="1"/>
          </p:cNvSpPr>
          <p:nvPr>
            <p:ph type="pic" sz="quarter" idx="45"/>
          </p:nvPr>
        </p:nvSpPr>
        <p:spPr>
          <a:xfrm>
            <a:off x="8796337" y="3681413"/>
            <a:ext cx="2555875" cy="2546587"/>
          </a:xfrm>
          <a:prstGeom prst="roundRect">
            <a:avLst>
              <a:gd name="adj" fmla="val 7648"/>
            </a:avLst>
          </a:prstGeom>
        </p:spPr>
        <p:txBody>
          <a:bodyPr lIns="36000" tIns="36000" rIns="36000" bIns="720000" anchor="b" anchorCtr="1">
            <a:noAutofit/>
          </a:bodyPr>
          <a:lstStyle>
            <a:lvl1pPr>
              <a:lnSpc>
                <a:spcPct val="100000"/>
              </a:lnSpc>
              <a:defRPr b="0" i="0">
                <a:latin typeface="Arial" panose="020B0604020202020204" pitchFamily="34" charset="0"/>
                <a:cs typeface="Arial" panose="020B0604020202020204" pitchFamily="34" charset="0"/>
              </a:defRPr>
            </a:lvl1pPr>
          </a:lstStyle>
          <a:p>
            <a:r>
              <a:rPr lang="en-GB"/>
              <a:t>Click icon to add picture</a:t>
            </a:r>
            <a:endParaRPr lang="en-SK"/>
          </a:p>
        </p:txBody>
      </p:sp>
      <p:sp>
        <p:nvSpPr>
          <p:cNvPr id="53" name="Text Placeholder 52">
            <a:extLst>
              <a:ext uri="{FF2B5EF4-FFF2-40B4-BE49-F238E27FC236}">
                <a16:creationId xmlns:a16="http://schemas.microsoft.com/office/drawing/2014/main" id="{44B6C9D4-4B6B-6FBC-2974-89BC5D8ABB6B}"/>
              </a:ext>
            </a:extLst>
          </p:cNvPr>
          <p:cNvSpPr>
            <a:spLocks noGrp="1"/>
          </p:cNvSpPr>
          <p:nvPr>
            <p:ph type="body" sz="quarter" idx="69" hasCustomPrompt="1"/>
          </p:nvPr>
        </p:nvSpPr>
        <p:spPr>
          <a:xfrm>
            <a:off x="7464425" y="1007999"/>
            <a:ext cx="3887787" cy="2565463"/>
          </a:xfrm>
        </p:spPr>
        <p:txBody>
          <a:bodyPr lIns="36000" tIns="36000" rIns="36000" bIns="36000">
            <a:noAutofit/>
          </a:bodyPr>
          <a:lstStyle>
            <a:lvl1pPr>
              <a:lnSpc>
                <a:spcPct val="100000"/>
              </a:lnSpc>
              <a:defRPr sz="1600" b="0" i="0">
                <a:latin typeface="Arial" panose="020B0604020202020204" pitchFamily="34" charset="0"/>
                <a:cs typeface="Arial" panose="020B0604020202020204" pitchFamily="34" charset="0"/>
              </a:defRPr>
            </a:lvl1pPr>
          </a:lstStyle>
          <a:p>
            <a:pPr marL="9525" marR="0" lvl="0" indent="0" algn="l" defTabSz="914318"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t>Click to edit text</a:t>
            </a:r>
          </a:p>
        </p:txBody>
      </p:sp>
      <p:sp>
        <p:nvSpPr>
          <p:cNvPr id="11" name="Title 10">
            <a:extLst>
              <a:ext uri="{FF2B5EF4-FFF2-40B4-BE49-F238E27FC236}">
                <a16:creationId xmlns:a16="http://schemas.microsoft.com/office/drawing/2014/main" id="{71E6A4A1-202C-11A1-B97E-CF6067E190A4}"/>
              </a:ext>
            </a:extLst>
          </p:cNvPr>
          <p:cNvSpPr>
            <a:spLocks noGrp="1"/>
          </p:cNvSpPr>
          <p:nvPr>
            <p:ph type="title"/>
          </p:nvPr>
        </p:nvSpPr>
        <p:spPr>
          <a:xfrm>
            <a:off x="828001" y="1008000"/>
            <a:ext cx="5194800" cy="972000"/>
          </a:xfrm>
        </p:spPr>
        <p:txBody>
          <a:bodyPr/>
          <a:lstStyle/>
          <a:p>
            <a:r>
              <a:rPr lang="en-GB"/>
              <a:t>Click to edit Master title</a:t>
            </a:r>
            <a:endParaRPr lang="en-SK"/>
          </a:p>
        </p:txBody>
      </p:sp>
      <p:sp>
        <p:nvSpPr>
          <p:cNvPr id="13" name="Picture Placeholder 33">
            <a:extLst>
              <a:ext uri="{FF2B5EF4-FFF2-40B4-BE49-F238E27FC236}">
                <a16:creationId xmlns:a16="http://schemas.microsoft.com/office/drawing/2014/main" id="{C02A6412-52FB-0EF2-9E43-2BF3A96B71AC}"/>
              </a:ext>
            </a:extLst>
          </p:cNvPr>
          <p:cNvSpPr>
            <a:spLocks noGrp="1"/>
          </p:cNvSpPr>
          <p:nvPr>
            <p:ph type="pic" sz="quarter" idx="85"/>
          </p:nvPr>
        </p:nvSpPr>
        <p:spPr>
          <a:xfrm>
            <a:off x="828000" y="5015574"/>
            <a:ext cx="5194800" cy="1224000"/>
          </a:xfrm>
          <a:prstGeom prst="roundRect">
            <a:avLst>
              <a:gd name="adj" fmla="val 7648"/>
            </a:avLst>
          </a:prstGeom>
          <a:solidFill>
            <a:srgbClr val="13322B"/>
          </a:solidFill>
        </p:spPr>
        <p:txBody>
          <a:bodyPr lIns="36000" tIns="36000" rIns="36000" bIns="36000" anchor="b" anchorCtr="1">
            <a:noAutofit/>
          </a:bodyPr>
          <a:lstStyle>
            <a:lvl1pPr>
              <a:lnSpc>
                <a:spcPct val="100000"/>
              </a:lnSpc>
              <a:defRPr sz="900" b="0" i="1">
                <a:solidFill>
                  <a:schemeClr val="bg1"/>
                </a:solidFill>
                <a:latin typeface="Arial" panose="020B0604020202020204" pitchFamily="34" charset="0"/>
                <a:cs typeface="Arial" panose="020B0604020202020204" pitchFamily="34" charset="0"/>
              </a:defRPr>
            </a:lvl1pPr>
          </a:lstStyle>
          <a:p>
            <a:r>
              <a:rPr lang="en-GB"/>
              <a:t>Click icon to add picture</a:t>
            </a:r>
            <a:endParaRPr lang="en-SK"/>
          </a:p>
        </p:txBody>
      </p:sp>
      <p:sp>
        <p:nvSpPr>
          <p:cNvPr id="14" name="Picture Placeholder 33">
            <a:extLst>
              <a:ext uri="{FF2B5EF4-FFF2-40B4-BE49-F238E27FC236}">
                <a16:creationId xmlns:a16="http://schemas.microsoft.com/office/drawing/2014/main" id="{CFED8BC3-8D30-6627-3E39-6B5AF17392DB}"/>
              </a:ext>
            </a:extLst>
          </p:cNvPr>
          <p:cNvSpPr>
            <a:spLocks noGrp="1"/>
          </p:cNvSpPr>
          <p:nvPr>
            <p:ph type="pic" sz="quarter" idx="86"/>
          </p:nvPr>
        </p:nvSpPr>
        <p:spPr>
          <a:xfrm>
            <a:off x="828000" y="3683574"/>
            <a:ext cx="5194800" cy="1224000"/>
          </a:xfrm>
          <a:prstGeom prst="roundRect">
            <a:avLst>
              <a:gd name="adj" fmla="val 7648"/>
            </a:avLst>
          </a:prstGeom>
          <a:solidFill>
            <a:srgbClr val="D0C5FB"/>
          </a:solidFill>
        </p:spPr>
        <p:txBody>
          <a:bodyPr lIns="36000" tIns="36000" rIns="36000" bIns="36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picture</a:t>
            </a:r>
            <a:endParaRPr lang="en-SK"/>
          </a:p>
        </p:txBody>
      </p:sp>
      <p:sp>
        <p:nvSpPr>
          <p:cNvPr id="15" name="Text Placeholder 16">
            <a:extLst>
              <a:ext uri="{FF2B5EF4-FFF2-40B4-BE49-F238E27FC236}">
                <a16:creationId xmlns:a16="http://schemas.microsoft.com/office/drawing/2014/main" id="{F1430E8A-9D5A-F1C7-B665-0CF495A9CBF7}"/>
              </a:ext>
            </a:extLst>
          </p:cNvPr>
          <p:cNvSpPr>
            <a:spLocks noGrp="1"/>
          </p:cNvSpPr>
          <p:nvPr>
            <p:ph type="body" sz="quarter" idx="87" hasCustomPrompt="1"/>
          </p:nvPr>
        </p:nvSpPr>
        <p:spPr>
          <a:xfrm>
            <a:off x="2140975" y="4128624"/>
            <a:ext cx="3708000" cy="648000"/>
          </a:xfrm>
        </p:spPr>
        <p:txBody>
          <a:bodyPr lIns="36000" tIns="36000" rIns="36000" bIns="36000">
            <a:noAutofit/>
          </a:bodyPr>
          <a:lstStyle>
            <a:lvl1pPr marL="9525" indent="0">
              <a:lnSpc>
                <a:spcPct val="100000"/>
              </a:lnSpc>
              <a:tabLst/>
              <a:defRPr b="0" i="0">
                <a:solidFill>
                  <a:srgbClr val="13322B"/>
                </a:solidFill>
                <a:latin typeface="Arial" panose="020B0604020202020204" pitchFamily="34" charset="0"/>
                <a:cs typeface="Arial" panose="020B0604020202020204" pitchFamily="34" charset="0"/>
              </a:defRPr>
            </a:lvl1pPr>
          </a:lstStyle>
          <a:p>
            <a:pPr lvl="0"/>
            <a:r>
              <a:rPr lang="en-GB"/>
              <a:t>Click to edit text</a:t>
            </a:r>
          </a:p>
        </p:txBody>
      </p:sp>
      <p:sp>
        <p:nvSpPr>
          <p:cNvPr id="16" name="Text Placeholder 31">
            <a:extLst>
              <a:ext uri="{FF2B5EF4-FFF2-40B4-BE49-F238E27FC236}">
                <a16:creationId xmlns:a16="http://schemas.microsoft.com/office/drawing/2014/main" id="{A8D3CC92-8DB7-908E-CB8C-02EC5481A497}"/>
              </a:ext>
            </a:extLst>
          </p:cNvPr>
          <p:cNvSpPr>
            <a:spLocks noGrp="1"/>
          </p:cNvSpPr>
          <p:nvPr>
            <p:ph type="body" sz="quarter" idx="88" hasCustomPrompt="1"/>
          </p:nvPr>
        </p:nvSpPr>
        <p:spPr>
          <a:xfrm>
            <a:off x="2140975" y="3848143"/>
            <a:ext cx="3708000" cy="216000"/>
          </a:xfrm>
        </p:spPr>
        <p:txBody>
          <a:bodyPr lIns="36000" tIns="36000" rIns="36000" bIns="36000">
            <a:noAutofit/>
          </a:bodyPr>
          <a:lstStyle>
            <a:lvl1pPr>
              <a:lnSpc>
                <a:spcPct val="100000"/>
              </a:lnSpc>
              <a:defRPr b="1" i="0">
                <a:latin typeface="Arial" panose="020B0604020202020204" pitchFamily="34" charset="0"/>
                <a:cs typeface="Arial" panose="020B0604020202020204" pitchFamily="34" charset="0"/>
              </a:defRPr>
            </a:lvl1pPr>
          </a:lstStyle>
          <a:p>
            <a:pPr lvl="0"/>
            <a:r>
              <a:rPr lang="en-GB"/>
              <a:t>Click to edit text</a:t>
            </a:r>
          </a:p>
        </p:txBody>
      </p:sp>
      <p:sp>
        <p:nvSpPr>
          <p:cNvPr id="17" name="Text Placeholder 16">
            <a:extLst>
              <a:ext uri="{FF2B5EF4-FFF2-40B4-BE49-F238E27FC236}">
                <a16:creationId xmlns:a16="http://schemas.microsoft.com/office/drawing/2014/main" id="{C993C2BF-8B78-A8B2-9908-704880530152}"/>
              </a:ext>
            </a:extLst>
          </p:cNvPr>
          <p:cNvSpPr>
            <a:spLocks noGrp="1"/>
          </p:cNvSpPr>
          <p:nvPr>
            <p:ph type="body" sz="quarter" idx="89" hasCustomPrompt="1"/>
          </p:nvPr>
        </p:nvSpPr>
        <p:spPr>
          <a:xfrm>
            <a:off x="2140975" y="5449534"/>
            <a:ext cx="3711134" cy="662500"/>
          </a:xfrm>
        </p:spPr>
        <p:txBody>
          <a:bodyPr lIns="36000" tIns="36000" rIns="36000" bIns="36000">
            <a:noAutofit/>
          </a:bodyPr>
          <a:lstStyle>
            <a:lvl1pPr marL="9525" indent="0">
              <a:lnSpc>
                <a:spcPct val="100000"/>
              </a:lnSpc>
              <a:tabLst/>
              <a:defRPr b="0" i="0">
                <a:solidFill>
                  <a:schemeClr val="bg1"/>
                </a:solidFill>
                <a:latin typeface="Arial" panose="020B0604020202020204" pitchFamily="34" charset="0"/>
                <a:cs typeface="Arial" panose="020B0604020202020204" pitchFamily="34" charset="0"/>
              </a:defRPr>
            </a:lvl1pPr>
          </a:lstStyle>
          <a:p>
            <a:pPr lvl="0"/>
            <a:r>
              <a:rPr lang="en-GB"/>
              <a:t>Click to edit text</a:t>
            </a:r>
          </a:p>
        </p:txBody>
      </p:sp>
      <p:sp>
        <p:nvSpPr>
          <p:cNvPr id="18" name="Text Placeholder 31">
            <a:extLst>
              <a:ext uri="{FF2B5EF4-FFF2-40B4-BE49-F238E27FC236}">
                <a16:creationId xmlns:a16="http://schemas.microsoft.com/office/drawing/2014/main" id="{DBD55385-9BCE-A9A4-689C-53E3F91DEEA5}"/>
              </a:ext>
            </a:extLst>
          </p:cNvPr>
          <p:cNvSpPr>
            <a:spLocks noGrp="1"/>
          </p:cNvSpPr>
          <p:nvPr>
            <p:ph type="body" sz="quarter" idx="90" hasCustomPrompt="1"/>
          </p:nvPr>
        </p:nvSpPr>
        <p:spPr>
          <a:xfrm>
            <a:off x="2140975" y="5169053"/>
            <a:ext cx="3708000" cy="216000"/>
          </a:xfrm>
        </p:spPr>
        <p:txBody>
          <a:bodyPr lIns="36000" tIns="36000" rIns="36000" bIns="36000">
            <a:noAutofit/>
          </a:bodyPr>
          <a:lstStyle>
            <a:lvl1pPr>
              <a:lnSpc>
                <a:spcPct val="100000"/>
              </a:lnSpc>
              <a:defRPr b="1" i="0">
                <a:solidFill>
                  <a:schemeClr val="bg1"/>
                </a:solidFill>
                <a:latin typeface="Arial" panose="020B0604020202020204" pitchFamily="34" charset="0"/>
                <a:cs typeface="Arial" panose="020B0604020202020204" pitchFamily="34" charset="0"/>
              </a:defRPr>
            </a:lvl1pPr>
          </a:lstStyle>
          <a:p>
            <a:pPr lvl="0"/>
            <a:r>
              <a:rPr lang="en-GB"/>
              <a:t>Click to edit text</a:t>
            </a:r>
          </a:p>
        </p:txBody>
      </p:sp>
      <p:sp>
        <p:nvSpPr>
          <p:cNvPr id="19" name="Text Placeholder 16">
            <a:extLst>
              <a:ext uri="{FF2B5EF4-FFF2-40B4-BE49-F238E27FC236}">
                <a16:creationId xmlns:a16="http://schemas.microsoft.com/office/drawing/2014/main" id="{997A9292-4CB4-0B88-6DD8-962B2CB5CABB}"/>
              </a:ext>
            </a:extLst>
          </p:cNvPr>
          <p:cNvSpPr>
            <a:spLocks noGrp="1"/>
          </p:cNvSpPr>
          <p:nvPr>
            <p:ph type="body" sz="quarter" idx="80" hasCustomPrompt="1"/>
          </p:nvPr>
        </p:nvSpPr>
        <p:spPr>
          <a:xfrm>
            <a:off x="828000" y="3843332"/>
            <a:ext cx="1199238" cy="935037"/>
          </a:xfrm>
        </p:spPr>
        <p:txBody>
          <a:bodyPr lIns="36000" tIns="36000" rIns="36000" bIns="36000" anchor="ctr" anchorCtr="0">
            <a:noAutofit/>
          </a:bodyPr>
          <a:lstStyle>
            <a:lvl1pPr marL="9525" indent="0" algn="ctr">
              <a:lnSpc>
                <a:spcPct val="100000"/>
              </a:lnSpc>
              <a:tabLst/>
              <a:defRPr sz="2800" b="0" i="0">
                <a:solidFill>
                  <a:srgbClr val="13322B"/>
                </a:solidFill>
                <a:latin typeface="Arial" panose="020B0604020202020204" pitchFamily="34" charset="0"/>
                <a:cs typeface="Arial" panose="020B0604020202020204" pitchFamily="34" charset="0"/>
              </a:defRPr>
            </a:lvl1pPr>
          </a:lstStyle>
          <a:p>
            <a:pPr lvl="0"/>
            <a:r>
              <a:rPr lang="en-GB"/>
              <a:t>00</a:t>
            </a:r>
          </a:p>
        </p:txBody>
      </p:sp>
      <p:sp>
        <p:nvSpPr>
          <p:cNvPr id="20" name="Text Placeholder 16">
            <a:extLst>
              <a:ext uri="{FF2B5EF4-FFF2-40B4-BE49-F238E27FC236}">
                <a16:creationId xmlns:a16="http://schemas.microsoft.com/office/drawing/2014/main" id="{839773A7-2019-D80F-7ADC-CE9290B24D2D}"/>
              </a:ext>
            </a:extLst>
          </p:cNvPr>
          <p:cNvSpPr>
            <a:spLocks noGrp="1"/>
          </p:cNvSpPr>
          <p:nvPr>
            <p:ph type="body" sz="quarter" idx="81" hasCustomPrompt="1"/>
          </p:nvPr>
        </p:nvSpPr>
        <p:spPr>
          <a:xfrm>
            <a:off x="828000" y="5165489"/>
            <a:ext cx="1199238" cy="935037"/>
          </a:xfrm>
        </p:spPr>
        <p:txBody>
          <a:bodyPr lIns="36000" tIns="36000" rIns="36000" bIns="36000" anchor="ctr" anchorCtr="0">
            <a:noAutofit/>
          </a:bodyPr>
          <a:lstStyle>
            <a:lvl1pPr marL="9525" indent="0" algn="ctr">
              <a:lnSpc>
                <a:spcPct val="100000"/>
              </a:lnSpc>
              <a:tabLst/>
              <a:defRPr sz="2800" b="0" i="0">
                <a:solidFill>
                  <a:srgbClr val="F6F8F9"/>
                </a:solidFill>
                <a:latin typeface="Arial" panose="020B0604020202020204" pitchFamily="34" charset="0"/>
                <a:cs typeface="Arial" panose="020B0604020202020204" pitchFamily="34" charset="0"/>
              </a:defRPr>
            </a:lvl1pPr>
          </a:lstStyle>
          <a:p>
            <a:pPr lvl="0"/>
            <a:r>
              <a:rPr lang="en-GB"/>
              <a:t>00</a:t>
            </a:r>
          </a:p>
        </p:txBody>
      </p:sp>
      <p:sp>
        <p:nvSpPr>
          <p:cNvPr id="21" name="Picture Placeholder 33">
            <a:extLst>
              <a:ext uri="{FF2B5EF4-FFF2-40B4-BE49-F238E27FC236}">
                <a16:creationId xmlns:a16="http://schemas.microsoft.com/office/drawing/2014/main" id="{035ABBDA-CFB3-90D2-CCAD-A845C775C324}"/>
              </a:ext>
            </a:extLst>
          </p:cNvPr>
          <p:cNvSpPr>
            <a:spLocks noGrp="1"/>
          </p:cNvSpPr>
          <p:nvPr>
            <p:ph type="pic" sz="quarter" idx="91"/>
          </p:nvPr>
        </p:nvSpPr>
        <p:spPr>
          <a:xfrm>
            <a:off x="828000" y="2345893"/>
            <a:ext cx="5194800" cy="1224000"/>
          </a:xfrm>
          <a:prstGeom prst="roundRect">
            <a:avLst>
              <a:gd name="adj" fmla="val 7648"/>
            </a:avLst>
          </a:prstGeom>
          <a:solidFill>
            <a:srgbClr val="33FF99"/>
          </a:solidFill>
        </p:spPr>
        <p:txBody>
          <a:bodyPr lIns="36000" tIns="36000" rIns="36000" bIns="36000" anchor="b" anchorCtr="1">
            <a:noAutofit/>
          </a:bodyPr>
          <a:lstStyle>
            <a:lvl1pPr>
              <a:lnSpc>
                <a:spcPct val="100000"/>
              </a:lnSpc>
              <a:defRPr sz="900" b="0" i="1">
                <a:solidFill>
                  <a:schemeClr val="tx1"/>
                </a:solidFill>
                <a:latin typeface="Arial" panose="020B0604020202020204" pitchFamily="34" charset="0"/>
                <a:cs typeface="Arial" panose="020B0604020202020204" pitchFamily="34" charset="0"/>
              </a:defRPr>
            </a:lvl1pPr>
          </a:lstStyle>
          <a:p>
            <a:r>
              <a:rPr lang="en-GB"/>
              <a:t>Click icon to add picture</a:t>
            </a:r>
            <a:endParaRPr lang="en-SK"/>
          </a:p>
        </p:txBody>
      </p:sp>
      <p:sp>
        <p:nvSpPr>
          <p:cNvPr id="22" name="Text Placeholder 16">
            <a:extLst>
              <a:ext uri="{FF2B5EF4-FFF2-40B4-BE49-F238E27FC236}">
                <a16:creationId xmlns:a16="http://schemas.microsoft.com/office/drawing/2014/main" id="{BE30F586-326F-76A3-902E-F4B6E36E80DC}"/>
              </a:ext>
            </a:extLst>
          </p:cNvPr>
          <p:cNvSpPr>
            <a:spLocks noGrp="1"/>
          </p:cNvSpPr>
          <p:nvPr>
            <p:ph type="body" sz="quarter" idx="95" hasCustomPrompt="1"/>
          </p:nvPr>
        </p:nvSpPr>
        <p:spPr>
          <a:xfrm>
            <a:off x="2140975" y="2779853"/>
            <a:ext cx="3711134" cy="662500"/>
          </a:xfrm>
        </p:spPr>
        <p:txBody>
          <a:bodyPr lIns="36000" tIns="36000" rIns="36000" bIns="36000">
            <a:noAutofit/>
          </a:bodyPr>
          <a:lstStyle>
            <a:lvl1pPr marL="9525" indent="0">
              <a:lnSpc>
                <a:spcPct val="100000"/>
              </a:lnSpc>
              <a:tabLst/>
              <a:defRPr b="0" i="0">
                <a:solidFill>
                  <a:schemeClr val="tx1"/>
                </a:solidFill>
                <a:latin typeface="Arial" panose="020B0604020202020204" pitchFamily="34" charset="0"/>
                <a:cs typeface="Arial" panose="020B0604020202020204" pitchFamily="34" charset="0"/>
              </a:defRPr>
            </a:lvl1pPr>
          </a:lstStyle>
          <a:p>
            <a:pPr lvl="0"/>
            <a:r>
              <a:rPr lang="en-GB"/>
              <a:t>Click to edit text</a:t>
            </a:r>
          </a:p>
        </p:txBody>
      </p:sp>
      <p:sp>
        <p:nvSpPr>
          <p:cNvPr id="23" name="Text Placeholder 31">
            <a:extLst>
              <a:ext uri="{FF2B5EF4-FFF2-40B4-BE49-F238E27FC236}">
                <a16:creationId xmlns:a16="http://schemas.microsoft.com/office/drawing/2014/main" id="{E4DFFE88-3493-98F4-BD68-F25D7F87AB2B}"/>
              </a:ext>
            </a:extLst>
          </p:cNvPr>
          <p:cNvSpPr>
            <a:spLocks noGrp="1"/>
          </p:cNvSpPr>
          <p:nvPr>
            <p:ph type="body" sz="quarter" idx="96" hasCustomPrompt="1"/>
          </p:nvPr>
        </p:nvSpPr>
        <p:spPr>
          <a:xfrm>
            <a:off x="2140975" y="2499372"/>
            <a:ext cx="3708000" cy="216000"/>
          </a:xfrm>
        </p:spPr>
        <p:txBody>
          <a:bodyPr lIns="36000" tIns="36000" rIns="36000" bIns="36000">
            <a:noAutofit/>
          </a:bodyPr>
          <a:lstStyle>
            <a:lvl1pPr>
              <a:lnSpc>
                <a:spcPct val="100000"/>
              </a:lnSpc>
              <a:defRPr b="1" i="0">
                <a:solidFill>
                  <a:schemeClr val="tx1"/>
                </a:solidFill>
                <a:latin typeface="Arial" panose="020B0604020202020204" pitchFamily="34" charset="0"/>
                <a:cs typeface="Arial" panose="020B0604020202020204" pitchFamily="34" charset="0"/>
              </a:defRPr>
            </a:lvl1pPr>
          </a:lstStyle>
          <a:p>
            <a:pPr lvl="0"/>
            <a:r>
              <a:rPr lang="en-GB"/>
              <a:t>Click to edit text</a:t>
            </a:r>
          </a:p>
        </p:txBody>
      </p:sp>
      <p:sp>
        <p:nvSpPr>
          <p:cNvPr id="24" name="Text Placeholder 16">
            <a:extLst>
              <a:ext uri="{FF2B5EF4-FFF2-40B4-BE49-F238E27FC236}">
                <a16:creationId xmlns:a16="http://schemas.microsoft.com/office/drawing/2014/main" id="{CE04CAD8-DDD2-C06F-43EB-79889469FD0D}"/>
              </a:ext>
            </a:extLst>
          </p:cNvPr>
          <p:cNvSpPr>
            <a:spLocks noGrp="1"/>
          </p:cNvSpPr>
          <p:nvPr>
            <p:ph type="body" sz="quarter" idx="98" hasCustomPrompt="1"/>
          </p:nvPr>
        </p:nvSpPr>
        <p:spPr>
          <a:xfrm>
            <a:off x="828000" y="2495808"/>
            <a:ext cx="1199238" cy="935037"/>
          </a:xfrm>
        </p:spPr>
        <p:txBody>
          <a:bodyPr lIns="36000" tIns="36000" rIns="36000" bIns="36000" anchor="ctr" anchorCtr="0">
            <a:noAutofit/>
          </a:bodyPr>
          <a:lstStyle>
            <a:lvl1pPr marL="9525" indent="0" algn="ctr">
              <a:lnSpc>
                <a:spcPct val="100000"/>
              </a:lnSpc>
              <a:tabLst/>
              <a:defRPr sz="2800" b="0" i="0">
                <a:solidFill>
                  <a:schemeClr val="tx1"/>
                </a:solidFill>
                <a:latin typeface="Arial" panose="020B0604020202020204" pitchFamily="34" charset="0"/>
                <a:cs typeface="Arial" panose="020B0604020202020204" pitchFamily="34" charset="0"/>
              </a:defRPr>
            </a:lvl1pPr>
          </a:lstStyle>
          <a:p>
            <a:pPr lvl="0"/>
            <a:r>
              <a:rPr lang="en-GB"/>
              <a:t>00</a:t>
            </a:r>
          </a:p>
        </p:txBody>
      </p:sp>
      <p:sp>
        <p:nvSpPr>
          <p:cNvPr id="3" name="Text Placeholder 64">
            <a:extLst>
              <a:ext uri="{FF2B5EF4-FFF2-40B4-BE49-F238E27FC236}">
                <a16:creationId xmlns:a16="http://schemas.microsoft.com/office/drawing/2014/main" id="{8ACC3AFB-E0F2-42F2-A5CB-41478B6853CD}"/>
              </a:ext>
            </a:extLst>
          </p:cNvPr>
          <p:cNvSpPr>
            <a:spLocks noGrp="1"/>
          </p:cNvSpPr>
          <p:nvPr>
            <p:ph type="body" sz="quarter" idx="115" hasCustomPrompt="1"/>
          </p:nvPr>
        </p:nvSpPr>
        <p:spPr>
          <a:xfrm>
            <a:off x="828000" y="288000"/>
            <a:ext cx="7843612" cy="360000"/>
          </a:xfrm>
        </p:spPr>
        <p:txBody>
          <a:bodyPr anchor="ctr" anchorCtr="0"/>
          <a:lstStyle>
            <a:lvl1pPr>
              <a:defRPr b="1" i="1" baseline="0">
                <a:latin typeface="+mn-lt"/>
              </a:defRPr>
            </a:lvl1pPr>
          </a:lstStyle>
          <a:p>
            <a:pPr marL="0" marR="0" lvl="0" indent="0" algn="l" defTabSz="914318"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presentation title</a:t>
            </a:r>
            <a:endParaRPr lang="en-SK"/>
          </a:p>
        </p:txBody>
      </p:sp>
    </p:spTree>
    <p:extLst>
      <p:ext uri="{BB962C8B-B14F-4D97-AF65-F5344CB8AC3E}">
        <p14:creationId xmlns:p14="http://schemas.microsoft.com/office/powerpoint/2010/main" val="2553852214"/>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lements_I">
    <p:bg>
      <p:bgPr>
        <a:solidFill>
          <a:srgbClr val="F9FAFC"/>
        </a:solidFill>
        <a:effectLst/>
      </p:bgPr>
    </p:bg>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F9B82123-E63E-CDC3-3C2F-07E68C29775E}"/>
              </a:ext>
            </a:extLst>
          </p:cNvPr>
          <p:cNvSpPr>
            <a:spLocks noGrp="1"/>
          </p:cNvSpPr>
          <p:nvPr>
            <p:ph type="body" sz="quarter" idx="47" hasCustomPrompt="1"/>
          </p:nvPr>
        </p:nvSpPr>
        <p:spPr>
          <a:xfrm>
            <a:off x="7488000" y="2772000"/>
            <a:ext cx="3887790" cy="3468496"/>
          </a:xfrm>
        </p:spPr>
        <p:txBody>
          <a:bodyPr lIns="36000" tIns="36000" rIns="36000" bIns="36000">
            <a:noAutofit/>
          </a:bodyPr>
          <a:lstStyle>
            <a:lvl1pPr>
              <a:lnSpc>
                <a:spcPct val="100000"/>
              </a:lnSpc>
              <a:defRPr b="0" i="0">
                <a:latin typeface="Arial" panose="020B0604020202020204" pitchFamily="34" charset="0"/>
                <a:cs typeface="Arial" panose="020B0604020202020204" pitchFamily="34" charset="0"/>
              </a:defRPr>
            </a:lvl1pPr>
            <a:lvl3pPr>
              <a:lnSpc>
                <a:spcPts val="1700"/>
              </a:lnSpc>
              <a:defRPr b="0" i="0">
                <a:solidFill>
                  <a:schemeClr val="tx1"/>
                </a:solidFill>
                <a:latin typeface="Visuelt Pro" panose="020B0503040202040104" pitchFamily="34" charset="0"/>
              </a:defRPr>
            </a:lvl3pPr>
          </a:lstStyle>
          <a:p>
            <a:pPr lvl="0"/>
            <a:r>
              <a:rPr lang="en-GB"/>
              <a:t>Click to edit text</a:t>
            </a:r>
          </a:p>
        </p:txBody>
      </p:sp>
      <p:sp>
        <p:nvSpPr>
          <p:cNvPr id="5" name="Text Placeholder 75">
            <a:extLst>
              <a:ext uri="{FF2B5EF4-FFF2-40B4-BE49-F238E27FC236}">
                <a16:creationId xmlns:a16="http://schemas.microsoft.com/office/drawing/2014/main" id="{CAE6A07E-B4A5-1D15-8249-8D199A875DBF}"/>
              </a:ext>
            </a:extLst>
          </p:cNvPr>
          <p:cNvSpPr>
            <a:spLocks noGrp="1"/>
          </p:cNvSpPr>
          <p:nvPr>
            <p:ph type="body" sz="quarter" idx="34" hasCustomPrompt="1"/>
          </p:nvPr>
        </p:nvSpPr>
        <p:spPr>
          <a:xfrm>
            <a:off x="7488000" y="1980000"/>
            <a:ext cx="3887789" cy="612000"/>
          </a:xfrm>
        </p:spPr>
        <p:txBody>
          <a:bodyPr lIns="36000" tIns="36000" rIns="36000" bIns="36000">
            <a:noAutofit/>
          </a:bodyPr>
          <a:lstStyle>
            <a:lvl1pPr>
              <a:lnSpc>
                <a:spcPct val="100000"/>
              </a:lnSpc>
              <a:defRPr sz="1600" b="0" i="0">
                <a:solidFill>
                  <a:srgbClr val="00C08B"/>
                </a:solidFill>
                <a:latin typeface="Arial" panose="020B0604020202020204" pitchFamily="34" charset="0"/>
                <a:cs typeface="Arial" panose="020B0604020202020204" pitchFamily="34" charset="0"/>
              </a:defRPr>
            </a:lvl1pPr>
          </a:lstStyle>
          <a:p>
            <a:pPr lvl="0"/>
            <a:r>
              <a:rPr lang="en-GB"/>
              <a:t>Subtitle – Click to edit text</a:t>
            </a:r>
          </a:p>
        </p:txBody>
      </p:sp>
      <p:sp>
        <p:nvSpPr>
          <p:cNvPr id="6" name="Picture Placeholder 33">
            <a:extLst>
              <a:ext uri="{FF2B5EF4-FFF2-40B4-BE49-F238E27FC236}">
                <a16:creationId xmlns:a16="http://schemas.microsoft.com/office/drawing/2014/main" id="{C2BC4762-4B2A-4F01-FFA7-2AFF7EFA5DA8}"/>
              </a:ext>
            </a:extLst>
          </p:cNvPr>
          <p:cNvSpPr>
            <a:spLocks noGrp="1"/>
          </p:cNvSpPr>
          <p:nvPr>
            <p:ph type="pic" sz="quarter" idx="45"/>
          </p:nvPr>
        </p:nvSpPr>
        <p:spPr>
          <a:xfrm>
            <a:off x="816210" y="3681414"/>
            <a:ext cx="2542940" cy="2559082"/>
          </a:xfrm>
          <a:prstGeom prst="roundRect">
            <a:avLst>
              <a:gd name="adj" fmla="val 7648"/>
            </a:avLst>
          </a:prstGeom>
        </p:spPr>
        <p:txBody>
          <a:bodyPr lIns="36000" tIns="36000" rIns="36000" bIns="720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picture</a:t>
            </a:r>
            <a:endParaRPr lang="en-SK"/>
          </a:p>
        </p:txBody>
      </p:sp>
      <p:sp>
        <p:nvSpPr>
          <p:cNvPr id="9" name="Title 8">
            <a:extLst>
              <a:ext uri="{FF2B5EF4-FFF2-40B4-BE49-F238E27FC236}">
                <a16:creationId xmlns:a16="http://schemas.microsoft.com/office/drawing/2014/main" id="{1B37F28D-0FAD-5756-88AA-F2CC781549BC}"/>
              </a:ext>
            </a:extLst>
          </p:cNvPr>
          <p:cNvSpPr>
            <a:spLocks noGrp="1"/>
          </p:cNvSpPr>
          <p:nvPr>
            <p:ph type="title"/>
          </p:nvPr>
        </p:nvSpPr>
        <p:spPr>
          <a:xfrm>
            <a:off x="7488000" y="1008000"/>
            <a:ext cx="3887789" cy="972000"/>
          </a:xfrm>
        </p:spPr>
        <p:txBody>
          <a:bodyPr/>
          <a:lstStyle/>
          <a:p>
            <a:r>
              <a:rPr lang="en-GB"/>
              <a:t>Click to edit Master title</a:t>
            </a:r>
            <a:endParaRPr lang="en-SK"/>
          </a:p>
        </p:txBody>
      </p:sp>
      <p:sp>
        <p:nvSpPr>
          <p:cNvPr id="14" name="Picture Placeholder 33">
            <a:extLst>
              <a:ext uri="{FF2B5EF4-FFF2-40B4-BE49-F238E27FC236}">
                <a16:creationId xmlns:a16="http://schemas.microsoft.com/office/drawing/2014/main" id="{7E013F51-FBC8-624C-34F3-50E631457F6B}"/>
              </a:ext>
            </a:extLst>
          </p:cNvPr>
          <p:cNvSpPr>
            <a:spLocks noGrp="1"/>
          </p:cNvSpPr>
          <p:nvPr>
            <p:ph type="pic" sz="quarter" idx="86"/>
          </p:nvPr>
        </p:nvSpPr>
        <p:spPr>
          <a:xfrm>
            <a:off x="828000" y="2353681"/>
            <a:ext cx="5194800" cy="1224000"/>
          </a:xfrm>
          <a:prstGeom prst="roundRect">
            <a:avLst>
              <a:gd name="adj" fmla="val 7648"/>
            </a:avLst>
          </a:prstGeom>
          <a:solidFill>
            <a:srgbClr val="D0DEBB"/>
          </a:solidFill>
        </p:spPr>
        <p:txBody>
          <a:bodyPr lIns="36000" tIns="36000" rIns="36000" bIns="36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picture</a:t>
            </a:r>
            <a:endParaRPr lang="en-SK"/>
          </a:p>
        </p:txBody>
      </p:sp>
      <p:sp>
        <p:nvSpPr>
          <p:cNvPr id="15" name="Text Placeholder 16">
            <a:extLst>
              <a:ext uri="{FF2B5EF4-FFF2-40B4-BE49-F238E27FC236}">
                <a16:creationId xmlns:a16="http://schemas.microsoft.com/office/drawing/2014/main" id="{A3F8D388-88F7-7875-3029-3BD219C9A4D1}"/>
              </a:ext>
            </a:extLst>
          </p:cNvPr>
          <p:cNvSpPr>
            <a:spLocks noGrp="1"/>
          </p:cNvSpPr>
          <p:nvPr>
            <p:ph type="body" sz="quarter" idx="87" hasCustomPrompt="1"/>
          </p:nvPr>
        </p:nvSpPr>
        <p:spPr>
          <a:xfrm>
            <a:off x="2140975" y="2798731"/>
            <a:ext cx="3708000" cy="648000"/>
          </a:xfrm>
        </p:spPr>
        <p:txBody>
          <a:bodyPr lIns="36000" tIns="36000" rIns="36000" bIns="36000">
            <a:noAutofit/>
          </a:bodyPr>
          <a:lstStyle>
            <a:lvl1pPr marL="9525" indent="0">
              <a:lnSpc>
                <a:spcPct val="100000"/>
              </a:lnSpc>
              <a:tabLst/>
              <a:defRPr b="0" i="0">
                <a:solidFill>
                  <a:srgbClr val="13322B"/>
                </a:solidFill>
                <a:latin typeface="Arial" panose="020B0604020202020204" pitchFamily="34" charset="0"/>
                <a:cs typeface="Arial" panose="020B0604020202020204" pitchFamily="34" charset="0"/>
              </a:defRPr>
            </a:lvl1pPr>
          </a:lstStyle>
          <a:p>
            <a:pPr lvl="0"/>
            <a:r>
              <a:rPr lang="en-GB"/>
              <a:t>Click to edit text</a:t>
            </a:r>
          </a:p>
        </p:txBody>
      </p:sp>
      <p:sp>
        <p:nvSpPr>
          <p:cNvPr id="16" name="Text Placeholder 31">
            <a:extLst>
              <a:ext uri="{FF2B5EF4-FFF2-40B4-BE49-F238E27FC236}">
                <a16:creationId xmlns:a16="http://schemas.microsoft.com/office/drawing/2014/main" id="{1258B704-9FE1-D9DA-9083-7F46EC170AAF}"/>
              </a:ext>
            </a:extLst>
          </p:cNvPr>
          <p:cNvSpPr>
            <a:spLocks noGrp="1"/>
          </p:cNvSpPr>
          <p:nvPr>
            <p:ph type="body" sz="quarter" idx="88" hasCustomPrompt="1"/>
          </p:nvPr>
        </p:nvSpPr>
        <p:spPr>
          <a:xfrm>
            <a:off x="2140975" y="2518250"/>
            <a:ext cx="3708000" cy="216000"/>
          </a:xfrm>
        </p:spPr>
        <p:txBody>
          <a:bodyPr lIns="36000" tIns="36000" rIns="36000" bIns="36000">
            <a:noAutofit/>
          </a:bodyPr>
          <a:lstStyle>
            <a:lvl1pPr>
              <a:lnSpc>
                <a:spcPct val="100000"/>
              </a:lnSpc>
              <a:defRPr b="1" i="0">
                <a:latin typeface="Arial" panose="020B0604020202020204" pitchFamily="34" charset="0"/>
                <a:cs typeface="Arial" panose="020B0604020202020204" pitchFamily="34" charset="0"/>
              </a:defRPr>
            </a:lvl1pPr>
          </a:lstStyle>
          <a:p>
            <a:pPr lvl="0"/>
            <a:r>
              <a:rPr lang="en-GB"/>
              <a:t>Click to edit text</a:t>
            </a:r>
          </a:p>
        </p:txBody>
      </p:sp>
      <p:sp>
        <p:nvSpPr>
          <p:cNvPr id="19" name="Text Placeholder 16">
            <a:extLst>
              <a:ext uri="{FF2B5EF4-FFF2-40B4-BE49-F238E27FC236}">
                <a16:creationId xmlns:a16="http://schemas.microsoft.com/office/drawing/2014/main" id="{46C00AD2-432F-A1D3-9B72-4A378242BFD1}"/>
              </a:ext>
            </a:extLst>
          </p:cNvPr>
          <p:cNvSpPr>
            <a:spLocks noGrp="1"/>
          </p:cNvSpPr>
          <p:nvPr>
            <p:ph type="body" sz="quarter" idx="80" hasCustomPrompt="1"/>
          </p:nvPr>
        </p:nvSpPr>
        <p:spPr>
          <a:xfrm>
            <a:off x="828000" y="2513439"/>
            <a:ext cx="1199238" cy="935037"/>
          </a:xfrm>
        </p:spPr>
        <p:txBody>
          <a:bodyPr lIns="36000" tIns="36000" rIns="36000" bIns="36000" anchor="ctr" anchorCtr="0">
            <a:noAutofit/>
          </a:bodyPr>
          <a:lstStyle>
            <a:lvl1pPr marL="9525" indent="0" algn="ctr">
              <a:lnSpc>
                <a:spcPct val="100000"/>
              </a:lnSpc>
              <a:tabLst/>
              <a:defRPr sz="2800" b="0" i="0">
                <a:solidFill>
                  <a:srgbClr val="13322B"/>
                </a:solidFill>
                <a:latin typeface="Arial" panose="020B0604020202020204" pitchFamily="34" charset="0"/>
                <a:cs typeface="Arial" panose="020B0604020202020204" pitchFamily="34" charset="0"/>
              </a:defRPr>
            </a:lvl1pPr>
          </a:lstStyle>
          <a:p>
            <a:pPr lvl="0"/>
            <a:r>
              <a:rPr lang="en-GB"/>
              <a:t>00</a:t>
            </a:r>
          </a:p>
        </p:txBody>
      </p:sp>
      <p:sp>
        <p:nvSpPr>
          <p:cNvPr id="21" name="Picture Placeholder 33">
            <a:extLst>
              <a:ext uri="{FF2B5EF4-FFF2-40B4-BE49-F238E27FC236}">
                <a16:creationId xmlns:a16="http://schemas.microsoft.com/office/drawing/2014/main" id="{053B6D2B-0B85-BFCD-3458-2740A7ED9A75}"/>
              </a:ext>
            </a:extLst>
          </p:cNvPr>
          <p:cNvSpPr>
            <a:spLocks noGrp="1"/>
          </p:cNvSpPr>
          <p:nvPr>
            <p:ph type="pic" sz="quarter" idx="91"/>
          </p:nvPr>
        </p:nvSpPr>
        <p:spPr>
          <a:xfrm>
            <a:off x="828000" y="1016000"/>
            <a:ext cx="5194800" cy="1224000"/>
          </a:xfrm>
          <a:prstGeom prst="roundRect">
            <a:avLst>
              <a:gd name="adj" fmla="val 7648"/>
            </a:avLst>
          </a:prstGeom>
          <a:solidFill>
            <a:srgbClr val="33FF99"/>
          </a:solidFill>
        </p:spPr>
        <p:txBody>
          <a:bodyPr lIns="36000" tIns="36000" rIns="36000" bIns="36000" anchor="b" anchorCtr="1">
            <a:noAutofit/>
          </a:bodyPr>
          <a:lstStyle>
            <a:lvl1pPr>
              <a:lnSpc>
                <a:spcPct val="100000"/>
              </a:lnSpc>
              <a:defRPr sz="900" b="0" i="1">
                <a:solidFill>
                  <a:schemeClr val="tx1"/>
                </a:solidFill>
                <a:latin typeface="Arial" panose="020B0604020202020204" pitchFamily="34" charset="0"/>
                <a:cs typeface="Arial" panose="020B0604020202020204" pitchFamily="34" charset="0"/>
              </a:defRPr>
            </a:lvl1pPr>
          </a:lstStyle>
          <a:p>
            <a:r>
              <a:rPr lang="en-GB"/>
              <a:t>Click icon to add picture</a:t>
            </a:r>
            <a:endParaRPr lang="en-SK"/>
          </a:p>
        </p:txBody>
      </p:sp>
      <p:sp>
        <p:nvSpPr>
          <p:cNvPr id="22" name="Text Placeholder 16">
            <a:extLst>
              <a:ext uri="{FF2B5EF4-FFF2-40B4-BE49-F238E27FC236}">
                <a16:creationId xmlns:a16="http://schemas.microsoft.com/office/drawing/2014/main" id="{89EB42F0-F43E-16BC-6524-AD60BB76D83C}"/>
              </a:ext>
            </a:extLst>
          </p:cNvPr>
          <p:cNvSpPr>
            <a:spLocks noGrp="1"/>
          </p:cNvSpPr>
          <p:nvPr>
            <p:ph type="body" sz="quarter" idx="95" hasCustomPrompt="1"/>
          </p:nvPr>
        </p:nvSpPr>
        <p:spPr>
          <a:xfrm>
            <a:off x="2140975" y="1449960"/>
            <a:ext cx="3711134" cy="662500"/>
          </a:xfrm>
        </p:spPr>
        <p:txBody>
          <a:bodyPr lIns="36000" tIns="36000" rIns="36000" bIns="36000">
            <a:noAutofit/>
          </a:bodyPr>
          <a:lstStyle>
            <a:lvl1pPr marL="9525" indent="0">
              <a:lnSpc>
                <a:spcPct val="100000"/>
              </a:lnSpc>
              <a:tabLst/>
              <a:defRPr b="0" i="0">
                <a:solidFill>
                  <a:schemeClr val="tx1"/>
                </a:solidFill>
                <a:latin typeface="Arial" panose="020B0604020202020204" pitchFamily="34" charset="0"/>
                <a:cs typeface="Arial" panose="020B0604020202020204" pitchFamily="34" charset="0"/>
              </a:defRPr>
            </a:lvl1pPr>
          </a:lstStyle>
          <a:p>
            <a:pPr lvl="0"/>
            <a:r>
              <a:rPr lang="en-GB"/>
              <a:t>Click to edit text</a:t>
            </a:r>
          </a:p>
        </p:txBody>
      </p:sp>
      <p:sp>
        <p:nvSpPr>
          <p:cNvPr id="23" name="Text Placeholder 31">
            <a:extLst>
              <a:ext uri="{FF2B5EF4-FFF2-40B4-BE49-F238E27FC236}">
                <a16:creationId xmlns:a16="http://schemas.microsoft.com/office/drawing/2014/main" id="{E3BE8A34-CA42-A5FD-9E29-A9801172F033}"/>
              </a:ext>
            </a:extLst>
          </p:cNvPr>
          <p:cNvSpPr>
            <a:spLocks noGrp="1"/>
          </p:cNvSpPr>
          <p:nvPr>
            <p:ph type="body" sz="quarter" idx="96" hasCustomPrompt="1"/>
          </p:nvPr>
        </p:nvSpPr>
        <p:spPr>
          <a:xfrm>
            <a:off x="2140975" y="1169479"/>
            <a:ext cx="3708000" cy="216000"/>
          </a:xfrm>
        </p:spPr>
        <p:txBody>
          <a:bodyPr lIns="36000" tIns="36000" rIns="36000" bIns="36000">
            <a:noAutofit/>
          </a:bodyPr>
          <a:lstStyle>
            <a:lvl1pPr>
              <a:lnSpc>
                <a:spcPct val="100000"/>
              </a:lnSpc>
              <a:defRPr b="1" i="0">
                <a:solidFill>
                  <a:schemeClr val="tx1"/>
                </a:solidFill>
                <a:latin typeface="Arial" panose="020B0604020202020204" pitchFamily="34" charset="0"/>
                <a:cs typeface="Arial" panose="020B0604020202020204" pitchFamily="34" charset="0"/>
              </a:defRPr>
            </a:lvl1pPr>
          </a:lstStyle>
          <a:p>
            <a:pPr lvl="0"/>
            <a:r>
              <a:rPr lang="en-GB"/>
              <a:t>Click to edit text</a:t>
            </a:r>
          </a:p>
        </p:txBody>
      </p:sp>
      <p:sp>
        <p:nvSpPr>
          <p:cNvPr id="24" name="Text Placeholder 16">
            <a:extLst>
              <a:ext uri="{FF2B5EF4-FFF2-40B4-BE49-F238E27FC236}">
                <a16:creationId xmlns:a16="http://schemas.microsoft.com/office/drawing/2014/main" id="{C917559E-916E-CFEF-B385-4F6F752642E4}"/>
              </a:ext>
            </a:extLst>
          </p:cNvPr>
          <p:cNvSpPr>
            <a:spLocks noGrp="1"/>
          </p:cNvSpPr>
          <p:nvPr>
            <p:ph type="body" sz="quarter" idx="98" hasCustomPrompt="1"/>
          </p:nvPr>
        </p:nvSpPr>
        <p:spPr>
          <a:xfrm>
            <a:off x="828000" y="1165915"/>
            <a:ext cx="1199238" cy="935037"/>
          </a:xfrm>
        </p:spPr>
        <p:txBody>
          <a:bodyPr lIns="36000" tIns="36000" rIns="36000" bIns="36000" anchor="ctr" anchorCtr="0">
            <a:noAutofit/>
          </a:bodyPr>
          <a:lstStyle>
            <a:lvl1pPr marL="9525" indent="0" algn="ctr">
              <a:lnSpc>
                <a:spcPct val="100000"/>
              </a:lnSpc>
              <a:tabLst/>
              <a:defRPr sz="2800" b="0" i="0">
                <a:solidFill>
                  <a:schemeClr val="tx1"/>
                </a:solidFill>
                <a:latin typeface="Arial" panose="020B0604020202020204" pitchFamily="34" charset="0"/>
                <a:cs typeface="Arial" panose="020B0604020202020204" pitchFamily="34" charset="0"/>
              </a:defRPr>
            </a:lvl1pPr>
          </a:lstStyle>
          <a:p>
            <a:pPr lvl="0"/>
            <a:r>
              <a:rPr lang="en-GB"/>
              <a:t>00</a:t>
            </a:r>
          </a:p>
        </p:txBody>
      </p:sp>
      <p:sp>
        <p:nvSpPr>
          <p:cNvPr id="2" name="Text Placeholder 64">
            <a:extLst>
              <a:ext uri="{FF2B5EF4-FFF2-40B4-BE49-F238E27FC236}">
                <a16:creationId xmlns:a16="http://schemas.microsoft.com/office/drawing/2014/main" id="{EE243FFE-D449-024C-CA0C-A8760BC0BE5D}"/>
              </a:ext>
            </a:extLst>
          </p:cNvPr>
          <p:cNvSpPr>
            <a:spLocks noGrp="1"/>
          </p:cNvSpPr>
          <p:nvPr>
            <p:ph type="body" sz="quarter" idx="115" hasCustomPrompt="1"/>
          </p:nvPr>
        </p:nvSpPr>
        <p:spPr>
          <a:xfrm>
            <a:off x="828000" y="288000"/>
            <a:ext cx="7843612" cy="360000"/>
          </a:xfrm>
        </p:spPr>
        <p:txBody>
          <a:bodyPr anchor="ctr" anchorCtr="0"/>
          <a:lstStyle>
            <a:lvl1pPr>
              <a:defRPr b="1" i="1" baseline="0">
                <a:latin typeface="+mn-lt"/>
              </a:defRPr>
            </a:lvl1pPr>
          </a:lstStyle>
          <a:p>
            <a:pPr marL="0" marR="0" lvl="0" indent="0" algn="l" defTabSz="914318"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presentation title</a:t>
            </a:r>
            <a:endParaRPr lang="en-SK"/>
          </a:p>
        </p:txBody>
      </p:sp>
    </p:spTree>
    <p:extLst>
      <p:ext uri="{BB962C8B-B14F-4D97-AF65-F5344CB8AC3E}">
        <p14:creationId xmlns:p14="http://schemas.microsoft.com/office/powerpoint/2010/main" val="1351490003"/>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Elements_J">
    <p:bg>
      <p:bgPr>
        <a:solidFill>
          <a:srgbClr val="F9FAFC"/>
        </a:solidFill>
        <a:effectLst/>
      </p:bgPr>
    </p:bg>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92332E12-9CB5-D15A-C507-50A32EC65254}"/>
              </a:ext>
            </a:extLst>
          </p:cNvPr>
          <p:cNvSpPr>
            <a:spLocks noGrp="1"/>
          </p:cNvSpPr>
          <p:nvPr>
            <p:ph type="title"/>
          </p:nvPr>
        </p:nvSpPr>
        <p:spPr>
          <a:xfrm>
            <a:off x="828000" y="1008000"/>
            <a:ext cx="3899063" cy="972000"/>
          </a:xfrm>
        </p:spPr>
        <p:txBody>
          <a:bodyPr/>
          <a:lstStyle/>
          <a:p>
            <a:r>
              <a:rPr lang="en-GB"/>
              <a:t>Click to edit Master title</a:t>
            </a:r>
            <a:endParaRPr lang="en-SK"/>
          </a:p>
        </p:txBody>
      </p:sp>
      <p:sp>
        <p:nvSpPr>
          <p:cNvPr id="27" name="Picture Placeholder 33">
            <a:extLst>
              <a:ext uri="{FF2B5EF4-FFF2-40B4-BE49-F238E27FC236}">
                <a16:creationId xmlns:a16="http://schemas.microsoft.com/office/drawing/2014/main" id="{379F9770-8304-75A0-076C-2F152474FDA2}"/>
              </a:ext>
            </a:extLst>
          </p:cNvPr>
          <p:cNvSpPr>
            <a:spLocks noGrp="1"/>
          </p:cNvSpPr>
          <p:nvPr>
            <p:ph type="pic" sz="quarter" idx="98"/>
          </p:nvPr>
        </p:nvSpPr>
        <p:spPr>
          <a:xfrm>
            <a:off x="828000" y="5015574"/>
            <a:ext cx="5194800" cy="1224000"/>
          </a:xfrm>
          <a:prstGeom prst="roundRect">
            <a:avLst>
              <a:gd name="adj" fmla="val 7648"/>
            </a:avLst>
          </a:prstGeom>
          <a:solidFill>
            <a:srgbClr val="D0DEBB"/>
          </a:solidFill>
        </p:spPr>
        <p:txBody>
          <a:bodyPr lIns="36000" tIns="36000" rIns="36000" bIns="36000" anchor="b" anchorCtr="1">
            <a:noAutofit/>
          </a:bodyPr>
          <a:lstStyle>
            <a:lvl1pPr>
              <a:lnSpc>
                <a:spcPct val="100000"/>
              </a:lnSpc>
              <a:defRPr sz="900" b="0" i="1">
                <a:solidFill>
                  <a:schemeClr val="bg1"/>
                </a:solidFill>
                <a:latin typeface="Arial" panose="020B0604020202020204" pitchFamily="34" charset="0"/>
                <a:cs typeface="Arial" panose="020B0604020202020204" pitchFamily="34" charset="0"/>
              </a:defRPr>
            </a:lvl1pPr>
          </a:lstStyle>
          <a:p>
            <a:r>
              <a:rPr lang="en-GB"/>
              <a:t>Click icon to add picture</a:t>
            </a:r>
            <a:endParaRPr lang="en-SK"/>
          </a:p>
        </p:txBody>
      </p:sp>
      <p:sp>
        <p:nvSpPr>
          <p:cNvPr id="29" name="Picture Placeholder 33">
            <a:extLst>
              <a:ext uri="{FF2B5EF4-FFF2-40B4-BE49-F238E27FC236}">
                <a16:creationId xmlns:a16="http://schemas.microsoft.com/office/drawing/2014/main" id="{00955E6D-F00F-7DB8-ABDA-F4B8EBC4CBDE}"/>
              </a:ext>
            </a:extLst>
          </p:cNvPr>
          <p:cNvSpPr>
            <a:spLocks noGrp="1"/>
          </p:cNvSpPr>
          <p:nvPr>
            <p:ph type="pic" sz="quarter" idx="99"/>
          </p:nvPr>
        </p:nvSpPr>
        <p:spPr>
          <a:xfrm>
            <a:off x="828000" y="3683574"/>
            <a:ext cx="5194800" cy="1224000"/>
          </a:xfrm>
          <a:prstGeom prst="roundRect">
            <a:avLst>
              <a:gd name="adj" fmla="val 7648"/>
            </a:avLst>
          </a:prstGeom>
          <a:solidFill>
            <a:srgbClr val="ACB5BD"/>
          </a:solidFill>
        </p:spPr>
        <p:txBody>
          <a:bodyPr lIns="36000" tIns="36000" rIns="36000" bIns="36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picture</a:t>
            </a:r>
            <a:endParaRPr lang="en-SK"/>
          </a:p>
        </p:txBody>
      </p:sp>
      <p:sp>
        <p:nvSpPr>
          <p:cNvPr id="30" name="Text Placeholder 16">
            <a:extLst>
              <a:ext uri="{FF2B5EF4-FFF2-40B4-BE49-F238E27FC236}">
                <a16:creationId xmlns:a16="http://schemas.microsoft.com/office/drawing/2014/main" id="{A21C8859-9285-F0F8-8B17-A98F0610AB7D}"/>
              </a:ext>
            </a:extLst>
          </p:cNvPr>
          <p:cNvSpPr>
            <a:spLocks noGrp="1"/>
          </p:cNvSpPr>
          <p:nvPr>
            <p:ph type="body" sz="quarter" idx="87" hasCustomPrompt="1"/>
          </p:nvPr>
        </p:nvSpPr>
        <p:spPr>
          <a:xfrm>
            <a:off x="2140975" y="4128624"/>
            <a:ext cx="3708000" cy="648000"/>
          </a:xfrm>
        </p:spPr>
        <p:txBody>
          <a:bodyPr lIns="36000" tIns="36000" rIns="36000" bIns="36000">
            <a:noAutofit/>
          </a:bodyPr>
          <a:lstStyle>
            <a:lvl1pPr marL="9525" indent="0">
              <a:lnSpc>
                <a:spcPct val="100000"/>
              </a:lnSpc>
              <a:tabLst/>
              <a:defRPr b="0" i="0">
                <a:solidFill>
                  <a:srgbClr val="13322B"/>
                </a:solidFill>
                <a:latin typeface="Arial" panose="020B0604020202020204" pitchFamily="34" charset="0"/>
                <a:cs typeface="Arial" panose="020B0604020202020204" pitchFamily="34" charset="0"/>
              </a:defRPr>
            </a:lvl1pPr>
          </a:lstStyle>
          <a:p>
            <a:pPr lvl="0"/>
            <a:r>
              <a:rPr lang="en-GB"/>
              <a:t>Click to edit text</a:t>
            </a:r>
          </a:p>
        </p:txBody>
      </p:sp>
      <p:sp>
        <p:nvSpPr>
          <p:cNvPr id="31" name="Text Placeholder 31">
            <a:extLst>
              <a:ext uri="{FF2B5EF4-FFF2-40B4-BE49-F238E27FC236}">
                <a16:creationId xmlns:a16="http://schemas.microsoft.com/office/drawing/2014/main" id="{659B8F68-6CD7-4D82-2706-32FAF549C572}"/>
              </a:ext>
            </a:extLst>
          </p:cNvPr>
          <p:cNvSpPr>
            <a:spLocks noGrp="1"/>
          </p:cNvSpPr>
          <p:nvPr>
            <p:ph type="body" sz="quarter" idx="88" hasCustomPrompt="1"/>
          </p:nvPr>
        </p:nvSpPr>
        <p:spPr>
          <a:xfrm>
            <a:off x="2140975" y="3848143"/>
            <a:ext cx="3708000" cy="216000"/>
          </a:xfrm>
        </p:spPr>
        <p:txBody>
          <a:bodyPr lIns="36000" tIns="36000" rIns="36000" bIns="36000">
            <a:noAutofit/>
          </a:bodyPr>
          <a:lstStyle>
            <a:lvl1pPr>
              <a:lnSpc>
                <a:spcPct val="100000"/>
              </a:lnSpc>
              <a:defRPr b="1" i="0">
                <a:latin typeface="Arial" panose="020B0604020202020204" pitchFamily="34" charset="0"/>
                <a:cs typeface="Arial" panose="020B0604020202020204" pitchFamily="34" charset="0"/>
              </a:defRPr>
            </a:lvl1pPr>
          </a:lstStyle>
          <a:p>
            <a:pPr lvl="0"/>
            <a:r>
              <a:rPr lang="en-GB"/>
              <a:t>Click to edit text</a:t>
            </a:r>
          </a:p>
        </p:txBody>
      </p:sp>
      <p:sp>
        <p:nvSpPr>
          <p:cNvPr id="33" name="Text Placeholder 16">
            <a:extLst>
              <a:ext uri="{FF2B5EF4-FFF2-40B4-BE49-F238E27FC236}">
                <a16:creationId xmlns:a16="http://schemas.microsoft.com/office/drawing/2014/main" id="{96C43A70-2CE7-976B-E8CB-D940920194E2}"/>
              </a:ext>
            </a:extLst>
          </p:cNvPr>
          <p:cNvSpPr>
            <a:spLocks noGrp="1"/>
          </p:cNvSpPr>
          <p:nvPr>
            <p:ph type="body" sz="quarter" idx="100" hasCustomPrompt="1"/>
          </p:nvPr>
        </p:nvSpPr>
        <p:spPr>
          <a:xfrm>
            <a:off x="2140975" y="5449534"/>
            <a:ext cx="3711134" cy="662500"/>
          </a:xfrm>
        </p:spPr>
        <p:txBody>
          <a:bodyPr lIns="36000" tIns="36000" rIns="36000" bIns="36000">
            <a:noAutofit/>
          </a:bodyPr>
          <a:lstStyle>
            <a:lvl1pPr marL="9525" indent="0">
              <a:lnSpc>
                <a:spcPct val="100000"/>
              </a:lnSpc>
              <a:tabLst/>
              <a:defRPr b="0" i="0">
                <a:solidFill>
                  <a:srgbClr val="13322B"/>
                </a:solidFill>
                <a:latin typeface="Arial" panose="020B0604020202020204" pitchFamily="34" charset="0"/>
                <a:cs typeface="Arial" panose="020B0604020202020204" pitchFamily="34" charset="0"/>
              </a:defRPr>
            </a:lvl1pPr>
          </a:lstStyle>
          <a:p>
            <a:pPr lvl="0"/>
            <a:r>
              <a:rPr lang="en-GB"/>
              <a:t>Click to edit text</a:t>
            </a:r>
          </a:p>
        </p:txBody>
      </p:sp>
      <p:sp>
        <p:nvSpPr>
          <p:cNvPr id="35" name="Text Placeholder 31">
            <a:extLst>
              <a:ext uri="{FF2B5EF4-FFF2-40B4-BE49-F238E27FC236}">
                <a16:creationId xmlns:a16="http://schemas.microsoft.com/office/drawing/2014/main" id="{FD4E6666-E1D6-AEDB-01E3-73958F906B96}"/>
              </a:ext>
            </a:extLst>
          </p:cNvPr>
          <p:cNvSpPr>
            <a:spLocks noGrp="1"/>
          </p:cNvSpPr>
          <p:nvPr>
            <p:ph type="body" sz="quarter" idx="90" hasCustomPrompt="1"/>
          </p:nvPr>
        </p:nvSpPr>
        <p:spPr>
          <a:xfrm>
            <a:off x="2140975" y="5169053"/>
            <a:ext cx="3708000" cy="216000"/>
          </a:xfrm>
        </p:spPr>
        <p:txBody>
          <a:bodyPr lIns="36000" tIns="36000" rIns="36000" bIns="36000">
            <a:noAutofit/>
          </a:bodyPr>
          <a:lstStyle>
            <a:lvl1pPr>
              <a:lnSpc>
                <a:spcPct val="100000"/>
              </a:lnSpc>
              <a:defRPr b="1" i="0">
                <a:solidFill>
                  <a:srgbClr val="13322B"/>
                </a:solidFill>
                <a:latin typeface="Arial" panose="020B0604020202020204" pitchFamily="34" charset="0"/>
                <a:cs typeface="Arial" panose="020B0604020202020204" pitchFamily="34" charset="0"/>
              </a:defRPr>
            </a:lvl1pPr>
          </a:lstStyle>
          <a:p>
            <a:pPr lvl="0"/>
            <a:r>
              <a:rPr lang="en-GB"/>
              <a:t>Click to edit text</a:t>
            </a:r>
          </a:p>
        </p:txBody>
      </p:sp>
      <p:sp>
        <p:nvSpPr>
          <p:cNvPr id="37" name="Text Placeholder 16">
            <a:extLst>
              <a:ext uri="{FF2B5EF4-FFF2-40B4-BE49-F238E27FC236}">
                <a16:creationId xmlns:a16="http://schemas.microsoft.com/office/drawing/2014/main" id="{32C87126-01B1-41D3-2AEB-0F17B47DD54A}"/>
              </a:ext>
            </a:extLst>
          </p:cNvPr>
          <p:cNvSpPr>
            <a:spLocks noGrp="1"/>
          </p:cNvSpPr>
          <p:nvPr>
            <p:ph type="body" sz="quarter" idx="80" hasCustomPrompt="1"/>
          </p:nvPr>
        </p:nvSpPr>
        <p:spPr>
          <a:xfrm>
            <a:off x="828000" y="3843332"/>
            <a:ext cx="1199238" cy="935037"/>
          </a:xfrm>
        </p:spPr>
        <p:txBody>
          <a:bodyPr lIns="36000" tIns="36000" rIns="36000" bIns="36000" anchor="ctr" anchorCtr="0">
            <a:noAutofit/>
          </a:bodyPr>
          <a:lstStyle>
            <a:lvl1pPr marL="9525" indent="0" algn="ctr">
              <a:lnSpc>
                <a:spcPct val="100000"/>
              </a:lnSpc>
              <a:tabLst/>
              <a:defRPr sz="2800" b="0" i="0">
                <a:solidFill>
                  <a:srgbClr val="13322B"/>
                </a:solidFill>
                <a:latin typeface="Arial" panose="020B0604020202020204" pitchFamily="34" charset="0"/>
                <a:cs typeface="Arial" panose="020B0604020202020204" pitchFamily="34" charset="0"/>
              </a:defRPr>
            </a:lvl1pPr>
          </a:lstStyle>
          <a:p>
            <a:pPr lvl="0"/>
            <a:r>
              <a:rPr lang="en-GB"/>
              <a:t>00</a:t>
            </a:r>
          </a:p>
        </p:txBody>
      </p:sp>
      <p:sp>
        <p:nvSpPr>
          <p:cNvPr id="39" name="Text Placeholder 16">
            <a:extLst>
              <a:ext uri="{FF2B5EF4-FFF2-40B4-BE49-F238E27FC236}">
                <a16:creationId xmlns:a16="http://schemas.microsoft.com/office/drawing/2014/main" id="{77099911-0361-1DBA-AA1A-F9065B5B645E}"/>
              </a:ext>
            </a:extLst>
          </p:cNvPr>
          <p:cNvSpPr>
            <a:spLocks noGrp="1"/>
          </p:cNvSpPr>
          <p:nvPr>
            <p:ph type="body" sz="quarter" idx="101" hasCustomPrompt="1"/>
          </p:nvPr>
        </p:nvSpPr>
        <p:spPr>
          <a:xfrm>
            <a:off x="828000" y="5165489"/>
            <a:ext cx="1199238" cy="935037"/>
          </a:xfrm>
        </p:spPr>
        <p:txBody>
          <a:bodyPr lIns="36000" tIns="36000" rIns="36000" bIns="36000" anchor="ctr" anchorCtr="0">
            <a:noAutofit/>
          </a:bodyPr>
          <a:lstStyle>
            <a:lvl1pPr marL="9525" indent="0" algn="ctr">
              <a:lnSpc>
                <a:spcPct val="100000"/>
              </a:lnSpc>
              <a:tabLst/>
              <a:defRPr sz="2800" b="0" i="0">
                <a:solidFill>
                  <a:srgbClr val="13322B"/>
                </a:solidFill>
                <a:latin typeface="Arial" panose="020B0604020202020204" pitchFamily="34" charset="0"/>
                <a:cs typeface="Arial" panose="020B0604020202020204" pitchFamily="34" charset="0"/>
              </a:defRPr>
            </a:lvl1pPr>
          </a:lstStyle>
          <a:p>
            <a:pPr lvl="0"/>
            <a:r>
              <a:rPr lang="en-GB"/>
              <a:t>00</a:t>
            </a:r>
          </a:p>
        </p:txBody>
      </p:sp>
      <p:sp>
        <p:nvSpPr>
          <p:cNvPr id="41" name="Picture Placeholder 33">
            <a:extLst>
              <a:ext uri="{FF2B5EF4-FFF2-40B4-BE49-F238E27FC236}">
                <a16:creationId xmlns:a16="http://schemas.microsoft.com/office/drawing/2014/main" id="{BA455094-8286-CF4B-5ABA-3CDF7B8D0836}"/>
              </a:ext>
            </a:extLst>
          </p:cNvPr>
          <p:cNvSpPr>
            <a:spLocks noGrp="1"/>
          </p:cNvSpPr>
          <p:nvPr>
            <p:ph type="pic" sz="quarter" idx="91"/>
          </p:nvPr>
        </p:nvSpPr>
        <p:spPr>
          <a:xfrm>
            <a:off x="828000" y="2345893"/>
            <a:ext cx="5194800" cy="1224000"/>
          </a:xfrm>
          <a:prstGeom prst="roundRect">
            <a:avLst>
              <a:gd name="adj" fmla="val 7648"/>
            </a:avLst>
          </a:prstGeom>
          <a:solidFill>
            <a:srgbClr val="D0C5FB"/>
          </a:solidFill>
        </p:spPr>
        <p:txBody>
          <a:bodyPr lIns="36000" tIns="36000" rIns="36000" bIns="36000" anchor="b" anchorCtr="1">
            <a:noAutofit/>
          </a:bodyPr>
          <a:lstStyle>
            <a:lvl1pPr>
              <a:lnSpc>
                <a:spcPct val="100000"/>
              </a:lnSpc>
              <a:defRPr sz="900" b="0" i="1">
                <a:solidFill>
                  <a:schemeClr val="tx1"/>
                </a:solidFill>
                <a:latin typeface="Arial" panose="020B0604020202020204" pitchFamily="34" charset="0"/>
                <a:cs typeface="Arial" panose="020B0604020202020204" pitchFamily="34" charset="0"/>
              </a:defRPr>
            </a:lvl1pPr>
          </a:lstStyle>
          <a:p>
            <a:r>
              <a:rPr lang="en-GB"/>
              <a:t>Click icon to add picture</a:t>
            </a:r>
            <a:endParaRPr lang="en-SK"/>
          </a:p>
        </p:txBody>
      </p:sp>
      <p:sp>
        <p:nvSpPr>
          <p:cNvPr id="43" name="Text Placeholder 16">
            <a:extLst>
              <a:ext uri="{FF2B5EF4-FFF2-40B4-BE49-F238E27FC236}">
                <a16:creationId xmlns:a16="http://schemas.microsoft.com/office/drawing/2014/main" id="{033E617E-A774-A827-4E10-93BE41613154}"/>
              </a:ext>
            </a:extLst>
          </p:cNvPr>
          <p:cNvSpPr>
            <a:spLocks noGrp="1"/>
          </p:cNvSpPr>
          <p:nvPr>
            <p:ph type="body" sz="quarter" idx="102" hasCustomPrompt="1"/>
          </p:nvPr>
        </p:nvSpPr>
        <p:spPr>
          <a:xfrm>
            <a:off x="2140975" y="2779853"/>
            <a:ext cx="3711134" cy="662500"/>
          </a:xfrm>
        </p:spPr>
        <p:txBody>
          <a:bodyPr lIns="36000" tIns="36000" rIns="36000" bIns="36000">
            <a:noAutofit/>
          </a:bodyPr>
          <a:lstStyle>
            <a:lvl1pPr marL="9525" indent="0">
              <a:lnSpc>
                <a:spcPct val="100000"/>
              </a:lnSpc>
              <a:tabLst/>
              <a:defRPr b="0" i="0">
                <a:solidFill>
                  <a:schemeClr val="tx1"/>
                </a:solidFill>
                <a:latin typeface="Arial" panose="020B0604020202020204" pitchFamily="34" charset="0"/>
                <a:cs typeface="Arial" panose="020B0604020202020204" pitchFamily="34" charset="0"/>
              </a:defRPr>
            </a:lvl1pPr>
          </a:lstStyle>
          <a:p>
            <a:pPr lvl="0"/>
            <a:r>
              <a:rPr lang="en-GB"/>
              <a:t>Click to edit text</a:t>
            </a:r>
          </a:p>
        </p:txBody>
      </p:sp>
      <p:sp>
        <p:nvSpPr>
          <p:cNvPr id="44" name="Text Placeholder 31">
            <a:extLst>
              <a:ext uri="{FF2B5EF4-FFF2-40B4-BE49-F238E27FC236}">
                <a16:creationId xmlns:a16="http://schemas.microsoft.com/office/drawing/2014/main" id="{57508AF5-6B4B-165E-9962-B028BAECA26E}"/>
              </a:ext>
            </a:extLst>
          </p:cNvPr>
          <p:cNvSpPr>
            <a:spLocks noGrp="1"/>
          </p:cNvSpPr>
          <p:nvPr>
            <p:ph type="body" sz="quarter" idx="103" hasCustomPrompt="1"/>
          </p:nvPr>
        </p:nvSpPr>
        <p:spPr>
          <a:xfrm>
            <a:off x="2140975" y="2499372"/>
            <a:ext cx="3708000" cy="216000"/>
          </a:xfrm>
        </p:spPr>
        <p:txBody>
          <a:bodyPr lIns="36000" tIns="36000" rIns="36000" bIns="36000">
            <a:noAutofit/>
          </a:bodyPr>
          <a:lstStyle>
            <a:lvl1pPr>
              <a:lnSpc>
                <a:spcPct val="100000"/>
              </a:lnSpc>
              <a:defRPr b="1" i="0">
                <a:solidFill>
                  <a:schemeClr val="tx1"/>
                </a:solidFill>
                <a:latin typeface="Arial" panose="020B0604020202020204" pitchFamily="34" charset="0"/>
                <a:cs typeface="Arial" panose="020B0604020202020204" pitchFamily="34" charset="0"/>
              </a:defRPr>
            </a:lvl1pPr>
          </a:lstStyle>
          <a:p>
            <a:pPr lvl="0"/>
            <a:r>
              <a:rPr lang="en-GB"/>
              <a:t>Click to edit text</a:t>
            </a:r>
          </a:p>
        </p:txBody>
      </p:sp>
      <p:sp>
        <p:nvSpPr>
          <p:cNvPr id="45" name="Text Placeholder 16">
            <a:extLst>
              <a:ext uri="{FF2B5EF4-FFF2-40B4-BE49-F238E27FC236}">
                <a16:creationId xmlns:a16="http://schemas.microsoft.com/office/drawing/2014/main" id="{F1372F35-1357-A0FC-48FC-94C81F838D72}"/>
              </a:ext>
            </a:extLst>
          </p:cNvPr>
          <p:cNvSpPr>
            <a:spLocks noGrp="1"/>
          </p:cNvSpPr>
          <p:nvPr>
            <p:ph type="body" sz="quarter" idx="104" hasCustomPrompt="1"/>
          </p:nvPr>
        </p:nvSpPr>
        <p:spPr>
          <a:xfrm>
            <a:off x="828000" y="2495808"/>
            <a:ext cx="1199238" cy="935037"/>
          </a:xfrm>
        </p:spPr>
        <p:txBody>
          <a:bodyPr lIns="36000" tIns="36000" rIns="36000" bIns="36000" anchor="ctr" anchorCtr="0">
            <a:noAutofit/>
          </a:bodyPr>
          <a:lstStyle>
            <a:lvl1pPr marL="9525" indent="0" algn="ctr">
              <a:lnSpc>
                <a:spcPct val="100000"/>
              </a:lnSpc>
              <a:tabLst/>
              <a:defRPr sz="2800" b="0" i="0">
                <a:solidFill>
                  <a:schemeClr val="tx1"/>
                </a:solidFill>
                <a:latin typeface="Arial" panose="020B0604020202020204" pitchFamily="34" charset="0"/>
                <a:cs typeface="Arial" panose="020B0604020202020204" pitchFamily="34" charset="0"/>
              </a:defRPr>
            </a:lvl1pPr>
          </a:lstStyle>
          <a:p>
            <a:pPr lvl="0"/>
            <a:r>
              <a:rPr lang="en-GB"/>
              <a:t>00</a:t>
            </a:r>
          </a:p>
        </p:txBody>
      </p:sp>
      <p:sp>
        <p:nvSpPr>
          <p:cNvPr id="46" name="Picture Placeholder 33">
            <a:extLst>
              <a:ext uri="{FF2B5EF4-FFF2-40B4-BE49-F238E27FC236}">
                <a16:creationId xmlns:a16="http://schemas.microsoft.com/office/drawing/2014/main" id="{AD6966A6-DF00-F8F6-9113-F832AFB8FE7B}"/>
              </a:ext>
            </a:extLst>
          </p:cNvPr>
          <p:cNvSpPr>
            <a:spLocks noGrp="1"/>
          </p:cNvSpPr>
          <p:nvPr>
            <p:ph type="pic" sz="quarter" idx="85"/>
          </p:nvPr>
        </p:nvSpPr>
        <p:spPr>
          <a:xfrm>
            <a:off x="6136537" y="5015574"/>
            <a:ext cx="5194800" cy="1224000"/>
          </a:xfrm>
          <a:prstGeom prst="roundRect">
            <a:avLst>
              <a:gd name="adj" fmla="val 7648"/>
            </a:avLst>
          </a:prstGeom>
          <a:solidFill>
            <a:srgbClr val="D9E1E2"/>
          </a:solidFill>
        </p:spPr>
        <p:txBody>
          <a:bodyPr lIns="36000" tIns="36000" rIns="36000" bIns="36000" anchor="b" anchorCtr="1">
            <a:noAutofit/>
          </a:bodyPr>
          <a:lstStyle>
            <a:lvl1pPr>
              <a:lnSpc>
                <a:spcPct val="100000"/>
              </a:lnSpc>
              <a:defRPr sz="900" b="0" i="1">
                <a:solidFill>
                  <a:srgbClr val="D9E1E2"/>
                </a:solidFill>
                <a:latin typeface="Arial" panose="020B0604020202020204" pitchFamily="34" charset="0"/>
                <a:cs typeface="Arial" panose="020B0604020202020204" pitchFamily="34" charset="0"/>
              </a:defRPr>
            </a:lvl1pPr>
          </a:lstStyle>
          <a:p>
            <a:r>
              <a:rPr lang="en-GB"/>
              <a:t>Click icon to add picture</a:t>
            </a:r>
            <a:endParaRPr lang="en-SK"/>
          </a:p>
        </p:txBody>
      </p:sp>
      <p:sp>
        <p:nvSpPr>
          <p:cNvPr id="47" name="Picture Placeholder 33">
            <a:extLst>
              <a:ext uri="{FF2B5EF4-FFF2-40B4-BE49-F238E27FC236}">
                <a16:creationId xmlns:a16="http://schemas.microsoft.com/office/drawing/2014/main" id="{BD7A709A-F5FC-B6F8-B50A-4FAF3AC3B259}"/>
              </a:ext>
            </a:extLst>
          </p:cNvPr>
          <p:cNvSpPr>
            <a:spLocks noGrp="1"/>
          </p:cNvSpPr>
          <p:nvPr>
            <p:ph type="pic" sz="quarter" idx="86"/>
          </p:nvPr>
        </p:nvSpPr>
        <p:spPr>
          <a:xfrm>
            <a:off x="6136537" y="3683574"/>
            <a:ext cx="5194800" cy="1224000"/>
          </a:xfrm>
          <a:prstGeom prst="roundRect">
            <a:avLst>
              <a:gd name="adj" fmla="val 7648"/>
            </a:avLst>
          </a:prstGeom>
          <a:solidFill>
            <a:srgbClr val="13322B"/>
          </a:solidFill>
        </p:spPr>
        <p:txBody>
          <a:bodyPr lIns="36000" tIns="36000" rIns="36000" bIns="36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picture</a:t>
            </a:r>
            <a:endParaRPr lang="en-SK"/>
          </a:p>
        </p:txBody>
      </p:sp>
      <p:sp>
        <p:nvSpPr>
          <p:cNvPr id="48" name="Text Placeholder 16">
            <a:extLst>
              <a:ext uri="{FF2B5EF4-FFF2-40B4-BE49-F238E27FC236}">
                <a16:creationId xmlns:a16="http://schemas.microsoft.com/office/drawing/2014/main" id="{252E9D4A-81DB-8945-6D86-864D15616D37}"/>
              </a:ext>
            </a:extLst>
          </p:cNvPr>
          <p:cNvSpPr>
            <a:spLocks noGrp="1"/>
          </p:cNvSpPr>
          <p:nvPr>
            <p:ph type="body" sz="quarter" idx="105" hasCustomPrompt="1"/>
          </p:nvPr>
        </p:nvSpPr>
        <p:spPr>
          <a:xfrm>
            <a:off x="7449512" y="4128624"/>
            <a:ext cx="3708000" cy="648000"/>
          </a:xfrm>
        </p:spPr>
        <p:txBody>
          <a:bodyPr lIns="36000" tIns="36000" rIns="36000" bIns="36000">
            <a:noAutofit/>
          </a:bodyPr>
          <a:lstStyle>
            <a:lvl1pPr marL="9525" indent="0">
              <a:lnSpc>
                <a:spcPct val="100000"/>
              </a:lnSpc>
              <a:tabLst/>
              <a:defRPr b="0" i="0">
                <a:solidFill>
                  <a:schemeClr val="bg1"/>
                </a:solidFill>
                <a:latin typeface="Arial" panose="020B0604020202020204" pitchFamily="34" charset="0"/>
                <a:cs typeface="Arial" panose="020B0604020202020204" pitchFamily="34" charset="0"/>
              </a:defRPr>
            </a:lvl1pPr>
          </a:lstStyle>
          <a:p>
            <a:pPr lvl="0"/>
            <a:r>
              <a:rPr lang="en-GB"/>
              <a:t>Click to edit text</a:t>
            </a:r>
          </a:p>
        </p:txBody>
      </p:sp>
      <p:sp>
        <p:nvSpPr>
          <p:cNvPr id="49" name="Text Placeholder 31">
            <a:extLst>
              <a:ext uri="{FF2B5EF4-FFF2-40B4-BE49-F238E27FC236}">
                <a16:creationId xmlns:a16="http://schemas.microsoft.com/office/drawing/2014/main" id="{B5F44004-C0CA-D289-7145-10040868AB92}"/>
              </a:ext>
            </a:extLst>
          </p:cNvPr>
          <p:cNvSpPr>
            <a:spLocks noGrp="1"/>
          </p:cNvSpPr>
          <p:nvPr>
            <p:ph type="body" sz="quarter" idx="106" hasCustomPrompt="1"/>
          </p:nvPr>
        </p:nvSpPr>
        <p:spPr>
          <a:xfrm>
            <a:off x="7449512" y="3848143"/>
            <a:ext cx="3708000" cy="216000"/>
          </a:xfrm>
        </p:spPr>
        <p:txBody>
          <a:bodyPr lIns="36000" tIns="36000" rIns="36000" bIns="36000">
            <a:noAutofit/>
          </a:bodyPr>
          <a:lstStyle>
            <a:lvl1pPr>
              <a:lnSpc>
                <a:spcPct val="100000"/>
              </a:lnSpc>
              <a:defRPr b="1" i="0">
                <a:solidFill>
                  <a:schemeClr val="bg1"/>
                </a:solidFill>
                <a:latin typeface="Arial" panose="020B0604020202020204" pitchFamily="34" charset="0"/>
                <a:cs typeface="Arial" panose="020B0604020202020204" pitchFamily="34" charset="0"/>
              </a:defRPr>
            </a:lvl1pPr>
          </a:lstStyle>
          <a:p>
            <a:pPr lvl="0"/>
            <a:r>
              <a:rPr lang="en-GB"/>
              <a:t>Click to edit text</a:t>
            </a:r>
          </a:p>
        </p:txBody>
      </p:sp>
      <p:sp>
        <p:nvSpPr>
          <p:cNvPr id="50" name="Text Placeholder 16">
            <a:extLst>
              <a:ext uri="{FF2B5EF4-FFF2-40B4-BE49-F238E27FC236}">
                <a16:creationId xmlns:a16="http://schemas.microsoft.com/office/drawing/2014/main" id="{F14C83CB-DAFD-3817-22C0-806F8F4130CE}"/>
              </a:ext>
            </a:extLst>
          </p:cNvPr>
          <p:cNvSpPr>
            <a:spLocks noGrp="1"/>
          </p:cNvSpPr>
          <p:nvPr>
            <p:ph type="body" sz="quarter" idx="89" hasCustomPrompt="1"/>
          </p:nvPr>
        </p:nvSpPr>
        <p:spPr>
          <a:xfrm>
            <a:off x="7449512" y="5449534"/>
            <a:ext cx="3711134" cy="662500"/>
          </a:xfrm>
        </p:spPr>
        <p:txBody>
          <a:bodyPr lIns="36000" tIns="36000" rIns="36000" bIns="36000">
            <a:noAutofit/>
          </a:bodyPr>
          <a:lstStyle>
            <a:lvl1pPr marL="9525" indent="0">
              <a:lnSpc>
                <a:spcPct val="100000"/>
              </a:lnSpc>
              <a:tabLst/>
              <a:defRPr b="0" i="0">
                <a:solidFill>
                  <a:srgbClr val="13322B"/>
                </a:solidFill>
                <a:latin typeface="Arial" panose="020B0604020202020204" pitchFamily="34" charset="0"/>
                <a:cs typeface="Arial" panose="020B0604020202020204" pitchFamily="34" charset="0"/>
              </a:defRPr>
            </a:lvl1pPr>
          </a:lstStyle>
          <a:p>
            <a:pPr lvl="0"/>
            <a:r>
              <a:rPr lang="en-GB"/>
              <a:t>Click to edit text</a:t>
            </a:r>
          </a:p>
        </p:txBody>
      </p:sp>
      <p:sp>
        <p:nvSpPr>
          <p:cNvPr id="51" name="Text Placeholder 31">
            <a:extLst>
              <a:ext uri="{FF2B5EF4-FFF2-40B4-BE49-F238E27FC236}">
                <a16:creationId xmlns:a16="http://schemas.microsoft.com/office/drawing/2014/main" id="{EFB683BA-3E81-A185-C537-7323821564B1}"/>
              </a:ext>
            </a:extLst>
          </p:cNvPr>
          <p:cNvSpPr>
            <a:spLocks noGrp="1"/>
          </p:cNvSpPr>
          <p:nvPr>
            <p:ph type="body" sz="quarter" idx="107" hasCustomPrompt="1"/>
          </p:nvPr>
        </p:nvSpPr>
        <p:spPr>
          <a:xfrm>
            <a:off x="7449512" y="5169053"/>
            <a:ext cx="3708000" cy="216000"/>
          </a:xfrm>
        </p:spPr>
        <p:txBody>
          <a:bodyPr lIns="36000" tIns="36000" rIns="36000" bIns="36000">
            <a:noAutofit/>
          </a:bodyPr>
          <a:lstStyle>
            <a:lvl1pPr>
              <a:lnSpc>
                <a:spcPct val="100000"/>
              </a:lnSpc>
              <a:defRPr b="1" i="0">
                <a:solidFill>
                  <a:srgbClr val="13322B"/>
                </a:solidFill>
                <a:latin typeface="Arial" panose="020B0604020202020204" pitchFamily="34" charset="0"/>
                <a:cs typeface="Arial" panose="020B0604020202020204" pitchFamily="34" charset="0"/>
              </a:defRPr>
            </a:lvl1pPr>
          </a:lstStyle>
          <a:p>
            <a:pPr lvl="0"/>
            <a:r>
              <a:rPr lang="en-GB"/>
              <a:t>Click to edit text</a:t>
            </a:r>
          </a:p>
        </p:txBody>
      </p:sp>
      <p:sp>
        <p:nvSpPr>
          <p:cNvPr id="52" name="Text Placeholder 16">
            <a:extLst>
              <a:ext uri="{FF2B5EF4-FFF2-40B4-BE49-F238E27FC236}">
                <a16:creationId xmlns:a16="http://schemas.microsoft.com/office/drawing/2014/main" id="{7DD03C04-AE21-6280-2622-B99DBF0F93C8}"/>
              </a:ext>
            </a:extLst>
          </p:cNvPr>
          <p:cNvSpPr>
            <a:spLocks noGrp="1"/>
          </p:cNvSpPr>
          <p:nvPr>
            <p:ph type="body" sz="quarter" idx="108" hasCustomPrompt="1"/>
          </p:nvPr>
        </p:nvSpPr>
        <p:spPr>
          <a:xfrm>
            <a:off x="6136537" y="3843332"/>
            <a:ext cx="1199238" cy="935037"/>
          </a:xfrm>
        </p:spPr>
        <p:txBody>
          <a:bodyPr lIns="36000" tIns="36000" rIns="36000" bIns="36000" anchor="ctr" anchorCtr="0">
            <a:noAutofit/>
          </a:bodyPr>
          <a:lstStyle>
            <a:lvl1pPr marL="9525" indent="0" algn="ctr">
              <a:lnSpc>
                <a:spcPct val="100000"/>
              </a:lnSpc>
              <a:tabLst/>
              <a:defRPr sz="2800" b="0" i="0">
                <a:solidFill>
                  <a:schemeClr val="bg1"/>
                </a:solidFill>
                <a:latin typeface="Arial" panose="020B0604020202020204" pitchFamily="34" charset="0"/>
                <a:cs typeface="Arial" panose="020B0604020202020204" pitchFamily="34" charset="0"/>
              </a:defRPr>
            </a:lvl1pPr>
          </a:lstStyle>
          <a:p>
            <a:pPr lvl="0"/>
            <a:r>
              <a:rPr lang="en-GB"/>
              <a:t>00</a:t>
            </a:r>
          </a:p>
        </p:txBody>
      </p:sp>
      <p:sp>
        <p:nvSpPr>
          <p:cNvPr id="53" name="Text Placeholder 16">
            <a:extLst>
              <a:ext uri="{FF2B5EF4-FFF2-40B4-BE49-F238E27FC236}">
                <a16:creationId xmlns:a16="http://schemas.microsoft.com/office/drawing/2014/main" id="{1696A1FD-D665-4916-77E8-A83364F1AC24}"/>
              </a:ext>
            </a:extLst>
          </p:cNvPr>
          <p:cNvSpPr>
            <a:spLocks noGrp="1"/>
          </p:cNvSpPr>
          <p:nvPr>
            <p:ph type="body" sz="quarter" idx="81" hasCustomPrompt="1"/>
          </p:nvPr>
        </p:nvSpPr>
        <p:spPr>
          <a:xfrm>
            <a:off x="6136537" y="5165489"/>
            <a:ext cx="1199238" cy="935037"/>
          </a:xfrm>
        </p:spPr>
        <p:txBody>
          <a:bodyPr lIns="36000" tIns="36000" rIns="36000" bIns="36000" anchor="ctr" anchorCtr="0">
            <a:noAutofit/>
          </a:bodyPr>
          <a:lstStyle>
            <a:lvl1pPr marL="9525" indent="0" algn="ctr">
              <a:lnSpc>
                <a:spcPct val="100000"/>
              </a:lnSpc>
              <a:tabLst/>
              <a:defRPr sz="2800" b="0" i="0">
                <a:solidFill>
                  <a:srgbClr val="13322B"/>
                </a:solidFill>
                <a:latin typeface="Arial" panose="020B0604020202020204" pitchFamily="34" charset="0"/>
                <a:cs typeface="Arial" panose="020B0604020202020204" pitchFamily="34" charset="0"/>
              </a:defRPr>
            </a:lvl1pPr>
          </a:lstStyle>
          <a:p>
            <a:pPr lvl="0"/>
            <a:r>
              <a:rPr lang="en-GB"/>
              <a:t>00</a:t>
            </a:r>
          </a:p>
        </p:txBody>
      </p:sp>
      <p:sp>
        <p:nvSpPr>
          <p:cNvPr id="54" name="Picture Placeholder 33">
            <a:extLst>
              <a:ext uri="{FF2B5EF4-FFF2-40B4-BE49-F238E27FC236}">
                <a16:creationId xmlns:a16="http://schemas.microsoft.com/office/drawing/2014/main" id="{1E4718EA-25C3-DA79-E9A5-08C7E1D4517D}"/>
              </a:ext>
            </a:extLst>
          </p:cNvPr>
          <p:cNvSpPr>
            <a:spLocks noGrp="1"/>
          </p:cNvSpPr>
          <p:nvPr>
            <p:ph type="pic" sz="quarter" idx="109"/>
          </p:nvPr>
        </p:nvSpPr>
        <p:spPr>
          <a:xfrm>
            <a:off x="6136537" y="2345893"/>
            <a:ext cx="5194800" cy="1224000"/>
          </a:xfrm>
          <a:prstGeom prst="roundRect">
            <a:avLst>
              <a:gd name="adj" fmla="val 7648"/>
            </a:avLst>
          </a:prstGeom>
          <a:solidFill>
            <a:srgbClr val="33FF99"/>
          </a:solidFill>
        </p:spPr>
        <p:txBody>
          <a:bodyPr lIns="36000" tIns="36000" rIns="36000" bIns="36000" anchor="b" anchorCtr="1">
            <a:noAutofit/>
          </a:bodyPr>
          <a:lstStyle>
            <a:lvl1pPr>
              <a:lnSpc>
                <a:spcPct val="100000"/>
              </a:lnSpc>
              <a:defRPr sz="900" b="0" i="1">
                <a:solidFill>
                  <a:schemeClr val="tx1"/>
                </a:solidFill>
                <a:latin typeface="Arial" panose="020B0604020202020204" pitchFamily="34" charset="0"/>
                <a:cs typeface="Arial" panose="020B0604020202020204" pitchFamily="34" charset="0"/>
              </a:defRPr>
            </a:lvl1pPr>
          </a:lstStyle>
          <a:p>
            <a:r>
              <a:rPr lang="en-GB"/>
              <a:t>Click icon to add picture</a:t>
            </a:r>
            <a:endParaRPr lang="en-SK"/>
          </a:p>
        </p:txBody>
      </p:sp>
      <p:sp>
        <p:nvSpPr>
          <p:cNvPr id="55" name="Text Placeholder 16">
            <a:extLst>
              <a:ext uri="{FF2B5EF4-FFF2-40B4-BE49-F238E27FC236}">
                <a16:creationId xmlns:a16="http://schemas.microsoft.com/office/drawing/2014/main" id="{C7A6AC29-2159-B681-5148-E993F7358463}"/>
              </a:ext>
            </a:extLst>
          </p:cNvPr>
          <p:cNvSpPr>
            <a:spLocks noGrp="1"/>
          </p:cNvSpPr>
          <p:nvPr>
            <p:ph type="body" sz="quarter" idx="95" hasCustomPrompt="1"/>
          </p:nvPr>
        </p:nvSpPr>
        <p:spPr>
          <a:xfrm>
            <a:off x="7449512" y="2779853"/>
            <a:ext cx="3711134" cy="662500"/>
          </a:xfrm>
        </p:spPr>
        <p:txBody>
          <a:bodyPr lIns="36000" tIns="36000" rIns="36000" bIns="36000">
            <a:noAutofit/>
          </a:bodyPr>
          <a:lstStyle>
            <a:lvl1pPr marL="9525" indent="0">
              <a:lnSpc>
                <a:spcPct val="100000"/>
              </a:lnSpc>
              <a:tabLst/>
              <a:defRPr b="0" i="0">
                <a:solidFill>
                  <a:schemeClr val="tx1"/>
                </a:solidFill>
                <a:latin typeface="Arial" panose="020B0604020202020204" pitchFamily="34" charset="0"/>
                <a:cs typeface="Arial" panose="020B0604020202020204" pitchFamily="34" charset="0"/>
              </a:defRPr>
            </a:lvl1pPr>
          </a:lstStyle>
          <a:p>
            <a:pPr lvl="0"/>
            <a:r>
              <a:rPr lang="en-GB"/>
              <a:t>Click to edit text</a:t>
            </a:r>
          </a:p>
        </p:txBody>
      </p:sp>
      <p:sp>
        <p:nvSpPr>
          <p:cNvPr id="56" name="Text Placeholder 31">
            <a:extLst>
              <a:ext uri="{FF2B5EF4-FFF2-40B4-BE49-F238E27FC236}">
                <a16:creationId xmlns:a16="http://schemas.microsoft.com/office/drawing/2014/main" id="{708CDBDE-0CA0-B559-D81F-7B9220376CA5}"/>
              </a:ext>
            </a:extLst>
          </p:cNvPr>
          <p:cNvSpPr>
            <a:spLocks noGrp="1"/>
          </p:cNvSpPr>
          <p:nvPr>
            <p:ph type="body" sz="quarter" idx="96" hasCustomPrompt="1"/>
          </p:nvPr>
        </p:nvSpPr>
        <p:spPr>
          <a:xfrm>
            <a:off x="7449512" y="2499372"/>
            <a:ext cx="3708000" cy="216000"/>
          </a:xfrm>
        </p:spPr>
        <p:txBody>
          <a:bodyPr lIns="36000" tIns="36000" rIns="36000" bIns="36000">
            <a:noAutofit/>
          </a:bodyPr>
          <a:lstStyle>
            <a:lvl1pPr>
              <a:lnSpc>
                <a:spcPct val="100000"/>
              </a:lnSpc>
              <a:defRPr b="1" i="0">
                <a:solidFill>
                  <a:schemeClr val="tx1"/>
                </a:solidFill>
                <a:latin typeface="Arial" panose="020B0604020202020204" pitchFamily="34" charset="0"/>
                <a:cs typeface="Arial" panose="020B0604020202020204" pitchFamily="34" charset="0"/>
              </a:defRPr>
            </a:lvl1pPr>
          </a:lstStyle>
          <a:p>
            <a:pPr lvl="0"/>
            <a:r>
              <a:rPr lang="en-GB"/>
              <a:t>Click to edit text</a:t>
            </a:r>
          </a:p>
        </p:txBody>
      </p:sp>
      <p:sp>
        <p:nvSpPr>
          <p:cNvPr id="57" name="Text Placeholder 16">
            <a:extLst>
              <a:ext uri="{FF2B5EF4-FFF2-40B4-BE49-F238E27FC236}">
                <a16:creationId xmlns:a16="http://schemas.microsoft.com/office/drawing/2014/main" id="{27E6862B-C76B-B2FB-6D34-F6F0628DEB57}"/>
              </a:ext>
            </a:extLst>
          </p:cNvPr>
          <p:cNvSpPr>
            <a:spLocks noGrp="1"/>
          </p:cNvSpPr>
          <p:nvPr>
            <p:ph type="body" sz="quarter" idx="110" hasCustomPrompt="1"/>
          </p:nvPr>
        </p:nvSpPr>
        <p:spPr>
          <a:xfrm>
            <a:off x="6136537" y="2495808"/>
            <a:ext cx="1199238" cy="935037"/>
          </a:xfrm>
        </p:spPr>
        <p:txBody>
          <a:bodyPr lIns="36000" tIns="36000" rIns="36000" bIns="36000" anchor="ctr" anchorCtr="0">
            <a:noAutofit/>
          </a:bodyPr>
          <a:lstStyle>
            <a:lvl1pPr marL="9525" indent="0" algn="ctr">
              <a:lnSpc>
                <a:spcPct val="100000"/>
              </a:lnSpc>
              <a:tabLst/>
              <a:defRPr sz="2800" b="0" i="0">
                <a:solidFill>
                  <a:schemeClr val="tx1"/>
                </a:solidFill>
                <a:latin typeface="Arial" panose="020B0604020202020204" pitchFamily="34" charset="0"/>
                <a:cs typeface="Arial" panose="020B0604020202020204" pitchFamily="34" charset="0"/>
              </a:defRPr>
            </a:lvl1pPr>
          </a:lstStyle>
          <a:p>
            <a:pPr lvl="0"/>
            <a:r>
              <a:rPr lang="en-GB"/>
              <a:t>00</a:t>
            </a:r>
          </a:p>
        </p:txBody>
      </p:sp>
      <p:sp>
        <p:nvSpPr>
          <p:cNvPr id="59" name="Picture Placeholder 33">
            <a:extLst>
              <a:ext uri="{FF2B5EF4-FFF2-40B4-BE49-F238E27FC236}">
                <a16:creationId xmlns:a16="http://schemas.microsoft.com/office/drawing/2014/main" id="{78A2506A-B290-3F8D-AAF0-CAF1378C748A}"/>
              </a:ext>
            </a:extLst>
          </p:cNvPr>
          <p:cNvSpPr>
            <a:spLocks noGrp="1"/>
          </p:cNvSpPr>
          <p:nvPr>
            <p:ph type="pic" sz="quarter" idx="112"/>
          </p:nvPr>
        </p:nvSpPr>
        <p:spPr>
          <a:xfrm>
            <a:off x="6136537" y="1013893"/>
            <a:ext cx="5194800" cy="1224000"/>
          </a:xfrm>
          <a:prstGeom prst="roundRect">
            <a:avLst>
              <a:gd name="adj" fmla="val 7648"/>
            </a:avLst>
          </a:prstGeom>
          <a:solidFill>
            <a:schemeClr val="bg1"/>
          </a:solidFill>
        </p:spPr>
        <p:txBody>
          <a:bodyPr lIns="36000" tIns="36000" rIns="36000" bIns="36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picture</a:t>
            </a:r>
            <a:endParaRPr lang="en-SK"/>
          </a:p>
        </p:txBody>
      </p:sp>
      <p:sp>
        <p:nvSpPr>
          <p:cNvPr id="60" name="Text Placeholder 16">
            <a:extLst>
              <a:ext uri="{FF2B5EF4-FFF2-40B4-BE49-F238E27FC236}">
                <a16:creationId xmlns:a16="http://schemas.microsoft.com/office/drawing/2014/main" id="{5C2EBF65-554F-7ECE-D7FA-435ACBFE9CE4}"/>
              </a:ext>
            </a:extLst>
          </p:cNvPr>
          <p:cNvSpPr>
            <a:spLocks noGrp="1"/>
          </p:cNvSpPr>
          <p:nvPr>
            <p:ph type="body" sz="quarter" idx="113" hasCustomPrompt="1"/>
          </p:nvPr>
        </p:nvSpPr>
        <p:spPr>
          <a:xfrm>
            <a:off x="7449512" y="1458943"/>
            <a:ext cx="3708000" cy="648000"/>
          </a:xfrm>
        </p:spPr>
        <p:txBody>
          <a:bodyPr lIns="36000" tIns="36000" rIns="36000" bIns="36000">
            <a:noAutofit/>
          </a:bodyPr>
          <a:lstStyle>
            <a:lvl1pPr marL="9525" indent="0">
              <a:lnSpc>
                <a:spcPct val="100000"/>
              </a:lnSpc>
              <a:tabLst/>
              <a:defRPr b="0" i="0">
                <a:solidFill>
                  <a:srgbClr val="13322B"/>
                </a:solidFill>
                <a:latin typeface="Arial" panose="020B0604020202020204" pitchFamily="34" charset="0"/>
                <a:cs typeface="Arial" panose="020B0604020202020204" pitchFamily="34" charset="0"/>
              </a:defRPr>
            </a:lvl1pPr>
          </a:lstStyle>
          <a:p>
            <a:pPr lvl="0"/>
            <a:r>
              <a:rPr lang="en-GB"/>
              <a:t>Click to edit text</a:t>
            </a:r>
          </a:p>
        </p:txBody>
      </p:sp>
      <p:sp>
        <p:nvSpPr>
          <p:cNvPr id="61" name="Text Placeholder 31">
            <a:extLst>
              <a:ext uri="{FF2B5EF4-FFF2-40B4-BE49-F238E27FC236}">
                <a16:creationId xmlns:a16="http://schemas.microsoft.com/office/drawing/2014/main" id="{2A5E12D7-6EE9-7919-78AA-03DAED05F4B3}"/>
              </a:ext>
            </a:extLst>
          </p:cNvPr>
          <p:cNvSpPr>
            <a:spLocks noGrp="1"/>
          </p:cNvSpPr>
          <p:nvPr>
            <p:ph type="body" sz="quarter" idx="114" hasCustomPrompt="1"/>
          </p:nvPr>
        </p:nvSpPr>
        <p:spPr>
          <a:xfrm>
            <a:off x="7449512" y="1178462"/>
            <a:ext cx="3708000" cy="216000"/>
          </a:xfrm>
        </p:spPr>
        <p:txBody>
          <a:bodyPr lIns="36000" tIns="36000" rIns="36000" bIns="36000">
            <a:noAutofit/>
          </a:bodyPr>
          <a:lstStyle>
            <a:lvl1pPr>
              <a:lnSpc>
                <a:spcPct val="100000"/>
              </a:lnSpc>
              <a:defRPr b="1" i="0">
                <a:latin typeface="Arial" panose="020B0604020202020204" pitchFamily="34" charset="0"/>
                <a:cs typeface="Arial" panose="020B0604020202020204" pitchFamily="34" charset="0"/>
              </a:defRPr>
            </a:lvl1pPr>
          </a:lstStyle>
          <a:p>
            <a:pPr lvl="0"/>
            <a:r>
              <a:rPr lang="en-GB"/>
              <a:t>Click to edit text</a:t>
            </a:r>
          </a:p>
        </p:txBody>
      </p:sp>
      <p:sp>
        <p:nvSpPr>
          <p:cNvPr id="64" name="Text Placeholder 16">
            <a:extLst>
              <a:ext uri="{FF2B5EF4-FFF2-40B4-BE49-F238E27FC236}">
                <a16:creationId xmlns:a16="http://schemas.microsoft.com/office/drawing/2014/main" id="{9D269B19-82D2-772A-F7B4-F365D87DE624}"/>
              </a:ext>
            </a:extLst>
          </p:cNvPr>
          <p:cNvSpPr>
            <a:spLocks noGrp="1"/>
          </p:cNvSpPr>
          <p:nvPr>
            <p:ph type="body" sz="quarter" idx="117" hasCustomPrompt="1"/>
          </p:nvPr>
        </p:nvSpPr>
        <p:spPr>
          <a:xfrm>
            <a:off x="6136537" y="1173651"/>
            <a:ext cx="1199238" cy="935037"/>
          </a:xfrm>
        </p:spPr>
        <p:txBody>
          <a:bodyPr lIns="36000" tIns="36000" rIns="36000" bIns="36000" anchor="ctr" anchorCtr="0">
            <a:noAutofit/>
          </a:bodyPr>
          <a:lstStyle>
            <a:lvl1pPr marL="9525" indent="0" algn="ctr">
              <a:lnSpc>
                <a:spcPct val="100000"/>
              </a:lnSpc>
              <a:tabLst/>
              <a:defRPr sz="2800" b="0" i="0">
                <a:solidFill>
                  <a:srgbClr val="13322B"/>
                </a:solidFill>
                <a:latin typeface="Arial" panose="020B0604020202020204" pitchFamily="34" charset="0"/>
                <a:cs typeface="Arial" panose="020B0604020202020204" pitchFamily="34" charset="0"/>
              </a:defRPr>
            </a:lvl1pPr>
          </a:lstStyle>
          <a:p>
            <a:pPr lvl="0"/>
            <a:r>
              <a:rPr lang="en-GB"/>
              <a:t>00</a:t>
            </a:r>
          </a:p>
        </p:txBody>
      </p:sp>
      <p:sp>
        <p:nvSpPr>
          <p:cNvPr id="2" name="Text Placeholder 64">
            <a:extLst>
              <a:ext uri="{FF2B5EF4-FFF2-40B4-BE49-F238E27FC236}">
                <a16:creationId xmlns:a16="http://schemas.microsoft.com/office/drawing/2014/main" id="{948D778C-AF82-42C2-D229-ACCDE3AF1F91}"/>
              </a:ext>
            </a:extLst>
          </p:cNvPr>
          <p:cNvSpPr>
            <a:spLocks noGrp="1"/>
          </p:cNvSpPr>
          <p:nvPr>
            <p:ph type="body" sz="quarter" idx="115" hasCustomPrompt="1"/>
          </p:nvPr>
        </p:nvSpPr>
        <p:spPr>
          <a:xfrm>
            <a:off x="828000" y="288000"/>
            <a:ext cx="7843612" cy="360000"/>
          </a:xfrm>
        </p:spPr>
        <p:txBody>
          <a:bodyPr anchor="ctr" anchorCtr="0"/>
          <a:lstStyle>
            <a:lvl1pPr>
              <a:defRPr b="1" i="1" baseline="0">
                <a:latin typeface="+mn-lt"/>
              </a:defRPr>
            </a:lvl1pPr>
          </a:lstStyle>
          <a:p>
            <a:pPr marL="0" marR="0" lvl="0" indent="0" algn="l" defTabSz="914318"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presentation title</a:t>
            </a:r>
            <a:endParaRPr lang="en-SK"/>
          </a:p>
        </p:txBody>
      </p:sp>
    </p:spTree>
    <p:extLst>
      <p:ext uri="{BB962C8B-B14F-4D97-AF65-F5344CB8AC3E}">
        <p14:creationId xmlns:p14="http://schemas.microsoft.com/office/powerpoint/2010/main" val="3850474765"/>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lements_K">
    <p:bg>
      <p:bgPr>
        <a:solidFill>
          <a:srgbClr val="F9FAFC"/>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D03D0D-3F5B-E3DE-F609-64C78BC75426}"/>
              </a:ext>
            </a:extLst>
          </p:cNvPr>
          <p:cNvSpPr>
            <a:spLocks noGrp="1"/>
          </p:cNvSpPr>
          <p:nvPr>
            <p:ph type="title"/>
          </p:nvPr>
        </p:nvSpPr>
        <p:spPr>
          <a:xfrm>
            <a:off x="828000" y="1008000"/>
            <a:ext cx="10524213" cy="1008000"/>
          </a:xfrm>
        </p:spPr>
        <p:txBody>
          <a:bodyPr/>
          <a:lstStyle/>
          <a:p>
            <a:r>
              <a:rPr lang="en-GB"/>
              <a:t>Click to edit Master title</a:t>
            </a:r>
            <a:endParaRPr lang="en-SK"/>
          </a:p>
        </p:txBody>
      </p:sp>
      <p:sp>
        <p:nvSpPr>
          <p:cNvPr id="20" name="Picture Placeholder 33">
            <a:extLst>
              <a:ext uri="{FF2B5EF4-FFF2-40B4-BE49-F238E27FC236}">
                <a16:creationId xmlns:a16="http://schemas.microsoft.com/office/drawing/2014/main" id="{2A174300-073C-3EB8-8A9F-A5F147A1FAB2}"/>
              </a:ext>
            </a:extLst>
          </p:cNvPr>
          <p:cNvSpPr>
            <a:spLocks noGrp="1"/>
          </p:cNvSpPr>
          <p:nvPr>
            <p:ph type="pic" sz="quarter" idx="85"/>
          </p:nvPr>
        </p:nvSpPr>
        <p:spPr>
          <a:xfrm>
            <a:off x="828000" y="5015574"/>
            <a:ext cx="5194800" cy="1224000"/>
          </a:xfrm>
          <a:prstGeom prst="roundRect">
            <a:avLst>
              <a:gd name="adj" fmla="val 7648"/>
            </a:avLst>
          </a:prstGeom>
          <a:solidFill>
            <a:srgbClr val="13322B"/>
          </a:solidFill>
        </p:spPr>
        <p:txBody>
          <a:bodyPr lIns="36000" tIns="36000" rIns="36000" bIns="36000" anchor="b" anchorCtr="1">
            <a:noAutofit/>
          </a:bodyPr>
          <a:lstStyle>
            <a:lvl1pPr>
              <a:lnSpc>
                <a:spcPct val="100000"/>
              </a:lnSpc>
              <a:defRPr sz="900" b="0" i="1">
                <a:solidFill>
                  <a:schemeClr val="bg1"/>
                </a:solidFill>
                <a:latin typeface="Arial" panose="020B0604020202020204" pitchFamily="34" charset="0"/>
                <a:cs typeface="Arial" panose="020B0604020202020204" pitchFamily="34" charset="0"/>
              </a:defRPr>
            </a:lvl1pPr>
          </a:lstStyle>
          <a:p>
            <a:r>
              <a:rPr lang="en-GB"/>
              <a:t>Click icon to add picture</a:t>
            </a:r>
            <a:endParaRPr lang="en-SK"/>
          </a:p>
        </p:txBody>
      </p:sp>
      <p:sp>
        <p:nvSpPr>
          <p:cNvPr id="25" name="Picture Placeholder 33">
            <a:extLst>
              <a:ext uri="{FF2B5EF4-FFF2-40B4-BE49-F238E27FC236}">
                <a16:creationId xmlns:a16="http://schemas.microsoft.com/office/drawing/2014/main" id="{B5D555F4-0002-0FDF-5049-AE386A310F2F}"/>
              </a:ext>
            </a:extLst>
          </p:cNvPr>
          <p:cNvSpPr>
            <a:spLocks noGrp="1"/>
          </p:cNvSpPr>
          <p:nvPr>
            <p:ph type="pic" sz="quarter" idx="86"/>
          </p:nvPr>
        </p:nvSpPr>
        <p:spPr>
          <a:xfrm>
            <a:off x="828000" y="3683574"/>
            <a:ext cx="5194800" cy="1224000"/>
          </a:xfrm>
          <a:prstGeom prst="roundRect">
            <a:avLst>
              <a:gd name="adj" fmla="val 7648"/>
            </a:avLst>
          </a:prstGeom>
          <a:solidFill>
            <a:srgbClr val="D0DEBB"/>
          </a:solidFill>
        </p:spPr>
        <p:txBody>
          <a:bodyPr lIns="36000" tIns="36000" rIns="36000" bIns="36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picture</a:t>
            </a:r>
            <a:endParaRPr lang="en-SK"/>
          </a:p>
        </p:txBody>
      </p:sp>
      <p:sp>
        <p:nvSpPr>
          <p:cNvPr id="27" name="Text Placeholder 16">
            <a:extLst>
              <a:ext uri="{FF2B5EF4-FFF2-40B4-BE49-F238E27FC236}">
                <a16:creationId xmlns:a16="http://schemas.microsoft.com/office/drawing/2014/main" id="{6352448F-B708-3F3C-F5DA-6DD5ABEE551C}"/>
              </a:ext>
            </a:extLst>
          </p:cNvPr>
          <p:cNvSpPr>
            <a:spLocks noGrp="1"/>
          </p:cNvSpPr>
          <p:nvPr>
            <p:ph type="body" sz="quarter" idx="87" hasCustomPrompt="1"/>
          </p:nvPr>
        </p:nvSpPr>
        <p:spPr>
          <a:xfrm>
            <a:off x="2140975" y="4128624"/>
            <a:ext cx="3708000" cy="648000"/>
          </a:xfrm>
        </p:spPr>
        <p:txBody>
          <a:bodyPr lIns="36000" tIns="36000" rIns="36000" bIns="36000">
            <a:noAutofit/>
          </a:bodyPr>
          <a:lstStyle>
            <a:lvl1pPr marL="9525" indent="0">
              <a:lnSpc>
                <a:spcPct val="100000"/>
              </a:lnSpc>
              <a:tabLst/>
              <a:defRPr b="0" i="0">
                <a:solidFill>
                  <a:srgbClr val="13322B"/>
                </a:solidFill>
                <a:latin typeface="Arial" panose="020B0604020202020204" pitchFamily="34" charset="0"/>
                <a:cs typeface="Arial" panose="020B0604020202020204" pitchFamily="34" charset="0"/>
              </a:defRPr>
            </a:lvl1pPr>
          </a:lstStyle>
          <a:p>
            <a:pPr lvl="0"/>
            <a:r>
              <a:rPr lang="en-GB"/>
              <a:t>Click to edit text</a:t>
            </a:r>
          </a:p>
        </p:txBody>
      </p:sp>
      <p:sp>
        <p:nvSpPr>
          <p:cNvPr id="29" name="Text Placeholder 31">
            <a:extLst>
              <a:ext uri="{FF2B5EF4-FFF2-40B4-BE49-F238E27FC236}">
                <a16:creationId xmlns:a16="http://schemas.microsoft.com/office/drawing/2014/main" id="{6FC414E0-48B3-32DB-F378-2708EB26BE4C}"/>
              </a:ext>
            </a:extLst>
          </p:cNvPr>
          <p:cNvSpPr>
            <a:spLocks noGrp="1"/>
          </p:cNvSpPr>
          <p:nvPr>
            <p:ph type="body" sz="quarter" idx="88" hasCustomPrompt="1"/>
          </p:nvPr>
        </p:nvSpPr>
        <p:spPr>
          <a:xfrm>
            <a:off x="2140975" y="3848143"/>
            <a:ext cx="3708000" cy="216000"/>
          </a:xfrm>
        </p:spPr>
        <p:txBody>
          <a:bodyPr lIns="36000" tIns="36000" rIns="36000" bIns="36000">
            <a:noAutofit/>
          </a:bodyPr>
          <a:lstStyle>
            <a:lvl1pPr>
              <a:lnSpc>
                <a:spcPct val="100000"/>
              </a:lnSpc>
              <a:defRPr b="1" i="0">
                <a:latin typeface="Arial" panose="020B0604020202020204" pitchFamily="34" charset="0"/>
                <a:cs typeface="Arial" panose="020B0604020202020204" pitchFamily="34" charset="0"/>
              </a:defRPr>
            </a:lvl1pPr>
          </a:lstStyle>
          <a:p>
            <a:pPr lvl="0"/>
            <a:r>
              <a:rPr lang="en-GB"/>
              <a:t>Click to edit text</a:t>
            </a:r>
          </a:p>
        </p:txBody>
      </p:sp>
      <p:sp>
        <p:nvSpPr>
          <p:cNvPr id="30" name="Text Placeholder 16">
            <a:extLst>
              <a:ext uri="{FF2B5EF4-FFF2-40B4-BE49-F238E27FC236}">
                <a16:creationId xmlns:a16="http://schemas.microsoft.com/office/drawing/2014/main" id="{F3D173CA-6F82-F920-D023-DEEEC1A29849}"/>
              </a:ext>
            </a:extLst>
          </p:cNvPr>
          <p:cNvSpPr>
            <a:spLocks noGrp="1"/>
          </p:cNvSpPr>
          <p:nvPr>
            <p:ph type="body" sz="quarter" idx="89" hasCustomPrompt="1"/>
          </p:nvPr>
        </p:nvSpPr>
        <p:spPr>
          <a:xfrm>
            <a:off x="2140975" y="5449534"/>
            <a:ext cx="3711134" cy="662500"/>
          </a:xfrm>
        </p:spPr>
        <p:txBody>
          <a:bodyPr lIns="36000" tIns="36000" rIns="36000" bIns="36000">
            <a:noAutofit/>
          </a:bodyPr>
          <a:lstStyle>
            <a:lvl1pPr marL="9525" indent="0">
              <a:lnSpc>
                <a:spcPct val="100000"/>
              </a:lnSpc>
              <a:tabLst/>
              <a:defRPr b="0" i="0">
                <a:solidFill>
                  <a:schemeClr val="bg1"/>
                </a:solidFill>
                <a:latin typeface="Arial" panose="020B0604020202020204" pitchFamily="34" charset="0"/>
                <a:cs typeface="Arial" panose="020B0604020202020204" pitchFamily="34" charset="0"/>
              </a:defRPr>
            </a:lvl1pPr>
          </a:lstStyle>
          <a:p>
            <a:pPr lvl="0"/>
            <a:r>
              <a:rPr lang="en-GB"/>
              <a:t>Click to edit text</a:t>
            </a:r>
          </a:p>
        </p:txBody>
      </p:sp>
      <p:sp>
        <p:nvSpPr>
          <p:cNvPr id="31" name="Text Placeholder 31">
            <a:extLst>
              <a:ext uri="{FF2B5EF4-FFF2-40B4-BE49-F238E27FC236}">
                <a16:creationId xmlns:a16="http://schemas.microsoft.com/office/drawing/2014/main" id="{65EA7533-020A-EB4C-BD5C-D421FB6A0A92}"/>
              </a:ext>
            </a:extLst>
          </p:cNvPr>
          <p:cNvSpPr>
            <a:spLocks noGrp="1"/>
          </p:cNvSpPr>
          <p:nvPr>
            <p:ph type="body" sz="quarter" idx="90" hasCustomPrompt="1"/>
          </p:nvPr>
        </p:nvSpPr>
        <p:spPr>
          <a:xfrm>
            <a:off x="2140975" y="5169053"/>
            <a:ext cx="3708000" cy="216000"/>
          </a:xfrm>
        </p:spPr>
        <p:txBody>
          <a:bodyPr lIns="36000" tIns="36000" rIns="36000" bIns="36000">
            <a:noAutofit/>
          </a:bodyPr>
          <a:lstStyle>
            <a:lvl1pPr>
              <a:lnSpc>
                <a:spcPct val="100000"/>
              </a:lnSpc>
              <a:defRPr b="1" i="0">
                <a:solidFill>
                  <a:schemeClr val="bg1"/>
                </a:solidFill>
                <a:latin typeface="Arial" panose="020B0604020202020204" pitchFamily="34" charset="0"/>
                <a:cs typeface="Arial" panose="020B0604020202020204" pitchFamily="34" charset="0"/>
              </a:defRPr>
            </a:lvl1pPr>
          </a:lstStyle>
          <a:p>
            <a:pPr lvl="0"/>
            <a:r>
              <a:rPr lang="en-GB"/>
              <a:t>Click to edit text</a:t>
            </a:r>
          </a:p>
        </p:txBody>
      </p:sp>
      <p:sp>
        <p:nvSpPr>
          <p:cNvPr id="34" name="Text Placeholder 16">
            <a:extLst>
              <a:ext uri="{FF2B5EF4-FFF2-40B4-BE49-F238E27FC236}">
                <a16:creationId xmlns:a16="http://schemas.microsoft.com/office/drawing/2014/main" id="{665BFFE1-A5CE-8EEE-3994-8B66BA45B492}"/>
              </a:ext>
            </a:extLst>
          </p:cNvPr>
          <p:cNvSpPr>
            <a:spLocks noGrp="1"/>
          </p:cNvSpPr>
          <p:nvPr>
            <p:ph type="body" sz="quarter" idx="80" hasCustomPrompt="1"/>
          </p:nvPr>
        </p:nvSpPr>
        <p:spPr>
          <a:xfrm>
            <a:off x="828000" y="3843332"/>
            <a:ext cx="1199238" cy="935037"/>
          </a:xfrm>
        </p:spPr>
        <p:txBody>
          <a:bodyPr lIns="36000" tIns="36000" rIns="36000" bIns="36000" anchor="ctr" anchorCtr="0">
            <a:noAutofit/>
          </a:bodyPr>
          <a:lstStyle>
            <a:lvl1pPr marL="9525" indent="0" algn="ctr">
              <a:lnSpc>
                <a:spcPct val="100000"/>
              </a:lnSpc>
              <a:tabLst/>
              <a:defRPr sz="2800" b="0" i="0">
                <a:solidFill>
                  <a:srgbClr val="13322B"/>
                </a:solidFill>
                <a:latin typeface="Arial" panose="020B0604020202020204" pitchFamily="34" charset="0"/>
                <a:cs typeface="Arial" panose="020B0604020202020204" pitchFamily="34" charset="0"/>
              </a:defRPr>
            </a:lvl1pPr>
          </a:lstStyle>
          <a:p>
            <a:pPr lvl="0"/>
            <a:r>
              <a:rPr lang="en-GB"/>
              <a:t>00</a:t>
            </a:r>
          </a:p>
        </p:txBody>
      </p:sp>
      <p:sp>
        <p:nvSpPr>
          <p:cNvPr id="35" name="Text Placeholder 16">
            <a:extLst>
              <a:ext uri="{FF2B5EF4-FFF2-40B4-BE49-F238E27FC236}">
                <a16:creationId xmlns:a16="http://schemas.microsoft.com/office/drawing/2014/main" id="{1E930EF3-A3F7-ED04-F16B-6DCBFC870B92}"/>
              </a:ext>
            </a:extLst>
          </p:cNvPr>
          <p:cNvSpPr>
            <a:spLocks noGrp="1"/>
          </p:cNvSpPr>
          <p:nvPr>
            <p:ph type="body" sz="quarter" idx="81" hasCustomPrompt="1"/>
          </p:nvPr>
        </p:nvSpPr>
        <p:spPr>
          <a:xfrm>
            <a:off x="828000" y="5165489"/>
            <a:ext cx="1199238" cy="935037"/>
          </a:xfrm>
        </p:spPr>
        <p:txBody>
          <a:bodyPr lIns="36000" tIns="36000" rIns="36000" bIns="36000" anchor="ctr" anchorCtr="0">
            <a:noAutofit/>
          </a:bodyPr>
          <a:lstStyle>
            <a:lvl1pPr marL="9525" indent="0" algn="ctr">
              <a:lnSpc>
                <a:spcPct val="100000"/>
              </a:lnSpc>
              <a:tabLst/>
              <a:defRPr sz="2800" b="0" i="0">
                <a:solidFill>
                  <a:srgbClr val="F6F8F9"/>
                </a:solidFill>
                <a:latin typeface="Arial" panose="020B0604020202020204" pitchFamily="34" charset="0"/>
                <a:cs typeface="Arial" panose="020B0604020202020204" pitchFamily="34" charset="0"/>
              </a:defRPr>
            </a:lvl1pPr>
          </a:lstStyle>
          <a:p>
            <a:pPr lvl="0"/>
            <a:r>
              <a:rPr lang="en-GB"/>
              <a:t>00</a:t>
            </a:r>
          </a:p>
        </p:txBody>
      </p:sp>
      <p:sp>
        <p:nvSpPr>
          <p:cNvPr id="36" name="Picture Placeholder 33">
            <a:extLst>
              <a:ext uri="{FF2B5EF4-FFF2-40B4-BE49-F238E27FC236}">
                <a16:creationId xmlns:a16="http://schemas.microsoft.com/office/drawing/2014/main" id="{48355339-59BF-98EE-C5FF-D4080174A899}"/>
              </a:ext>
            </a:extLst>
          </p:cNvPr>
          <p:cNvSpPr>
            <a:spLocks noGrp="1"/>
          </p:cNvSpPr>
          <p:nvPr>
            <p:ph type="pic" sz="quarter" idx="91"/>
          </p:nvPr>
        </p:nvSpPr>
        <p:spPr>
          <a:xfrm>
            <a:off x="828000" y="2345893"/>
            <a:ext cx="5194800" cy="1224000"/>
          </a:xfrm>
          <a:prstGeom prst="roundRect">
            <a:avLst>
              <a:gd name="adj" fmla="val 7648"/>
            </a:avLst>
          </a:prstGeom>
          <a:solidFill>
            <a:srgbClr val="33FF99"/>
          </a:solidFill>
        </p:spPr>
        <p:txBody>
          <a:bodyPr lIns="36000" tIns="36000" rIns="36000" bIns="36000" anchor="b" anchorCtr="1">
            <a:noAutofit/>
          </a:bodyPr>
          <a:lstStyle>
            <a:lvl1pPr>
              <a:lnSpc>
                <a:spcPct val="100000"/>
              </a:lnSpc>
              <a:defRPr sz="900" b="0" i="1">
                <a:solidFill>
                  <a:schemeClr val="tx1"/>
                </a:solidFill>
                <a:latin typeface="Arial" panose="020B0604020202020204" pitchFamily="34" charset="0"/>
                <a:cs typeface="Arial" panose="020B0604020202020204" pitchFamily="34" charset="0"/>
              </a:defRPr>
            </a:lvl1pPr>
          </a:lstStyle>
          <a:p>
            <a:r>
              <a:rPr lang="en-GB"/>
              <a:t>Click icon to add picture</a:t>
            </a:r>
            <a:endParaRPr lang="en-SK"/>
          </a:p>
        </p:txBody>
      </p:sp>
      <p:sp>
        <p:nvSpPr>
          <p:cNvPr id="43" name="Text Placeholder 16">
            <a:extLst>
              <a:ext uri="{FF2B5EF4-FFF2-40B4-BE49-F238E27FC236}">
                <a16:creationId xmlns:a16="http://schemas.microsoft.com/office/drawing/2014/main" id="{75BB5DED-B872-282D-5CA5-D952BE952FEE}"/>
              </a:ext>
            </a:extLst>
          </p:cNvPr>
          <p:cNvSpPr>
            <a:spLocks noGrp="1"/>
          </p:cNvSpPr>
          <p:nvPr>
            <p:ph type="body" sz="quarter" idx="95" hasCustomPrompt="1"/>
          </p:nvPr>
        </p:nvSpPr>
        <p:spPr>
          <a:xfrm>
            <a:off x="2140975" y="2779853"/>
            <a:ext cx="3711134" cy="662500"/>
          </a:xfrm>
        </p:spPr>
        <p:txBody>
          <a:bodyPr lIns="36000" tIns="36000" rIns="36000" bIns="36000">
            <a:noAutofit/>
          </a:bodyPr>
          <a:lstStyle>
            <a:lvl1pPr marL="9525" indent="0">
              <a:lnSpc>
                <a:spcPct val="100000"/>
              </a:lnSpc>
              <a:tabLst/>
              <a:defRPr b="0" i="0">
                <a:solidFill>
                  <a:schemeClr val="tx1"/>
                </a:solidFill>
                <a:latin typeface="Arial" panose="020B0604020202020204" pitchFamily="34" charset="0"/>
                <a:cs typeface="Arial" panose="020B0604020202020204" pitchFamily="34" charset="0"/>
              </a:defRPr>
            </a:lvl1pPr>
          </a:lstStyle>
          <a:p>
            <a:pPr lvl="0"/>
            <a:r>
              <a:rPr lang="en-GB"/>
              <a:t>Click to edit text</a:t>
            </a:r>
          </a:p>
        </p:txBody>
      </p:sp>
      <p:sp>
        <p:nvSpPr>
          <p:cNvPr id="50" name="Text Placeholder 31">
            <a:extLst>
              <a:ext uri="{FF2B5EF4-FFF2-40B4-BE49-F238E27FC236}">
                <a16:creationId xmlns:a16="http://schemas.microsoft.com/office/drawing/2014/main" id="{69DD1DF7-394B-ED6D-2659-1A0689FD166F}"/>
              </a:ext>
            </a:extLst>
          </p:cNvPr>
          <p:cNvSpPr>
            <a:spLocks noGrp="1"/>
          </p:cNvSpPr>
          <p:nvPr>
            <p:ph type="body" sz="quarter" idx="96" hasCustomPrompt="1"/>
          </p:nvPr>
        </p:nvSpPr>
        <p:spPr>
          <a:xfrm>
            <a:off x="2140975" y="2499372"/>
            <a:ext cx="3708000" cy="216000"/>
          </a:xfrm>
        </p:spPr>
        <p:txBody>
          <a:bodyPr lIns="36000" tIns="36000" rIns="36000" bIns="36000">
            <a:noAutofit/>
          </a:bodyPr>
          <a:lstStyle>
            <a:lvl1pPr>
              <a:lnSpc>
                <a:spcPct val="100000"/>
              </a:lnSpc>
              <a:defRPr b="1" i="0">
                <a:solidFill>
                  <a:schemeClr val="tx1"/>
                </a:solidFill>
                <a:latin typeface="Arial" panose="020B0604020202020204" pitchFamily="34" charset="0"/>
                <a:cs typeface="Arial" panose="020B0604020202020204" pitchFamily="34" charset="0"/>
              </a:defRPr>
            </a:lvl1pPr>
          </a:lstStyle>
          <a:p>
            <a:pPr lvl="0"/>
            <a:r>
              <a:rPr lang="en-GB"/>
              <a:t>Click to edit text</a:t>
            </a:r>
          </a:p>
        </p:txBody>
      </p:sp>
      <p:sp>
        <p:nvSpPr>
          <p:cNvPr id="52" name="Text Placeholder 16">
            <a:extLst>
              <a:ext uri="{FF2B5EF4-FFF2-40B4-BE49-F238E27FC236}">
                <a16:creationId xmlns:a16="http://schemas.microsoft.com/office/drawing/2014/main" id="{95A9D4FA-40AA-610B-E88F-E7D673E9F5A3}"/>
              </a:ext>
            </a:extLst>
          </p:cNvPr>
          <p:cNvSpPr>
            <a:spLocks noGrp="1"/>
          </p:cNvSpPr>
          <p:nvPr>
            <p:ph type="body" sz="quarter" idx="98" hasCustomPrompt="1"/>
          </p:nvPr>
        </p:nvSpPr>
        <p:spPr>
          <a:xfrm>
            <a:off x="828000" y="2495808"/>
            <a:ext cx="1199238" cy="935037"/>
          </a:xfrm>
        </p:spPr>
        <p:txBody>
          <a:bodyPr lIns="36000" tIns="36000" rIns="36000" bIns="36000" anchor="ctr" anchorCtr="0">
            <a:noAutofit/>
          </a:bodyPr>
          <a:lstStyle>
            <a:lvl1pPr marL="9525" indent="0" algn="ctr">
              <a:lnSpc>
                <a:spcPct val="100000"/>
              </a:lnSpc>
              <a:tabLst/>
              <a:defRPr sz="2800" b="0" i="0">
                <a:solidFill>
                  <a:schemeClr val="tx1"/>
                </a:solidFill>
                <a:latin typeface="Arial" panose="020B0604020202020204" pitchFamily="34" charset="0"/>
                <a:cs typeface="Arial" panose="020B0604020202020204" pitchFamily="34" charset="0"/>
              </a:defRPr>
            </a:lvl1pPr>
          </a:lstStyle>
          <a:p>
            <a:pPr lvl="0"/>
            <a:r>
              <a:rPr lang="en-GB"/>
              <a:t>00</a:t>
            </a:r>
          </a:p>
        </p:txBody>
      </p:sp>
      <p:sp>
        <p:nvSpPr>
          <p:cNvPr id="53" name="Picture Placeholder 33">
            <a:extLst>
              <a:ext uri="{FF2B5EF4-FFF2-40B4-BE49-F238E27FC236}">
                <a16:creationId xmlns:a16="http://schemas.microsoft.com/office/drawing/2014/main" id="{7ED762A6-B59F-96E7-819B-9F1BA0F59A26}"/>
              </a:ext>
            </a:extLst>
          </p:cNvPr>
          <p:cNvSpPr>
            <a:spLocks noGrp="1"/>
          </p:cNvSpPr>
          <p:nvPr>
            <p:ph type="pic" sz="quarter" idx="99"/>
          </p:nvPr>
        </p:nvSpPr>
        <p:spPr>
          <a:xfrm>
            <a:off x="6136537" y="5019144"/>
            <a:ext cx="5194800" cy="1224000"/>
          </a:xfrm>
          <a:prstGeom prst="roundRect">
            <a:avLst>
              <a:gd name="adj" fmla="val 7648"/>
            </a:avLst>
          </a:prstGeom>
          <a:solidFill>
            <a:srgbClr val="ACB5BD"/>
          </a:solidFill>
        </p:spPr>
        <p:txBody>
          <a:bodyPr lIns="36000" tIns="36000" rIns="36000" bIns="36000" anchor="b" anchorCtr="1">
            <a:noAutofit/>
          </a:bodyPr>
          <a:lstStyle>
            <a:lvl1pPr>
              <a:lnSpc>
                <a:spcPct val="100000"/>
              </a:lnSpc>
              <a:defRPr sz="900" b="0" i="1">
                <a:solidFill>
                  <a:schemeClr val="bg1"/>
                </a:solidFill>
                <a:latin typeface="Arial" panose="020B0604020202020204" pitchFamily="34" charset="0"/>
                <a:cs typeface="Arial" panose="020B0604020202020204" pitchFamily="34" charset="0"/>
              </a:defRPr>
            </a:lvl1pPr>
          </a:lstStyle>
          <a:p>
            <a:r>
              <a:rPr lang="en-GB"/>
              <a:t>Click icon to add picture</a:t>
            </a:r>
            <a:endParaRPr lang="en-SK"/>
          </a:p>
        </p:txBody>
      </p:sp>
      <p:sp>
        <p:nvSpPr>
          <p:cNvPr id="54" name="Picture Placeholder 33">
            <a:extLst>
              <a:ext uri="{FF2B5EF4-FFF2-40B4-BE49-F238E27FC236}">
                <a16:creationId xmlns:a16="http://schemas.microsoft.com/office/drawing/2014/main" id="{A1940EC3-0571-62EE-AB30-681BBE3F7DDA}"/>
              </a:ext>
            </a:extLst>
          </p:cNvPr>
          <p:cNvSpPr>
            <a:spLocks noGrp="1"/>
          </p:cNvSpPr>
          <p:nvPr>
            <p:ph type="pic" sz="quarter" idx="100"/>
          </p:nvPr>
        </p:nvSpPr>
        <p:spPr>
          <a:xfrm>
            <a:off x="6136537" y="3687144"/>
            <a:ext cx="5194800" cy="1224000"/>
          </a:xfrm>
          <a:prstGeom prst="roundRect">
            <a:avLst>
              <a:gd name="adj" fmla="val 7648"/>
            </a:avLst>
          </a:prstGeom>
          <a:solidFill>
            <a:srgbClr val="D0C5FB"/>
          </a:solidFill>
        </p:spPr>
        <p:txBody>
          <a:bodyPr lIns="36000" tIns="36000" rIns="36000" bIns="36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picture</a:t>
            </a:r>
            <a:endParaRPr lang="en-SK"/>
          </a:p>
        </p:txBody>
      </p:sp>
      <p:sp>
        <p:nvSpPr>
          <p:cNvPr id="55" name="Text Placeholder 16">
            <a:extLst>
              <a:ext uri="{FF2B5EF4-FFF2-40B4-BE49-F238E27FC236}">
                <a16:creationId xmlns:a16="http://schemas.microsoft.com/office/drawing/2014/main" id="{BE352301-319A-4732-70F3-8DE6F53524A7}"/>
              </a:ext>
            </a:extLst>
          </p:cNvPr>
          <p:cNvSpPr>
            <a:spLocks noGrp="1"/>
          </p:cNvSpPr>
          <p:nvPr>
            <p:ph type="body" sz="quarter" idx="101" hasCustomPrompt="1"/>
          </p:nvPr>
        </p:nvSpPr>
        <p:spPr>
          <a:xfrm>
            <a:off x="7449512" y="4132194"/>
            <a:ext cx="3708000" cy="648000"/>
          </a:xfrm>
        </p:spPr>
        <p:txBody>
          <a:bodyPr lIns="36000" tIns="36000" rIns="36000" bIns="36000">
            <a:noAutofit/>
          </a:bodyPr>
          <a:lstStyle>
            <a:lvl1pPr marL="9525" indent="0">
              <a:lnSpc>
                <a:spcPct val="100000"/>
              </a:lnSpc>
              <a:tabLst/>
              <a:defRPr b="0" i="0">
                <a:solidFill>
                  <a:srgbClr val="13322B"/>
                </a:solidFill>
                <a:latin typeface="Arial" panose="020B0604020202020204" pitchFamily="34" charset="0"/>
                <a:cs typeface="Arial" panose="020B0604020202020204" pitchFamily="34" charset="0"/>
              </a:defRPr>
            </a:lvl1pPr>
          </a:lstStyle>
          <a:p>
            <a:pPr lvl="0"/>
            <a:r>
              <a:rPr lang="en-GB"/>
              <a:t>Click to edit text</a:t>
            </a:r>
          </a:p>
        </p:txBody>
      </p:sp>
      <p:sp>
        <p:nvSpPr>
          <p:cNvPr id="56" name="Text Placeholder 31">
            <a:extLst>
              <a:ext uri="{FF2B5EF4-FFF2-40B4-BE49-F238E27FC236}">
                <a16:creationId xmlns:a16="http://schemas.microsoft.com/office/drawing/2014/main" id="{3883CA75-D0DD-F42B-CF82-BF4050FA1987}"/>
              </a:ext>
            </a:extLst>
          </p:cNvPr>
          <p:cNvSpPr>
            <a:spLocks noGrp="1"/>
          </p:cNvSpPr>
          <p:nvPr>
            <p:ph type="body" sz="quarter" idx="102" hasCustomPrompt="1"/>
          </p:nvPr>
        </p:nvSpPr>
        <p:spPr>
          <a:xfrm>
            <a:off x="7449512" y="3851713"/>
            <a:ext cx="3708000" cy="216000"/>
          </a:xfrm>
        </p:spPr>
        <p:txBody>
          <a:bodyPr lIns="36000" tIns="36000" rIns="36000" bIns="36000">
            <a:noAutofit/>
          </a:bodyPr>
          <a:lstStyle>
            <a:lvl1pPr>
              <a:lnSpc>
                <a:spcPct val="100000"/>
              </a:lnSpc>
              <a:defRPr b="1" i="0">
                <a:latin typeface="Arial" panose="020B0604020202020204" pitchFamily="34" charset="0"/>
                <a:cs typeface="Arial" panose="020B0604020202020204" pitchFamily="34" charset="0"/>
              </a:defRPr>
            </a:lvl1pPr>
          </a:lstStyle>
          <a:p>
            <a:pPr lvl="0"/>
            <a:r>
              <a:rPr lang="en-GB"/>
              <a:t>Click to edit text</a:t>
            </a:r>
          </a:p>
        </p:txBody>
      </p:sp>
      <p:sp>
        <p:nvSpPr>
          <p:cNvPr id="57" name="Text Placeholder 16">
            <a:extLst>
              <a:ext uri="{FF2B5EF4-FFF2-40B4-BE49-F238E27FC236}">
                <a16:creationId xmlns:a16="http://schemas.microsoft.com/office/drawing/2014/main" id="{41102FDF-A2D9-48C6-E46A-C81DA59372CD}"/>
              </a:ext>
            </a:extLst>
          </p:cNvPr>
          <p:cNvSpPr>
            <a:spLocks noGrp="1"/>
          </p:cNvSpPr>
          <p:nvPr>
            <p:ph type="body" sz="quarter" idx="103" hasCustomPrompt="1"/>
          </p:nvPr>
        </p:nvSpPr>
        <p:spPr>
          <a:xfrm>
            <a:off x="7449512" y="5453104"/>
            <a:ext cx="3711134" cy="662500"/>
          </a:xfrm>
        </p:spPr>
        <p:txBody>
          <a:bodyPr lIns="36000" tIns="36000" rIns="36000" bIns="36000">
            <a:noAutofit/>
          </a:bodyPr>
          <a:lstStyle>
            <a:lvl1pPr marL="9525" indent="0">
              <a:lnSpc>
                <a:spcPct val="100000"/>
              </a:lnSpc>
              <a:tabLst/>
              <a:defRPr b="0" i="0">
                <a:solidFill>
                  <a:schemeClr val="bg1"/>
                </a:solidFill>
                <a:latin typeface="Arial" panose="020B0604020202020204" pitchFamily="34" charset="0"/>
                <a:cs typeface="Arial" panose="020B0604020202020204" pitchFamily="34" charset="0"/>
              </a:defRPr>
            </a:lvl1pPr>
          </a:lstStyle>
          <a:p>
            <a:pPr lvl="0"/>
            <a:r>
              <a:rPr lang="en-GB"/>
              <a:t>Click to edit text</a:t>
            </a:r>
          </a:p>
        </p:txBody>
      </p:sp>
      <p:sp>
        <p:nvSpPr>
          <p:cNvPr id="58" name="Text Placeholder 31">
            <a:extLst>
              <a:ext uri="{FF2B5EF4-FFF2-40B4-BE49-F238E27FC236}">
                <a16:creationId xmlns:a16="http://schemas.microsoft.com/office/drawing/2014/main" id="{6FCB7DC8-2ECF-E29F-E9A3-2DFD5468F9E8}"/>
              </a:ext>
            </a:extLst>
          </p:cNvPr>
          <p:cNvSpPr>
            <a:spLocks noGrp="1"/>
          </p:cNvSpPr>
          <p:nvPr>
            <p:ph type="body" sz="quarter" idx="104" hasCustomPrompt="1"/>
          </p:nvPr>
        </p:nvSpPr>
        <p:spPr>
          <a:xfrm>
            <a:off x="7449512" y="5172623"/>
            <a:ext cx="3708000" cy="216000"/>
          </a:xfrm>
        </p:spPr>
        <p:txBody>
          <a:bodyPr lIns="36000" tIns="36000" rIns="36000" bIns="36000">
            <a:noAutofit/>
          </a:bodyPr>
          <a:lstStyle>
            <a:lvl1pPr>
              <a:lnSpc>
                <a:spcPct val="100000"/>
              </a:lnSpc>
              <a:defRPr b="1" i="0">
                <a:solidFill>
                  <a:schemeClr val="bg1"/>
                </a:solidFill>
                <a:latin typeface="Arial" panose="020B0604020202020204" pitchFamily="34" charset="0"/>
                <a:cs typeface="Arial" panose="020B0604020202020204" pitchFamily="34" charset="0"/>
              </a:defRPr>
            </a:lvl1pPr>
          </a:lstStyle>
          <a:p>
            <a:pPr lvl="0"/>
            <a:r>
              <a:rPr lang="en-GB"/>
              <a:t>Click to edit text</a:t>
            </a:r>
          </a:p>
        </p:txBody>
      </p:sp>
      <p:sp>
        <p:nvSpPr>
          <p:cNvPr id="59" name="Text Placeholder 16">
            <a:extLst>
              <a:ext uri="{FF2B5EF4-FFF2-40B4-BE49-F238E27FC236}">
                <a16:creationId xmlns:a16="http://schemas.microsoft.com/office/drawing/2014/main" id="{5629633C-297E-483F-E31D-D8BDCB4E3C85}"/>
              </a:ext>
            </a:extLst>
          </p:cNvPr>
          <p:cNvSpPr>
            <a:spLocks noGrp="1"/>
          </p:cNvSpPr>
          <p:nvPr>
            <p:ph type="body" sz="quarter" idx="105" hasCustomPrompt="1"/>
          </p:nvPr>
        </p:nvSpPr>
        <p:spPr>
          <a:xfrm>
            <a:off x="6136537" y="3846902"/>
            <a:ext cx="1199238" cy="935037"/>
          </a:xfrm>
        </p:spPr>
        <p:txBody>
          <a:bodyPr lIns="36000" tIns="36000" rIns="36000" bIns="36000" anchor="ctr" anchorCtr="0">
            <a:noAutofit/>
          </a:bodyPr>
          <a:lstStyle>
            <a:lvl1pPr marL="9525" indent="0" algn="ctr">
              <a:lnSpc>
                <a:spcPct val="100000"/>
              </a:lnSpc>
              <a:tabLst/>
              <a:defRPr sz="2800" b="0" i="0">
                <a:solidFill>
                  <a:srgbClr val="13322B"/>
                </a:solidFill>
                <a:latin typeface="Arial" panose="020B0604020202020204" pitchFamily="34" charset="0"/>
                <a:cs typeface="Arial" panose="020B0604020202020204" pitchFamily="34" charset="0"/>
              </a:defRPr>
            </a:lvl1pPr>
          </a:lstStyle>
          <a:p>
            <a:pPr lvl="0"/>
            <a:r>
              <a:rPr lang="en-GB"/>
              <a:t>00</a:t>
            </a:r>
          </a:p>
        </p:txBody>
      </p:sp>
      <p:sp>
        <p:nvSpPr>
          <p:cNvPr id="60" name="Text Placeholder 16">
            <a:extLst>
              <a:ext uri="{FF2B5EF4-FFF2-40B4-BE49-F238E27FC236}">
                <a16:creationId xmlns:a16="http://schemas.microsoft.com/office/drawing/2014/main" id="{BCC831E6-1D33-03CA-3670-425F2774CF62}"/>
              </a:ext>
            </a:extLst>
          </p:cNvPr>
          <p:cNvSpPr>
            <a:spLocks noGrp="1"/>
          </p:cNvSpPr>
          <p:nvPr>
            <p:ph type="body" sz="quarter" idx="106" hasCustomPrompt="1"/>
          </p:nvPr>
        </p:nvSpPr>
        <p:spPr>
          <a:xfrm>
            <a:off x="6136537" y="5169059"/>
            <a:ext cx="1199238" cy="935037"/>
          </a:xfrm>
        </p:spPr>
        <p:txBody>
          <a:bodyPr lIns="36000" tIns="36000" rIns="36000" bIns="36000" anchor="ctr" anchorCtr="0">
            <a:noAutofit/>
          </a:bodyPr>
          <a:lstStyle>
            <a:lvl1pPr marL="9525" indent="0" algn="ctr">
              <a:lnSpc>
                <a:spcPct val="100000"/>
              </a:lnSpc>
              <a:tabLst/>
              <a:defRPr sz="2800" b="0" i="0">
                <a:solidFill>
                  <a:srgbClr val="F6F8F9"/>
                </a:solidFill>
                <a:latin typeface="Arial" panose="020B0604020202020204" pitchFamily="34" charset="0"/>
                <a:cs typeface="Arial" panose="020B0604020202020204" pitchFamily="34" charset="0"/>
              </a:defRPr>
            </a:lvl1pPr>
          </a:lstStyle>
          <a:p>
            <a:pPr lvl="0"/>
            <a:r>
              <a:rPr lang="en-GB"/>
              <a:t>00</a:t>
            </a:r>
          </a:p>
        </p:txBody>
      </p:sp>
      <p:sp>
        <p:nvSpPr>
          <p:cNvPr id="61" name="Picture Placeholder 33">
            <a:extLst>
              <a:ext uri="{FF2B5EF4-FFF2-40B4-BE49-F238E27FC236}">
                <a16:creationId xmlns:a16="http://schemas.microsoft.com/office/drawing/2014/main" id="{5DE94A0A-71AB-6E62-7631-02D8249DBADC}"/>
              </a:ext>
            </a:extLst>
          </p:cNvPr>
          <p:cNvSpPr>
            <a:spLocks noGrp="1"/>
          </p:cNvSpPr>
          <p:nvPr>
            <p:ph type="pic" sz="quarter" idx="107"/>
          </p:nvPr>
        </p:nvSpPr>
        <p:spPr>
          <a:xfrm>
            <a:off x="6136537" y="2349463"/>
            <a:ext cx="5194800" cy="1224000"/>
          </a:xfrm>
          <a:prstGeom prst="roundRect">
            <a:avLst>
              <a:gd name="adj" fmla="val 7648"/>
            </a:avLst>
          </a:prstGeom>
          <a:solidFill>
            <a:srgbClr val="D9E1E2"/>
          </a:solidFill>
        </p:spPr>
        <p:txBody>
          <a:bodyPr lIns="36000" tIns="36000" rIns="36000" bIns="36000" anchor="b" anchorCtr="1">
            <a:noAutofit/>
          </a:bodyPr>
          <a:lstStyle>
            <a:lvl1pPr>
              <a:lnSpc>
                <a:spcPct val="100000"/>
              </a:lnSpc>
              <a:defRPr sz="900" b="0" i="1">
                <a:solidFill>
                  <a:schemeClr val="tx1"/>
                </a:solidFill>
                <a:latin typeface="Arial" panose="020B0604020202020204" pitchFamily="34" charset="0"/>
                <a:cs typeface="Arial" panose="020B0604020202020204" pitchFamily="34" charset="0"/>
              </a:defRPr>
            </a:lvl1pPr>
          </a:lstStyle>
          <a:p>
            <a:r>
              <a:rPr lang="en-GB"/>
              <a:t>Click icon to add picture</a:t>
            </a:r>
            <a:endParaRPr lang="en-SK"/>
          </a:p>
        </p:txBody>
      </p:sp>
      <p:sp>
        <p:nvSpPr>
          <p:cNvPr id="62" name="Text Placeholder 16">
            <a:extLst>
              <a:ext uri="{FF2B5EF4-FFF2-40B4-BE49-F238E27FC236}">
                <a16:creationId xmlns:a16="http://schemas.microsoft.com/office/drawing/2014/main" id="{8F97F56D-90F7-C57E-2B9A-EC254D5BD80D}"/>
              </a:ext>
            </a:extLst>
          </p:cNvPr>
          <p:cNvSpPr>
            <a:spLocks noGrp="1"/>
          </p:cNvSpPr>
          <p:nvPr>
            <p:ph type="body" sz="quarter" idx="108" hasCustomPrompt="1"/>
          </p:nvPr>
        </p:nvSpPr>
        <p:spPr>
          <a:xfrm>
            <a:off x="7449512" y="2783423"/>
            <a:ext cx="3711134" cy="662500"/>
          </a:xfrm>
        </p:spPr>
        <p:txBody>
          <a:bodyPr lIns="36000" tIns="36000" rIns="36000" bIns="36000">
            <a:noAutofit/>
          </a:bodyPr>
          <a:lstStyle>
            <a:lvl1pPr marL="9525" indent="0">
              <a:lnSpc>
                <a:spcPct val="100000"/>
              </a:lnSpc>
              <a:tabLst/>
              <a:defRPr b="0" i="0">
                <a:solidFill>
                  <a:schemeClr val="tx1"/>
                </a:solidFill>
                <a:latin typeface="Arial" panose="020B0604020202020204" pitchFamily="34" charset="0"/>
                <a:cs typeface="Arial" panose="020B0604020202020204" pitchFamily="34" charset="0"/>
              </a:defRPr>
            </a:lvl1pPr>
          </a:lstStyle>
          <a:p>
            <a:pPr lvl="0"/>
            <a:r>
              <a:rPr lang="en-GB"/>
              <a:t>Click to edit text</a:t>
            </a:r>
          </a:p>
        </p:txBody>
      </p:sp>
      <p:sp>
        <p:nvSpPr>
          <p:cNvPr id="63" name="Text Placeholder 31">
            <a:extLst>
              <a:ext uri="{FF2B5EF4-FFF2-40B4-BE49-F238E27FC236}">
                <a16:creationId xmlns:a16="http://schemas.microsoft.com/office/drawing/2014/main" id="{049A9FEE-F6C6-4823-1973-F47E11196ECA}"/>
              </a:ext>
            </a:extLst>
          </p:cNvPr>
          <p:cNvSpPr>
            <a:spLocks noGrp="1"/>
          </p:cNvSpPr>
          <p:nvPr>
            <p:ph type="body" sz="quarter" idx="109" hasCustomPrompt="1"/>
          </p:nvPr>
        </p:nvSpPr>
        <p:spPr>
          <a:xfrm>
            <a:off x="7449512" y="2502942"/>
            <a:ext cx="3708000" cy="216000"/>
          </a:xfrm>
        </p:spPr>
        <p:txBody>
          <a:bodyPr lIns="36000" tIns="36000" rIns="36000" bIns="36000">
            <a:noAutofit/>
          </a:bodyPr>
          <a:lstStyle>
            <a:lvl1pPr>
              <a:lnSpc>
                <a:spcPct val="100000"/>
              </a:lnSpc>
              <a:defRPr b="1" i="0">
                <a:solidFill>
                  <a:schemeClr val="tx1"/>
                </a:solidFill>
                <a:latin typeface="Arial" panose="020B0604020202020204" pitchFamily="34" charset="0"/>
                <a:cs typeface="Arial" panose="020B0604020202020204" pitchFamily="34" charset="0"/>
              </a:defRPr>
            </a:lvl1pPr>
          </a:lstStyle>
          <a:p>
            <a:pPr lvl="0"/>
            <a:r>
              <a:rPr lang="en-GB"/>
              <a:t>Click to edit text</a:t>
            </a:r>
          </a:p>
        </p:txBody>
      </p:sp>
      <p:sp>
        <p:nvSpPr>
          <p:cNvPr id="64" name="Text Placeholder 16">
            <a:extLst>
              <a:ext uri="{FF2B5EF4-FFF2-40B4-BE49-F238E27FC236}">
                <a16:creationId xmlns:a16="http://schemas.microsoft.com/office/drawing/2014/main" id="{233B02B4-6448-D505-94E0-EEC8C78334EC}"/>
              </a:ext>
            </a:extLst>
          </p:cNvPr>
          <p:cNvSpPr>
            <a:spLocks noGrp="1"/>
          </p:cNvSpPr>
          <p:nvPr>
            <p:ph type="body" sz="quarter" idx="110" hasCustomPrompt="1"/>
          </p:nvPr>
        </p:nvSpPr>
        <p:spPr>
          <a:xfrm>
            <a:off x="6136537" y="2499378"/>
            <a:ext cx="1199238" cy="935037"/>
          </a:xfrm>
        </p:spPr>
        <p:txBody>
          <a:bodyPr lIns="36000" tIns="36000" rIns="36000" bIns="36000" anchor="ctr" anchorCtr="0">
            <a:noAutofit/>
          </a:bodyPr>
          <a:lstStyle>
            <a:lvl1pPr marL="9525" indent="0" algn="ctr">
              <a:lnSpc>
                <a:spcPct val="100000"/>
              </a:lnSpc>
              <a:tabLst/>
              <a:defRPr sz="2800" b="0" i="0">
                <a:solidFill>
                  <a:schemeClr val="tx1"/>
                </a:solidFill>
                <a:latin typeface="Arial" panose="020B0604020202020204" pitchFamily="34" charset="0"/>
                <a:cs typeface="Arial" panose="020B0604020202020204" pitchFamily="34" charset="0"/>
              </a:defRPr>
            </a:lvl1pPr>
          </a:lstStyle>
          <a:p>
            <a:pPr lvl="0"/>
            <a:r>
              <a:rPr lang="en-GB"/>
              <a:t>00</a:t>
            </a:r>
          </a:p>
        </p:txBody>
      </p:sp>
      <p:sp>
        <p:nvSpPr>
          <p:cNvPr id="2" name="Text Placeholder 64">
            <a:extLst>
              <a:ext uri="{FF2B5EF4-FFF2-40B4-BE49-F238E27FC236}">
                <a16:creationId xmlns:a16="http://schemas.microsoft.com/office/drawing/2014/main" id="{521CBF5A-F453-E6A0-3798-D41AFA7EF2EA}"/>
              </a:ext>
            </a:extLst>
          </p:cNvPr>
          <p:cNvSpPr>
            <a:spLocks noGrp="1"/>
          </p:cNvSpPr>
          <p:nvPr>
            <p:ph type="body" sz="quarter" idx="115" hasCustomPrompt="1"/>
          </p:nvPr>
        </p:nvSpPr>
        <p:spPr>
          <a:xfrm>
            <a:off x="828000" y="288000"/>
            <a:ext cx="7843612" cy="360000"/>
          </a:xfrm>
        </p:spPr>
        <p:txBody>
          <a:bodyPr anchor="ctr" anchorCtr="0"/>
          <a:lstStyle>
            <a:lvl1pPr>
              <a:defRPr b="1" i="1" baseline="0">
                <a:latin typeface="+mn-lt"/>
              </a:defRPr>
            </a:lvl1pPr>
          </a:lstStyle>
          <a:p>
            <a:pPr marL="0" marR="0" lvl="0" indent="0" algn="l" defTabSz="914318"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presentation title</a:t>
            </a:r>
            <a:endParaRPr lang="en-SK"/>
          </a:p>
        </p:txBody>
      </p:sp>
    </p:spTree>
    <p:extLst>
      <p:ext uri="{BB962C8B-B14F-4D97-AF65-F5344CB8AC3E}">
        <p14:creationId xmlns:p14="http://schemas.microsoft.com/office/powerpoint/2010/main" val="2036250471"/>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Elements_L">
    <p:bg>
      <p:bgPr>
        <a:solidFill>
          <a:srgbClr val="F9FAFC"/>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3A1F4660-DD27-F791-42C4-50FAC0D419F7}"/>
              </a:ext>
            </a:extLst>
          </p:cNvPr>
          <p:cNvSpPr>
            <a:spLocks noGrp="1"/>
          </p:cNvSpPr>
          <p:nvPr>
            <p:ph type="body" sz="quarter" idx="69" hasCustomPrompt="1"/>
          </p:nvPr>
        </p:nvSpPr>
        <p:spPr>
          <a:xfrm>
            <a:off x="6134100" y="1024189"/>
            <a:ext cx="2554288" cy="2304000"/>
          </a:xfrm>
        </p:spPr>
        <p:txBody>
          <a:bodyPr lIns="36000" tIns="36000" rIns="36000">
            <a:noAutofit/>
          </a:bodyPr>
          <a:lstStyle>
            <a:lvl1pPr>
              <a:lnSpc>
                <a:spcPct val="100000"/>
              </a:lnSpc>
              <a:defRPr b="0" i="0">
                <a:latin typeface="Arial" panose="020B0604020202020204" pitchFamily="34" charset="0"/>
                <a:cs typeface="Arial" panose="020B0604020202020204" pitchFamily="34" charset="0"/>
              </a:defRPr>
            </a:lvl1pPr>
          </a:lstStyle>
          <a:p>
            <a:pPr lvl="0"/>
            <a:r>
              <a:rPr lang="en-GB"/>
              <a:t>Click to edit text</a:t>
            </a:r>
          </a:p>
        </p:txBody>
      </p:sp>
      <p:sp>
        <p:nvSpPr>
          <p:cNvPr id="11" name="Text Placeholder 9">
            <a:extLst>
              <a:ext uri="{FF2B5EF4-FFF2-40B4-BE49-F238E27FC236}">
                <a16:creationId xmlns:a16="http://schemas.microsoft.com/office/drawing/2014/main" id="{B685B82E-03FE-B3C6-EE2C-5124BA1B4098}"/>
              </a:ext>
            </a:extLst>
          </p:cNvPr>
          <p:cNvSpPr>
            <a:spLocks noGrp="1"/>
          </p:cNvSpPr>
          <p:nvPr>
            <p:ph type="body" sz="quarter" idx="70" hasCustomPrompt="1"/>
          </p:nvPr>
        </p:nvSpPr>
        <p:spPr>
          <a:xfrm>
            <a:off x="8796338" y="1024188"/>
            <a:ext cx="2545882" cy="2304000"/>
          </a:xfrm>
        </p:spPr>
        <p:txBody>
          <a:bodyPr lIns="36000" tIns="36000" rIns="36000">
            <a:noAutofit/>
          </a:bodyPr>
          <a:lstStyle>
            <a:lvl1pPr>
              <a:lnSpc>
                <a:spcPct val="100000"/>
              </a:lnSpc>
              <a:defRPr b="0" i="0">
                <a:latin typeface="Arial" panose="020B0604020202020204" pitchFamily="34" charset="0"/>
                <a:cs typeface="Arial" panose="020B0604020202020204" pitchFamily="34" charset="0"/>
              </a:defRPr>
            </a:lvl1pPr>
          </a:lstStyle>
          <a:p>
            <a:pPr lvl="0"/>
            <a:r>
              <a:rPr lang="en-GB"/>
              <a:t>Click to edit text</a:t>
            </a:r>
          </a:p>
        </p:txBody>
      </p:sp>
      <p:sp>
        <p:nvSpPr>
          <p:cNvPr id="45" name="Text Placeholder 75">
            <a:extLst>
              <a:ext uri="{FF2B5EF4-FFF2-40B4-BE49-F238E27FC236}">
                <a16:creationId xmlns:a16="http://schemas.microsoft.com/office/drawing/2014/main" id="{1F627742-C4A1-13F0-54BB-E0D40062F3A3}"/>
              </a:ext>
            </a:extLst>
          </p:cNvPr>
          <p:cNvSpPr>
            <a:spLocks noGrp="1"/>
          </p:cNvSpPr>
          <p:nvPr>
            <p:ph type="body" sz="quarter" idx="34" hasCustomPrompt="1"/>
          </p:nvPr>
        </p:nvSpPr>
        <p:spPr>
          <a:xfrm>
            <a:off x="828000" y="1980000"/>
            <a:ext cx="3863063" cy="612000"/>
          </a:xfrm>
        </p:spPr>
        <p:txBody>
          <a:bodyPr lIns="36000" tIns="36000" rIns="36000">
            <a:noAutofit/>
          </a:bodyPr>
          <a:lstStyle>
            <a:lvl1pPr>
              <a:lnSpc>
                <a:spcPct val="100000"/>
              </a:lnSpc>
              <a:defRPr sz="1600" b="0" i="0">
                <a:solidFill>
                  <a:srgbClr val="00C08B"/>
                </a:solidFill>
                <a:latin typeface="Arial" panose="020B0604020202020204" pitchFamily="34" charset="0"/>
                <a:cs typeface="Arial" panose="020B0604020202020204" pitchFamily="34" charset="0"/>
              </a:defRPr>
            </a:lvl1pPr>
          </a:lstStyle>
          <a:p>
            <a:pPr lvl="0"/>
            <a:r>
              <a:rPr lang="en-GB"/>
              <a:t>Subtitle – Click to edit text</a:t>
            </a:r>
          </a:p>
        </p:txBody>
      </p:sp>
      <p:sp>
        <p:nvSpPr>
          <p:cNvPr id="4" name="Title 3">
            <a:extLst>
              <a:ext uri="{FF2B5EF4-FFF2-40B4-BE49-F238E27FC236}">
                <a16:creationId xmlns:a16="http://schemas.microsoft.com/office/drawing/2014/main" id="{8C0323AF-5A2E-B1B6-F830-501265AFED44}"/>
              </a:ext>
            </a:extLst>
          </p:cNvPr>
          <p:cNvSpPr>
            <a:spLocks noGrp="1"/>
          </p:cNvSpPr>
          <p:nvPr>
            <p:ph type="title"/>
          </p:nvPr>
        </p:nvSpPr>
        <p:spPr>
          <a:xfrm>
            <a:off x="828000" y="1008000"/>
            <a:ext cx="3863063" cy="972000"/>
          </a:xfrm>
        </p:spPr>
        <p:txBody>
          <a:bodyPr/>
          <a:lstStyle/>
          <a:p>
            <a:r>
              <a:rPr lang="en-GB"/>
              <a:t>Click to edit Master title</a:t>
            </a:r>
            <a:endParaRPr lang="en-SK"/>
          </a:p>
        </p:txBody>
      </p:sp>
      <p:sp>
        <p:nvSpPr>
          <p:cNvPr id="6" name="Picture Placeholder 33">
            <a:extLst>
              <a:ext uri="{FF2B5EF4-FFF2-40B4-BE49-F238E27FC236}">
                <a16:creationId xmlns:a16="http://schemas.microsoft.com/office/drawing/2014/main" id="{312BED0E-FD4F-5A13-D29C-883442B9C28C}"/>
              </a:ext>
            </a:extLst>
          </p:cNvPr>
          <p:cNvSpPr>
            <a:spLocks noGrp="1"/>
          </p:cNvSpPr>
          <p:nvPr>
            <p:ph type="pic" sz="quarter" idx="83"/>
          </p:nvPr>
        </p:nvSpPr>
        <p:spPr>
          <a:xfrm>
            <a:off x="828000" y="5015574"/>
            <a:ext cx="5194800" cy="1224000"/>
          </a:xfrm>
          <a:prstGeom prst="roundRect">
            <a:avLst>
              <a:gd name="adj" fmla="val 7648"/>
            </a:avLst>
          </a:prstGeom>
          <a:solidFill>
            <a:srgbClr val="13322B"/>
          </a:solidFill>
        </p:spPr>
        <p:txBody>
          <a:bodyPr lIns="36000" tIns="36000" rIns="36000" bIns="36000" anchor="b" anchorCtr="1">
            <a:noAutofit/>
          </a:bodyPr>
          <a:lstStyle>
            <a:lvl1pPr>
              <a:lnSpc>
                <a:spcPct val="100000"/>
              </a:lnSpc>
              <a:defRPr sz="900" b="0" i="1">
                <a:solidFill>
                  <a:schemeClr val="bg1"/>
                </a:solidFill>
                <a:latin typeface="Arial" panose="020B0604020202020204" pitchFamily="34" charset="0"/>
                <a:cs typeface="Arial" panose="020B0604020202020204" pitchFamily="34" charset="0"/>
              </a:defRPr>
            </a:lvl1pPr>
          </a:lstStyle>
          <a:p>
            <a:r>
              <a:rPr lang="en-GB"/>
              <a:t>Click icon to add picture</a:t>
            </a:r>
            <a:endParaRPr lang="en-SK"/>
          </a:p>
        </p:txBody>
      </p:sp>
      <p:sp>
        <p:nvSpPr>
          <p:cNvPr id="16" name="Picture Placeholder 33">
            <a:extLst>
              <a:ext uri="{FF2B5EF4-FFF2-40B4-BE49-F238E27FC236}">
                <a16:creationId xmlns:a16="http://schemas.microsoft.com/office/drawing/2014/main" id="{E6BC39A2-B730-2B96-92D6-24128D3B4A6D}"/>
              </a:ext>
            </a:extLst>
          </p:cNvPr>
          <p:cNvSpPr>
            <a:spLocks noGrp="1"/>
          </p:cNvSpPr>
          <p:nvPr>
            <p:ph type="pic" sz="quarter" idx="84"/>
          </p:nvPr>
        </p:nvSpPr>
        <p:spPr>
          <a:xfrm>
            <a:off x="828000" y="3683574"/>
            <a:ext cx="5194800" cy="1224000"/>
          </a:xfrm>
          <a:prstGeom prst="roundRect">
            <a:avLst>
              <a:gd name="adj" fmla="val 7648"/>
            </a:avLst>
          </a:prstGeom>
          <a:solidFill>
            <a:srgbClr val="D0DEBB"/>
          </a:solidFill>
        </p:spPr>
        <p:txBody>
          <a:bodyPr lIns="36000" tIns="36000" rIns="36000" bIns="36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picture</a:t>
            </a:r>
            <a:endParaRPr lang="en-SK"/>
          </a:p>
        </p:txBody>
      </p:sp>
      <p:sp>
        <p:nvSpPr>
          <p:cNvPr id="17" name="Text Placeholder 16">
            <a:extLst>
              <a:ext uri="{FF2B5EF4-FFF2-40B4-BE49-F238E27FC236}">
                <a16:creationId xmlns:a16="http://schemas.microsoft.com/office/drawing/2014/main" id="{7046A6AA-6E37-F56B-8690-F776FD9BEC5F}"/>
              </a:ext>
            </a:extLst>
          </p:cNvPr>
          <p:cNvSpPr>
            <a:spLocks noGrp="1"/>
          </p:cNvSpPr>
          <p:nvPr>
            <p:ph type="body" sz="quarter" idx="75" hasCustomPrompt="1"/>
          </p:nvPr>
        </p:nvSpPr>
        <p:spPr>
          <a:xfrm>
            <a:off x="2140975" y="4128624"/>
            <a:ext cx="3708000" cy="648000"/>
          </a:xfrm>
        </p:spPr>
        <p:txBody>
          <a:bodyPr lIns="36000" tIns="36000" rIns="36000" bIns="36000">
            <a:noAutofit/>
          </a:bodyPr>
          <a:lstStyle>
            <a:lvl1pPr marL="9525" indent="0">
              <a:lnSpc>
                <a:spcPct val="100000"/>
              </a:lnSpc>
              <a:tabLst/>
              <a:defRPr b="0" i="0">
                <a:solidFill>
                  <a:srgbClr val="13322B"/>
                </a:solidFill>
                <a:latin typeface="Arial" panose="020B0604020202020204" pitchFamily="34" charset="0"/>
                <a:cs typeface="Arial" panose="020B0604020202020204" pitchFamily="34" charset="0"/>
              </a:defRPr>
            </a:lvl1pPr>
          </a:lstStyle>
          <a:p>
            <a:pPr lvl="0"/>
            <a:r>
              <a:rPr lang="en-GB"/>
              <a:t>Click to edit text</a:t>
            </a:r>
          </a:p>
        </p:txBody>
      </p:sp>
      <p:sp>
        <p:nvSpPr>
          <p:cNvPr id="18" name="Text Placeholder 31">
            <a:extLst>
              <a:ext uri="{FF2B5EF4-FFF2-40B4-BE49-F238E27FC236}">
                <a16:creationId xmlns:a16="http://schemas.microsoft.com/office/drawing/2014/main" id="{103C9CDF-A63B-ED34-1E21-6102FA5C5720}"/>
              </a:ext>
            </a:extLst>
          </p:cNvPr>
          <p:cNvSpPr>
            <a:spLocks noGrp="1"/>
          </p:cNvSpPr>
          <p:nvPr>
            <p:ph type="body" sz="quarter" idx="76" hasCustomPrompt="1"/>
          </p:nvPr>
        </p:nvSpPr>
        <p:spPr>
          <a:xfrm>
            <a:off x="2140975" y="3848143"/>
            <a:ext cx="3708000" cy="216000"/>
          </a:xfrm>
        </p:spPr>
        <p:txBody>
          <a:bodyPr lIns="36000" tIns="36000" rIns="36000" bIns="36000">
            <a:noAutofit/>
          </a:bodyPr>
          <a:lstStyle>
            <a:lvl1pPr>
              <a:lnSpc>
                <a:spcPct val="100000"/>
              </a:lnSpc>
              <a:defRPr b="1" i="0">
                <a:latin typeface="Arial" panose="020B0604020202020204" pitchFamily="34" charset="0"/>
                <a:cs typeface="Arial" panose="020B0604020202020204" pitchFamily="34" charset="0"/>
              </a:defRPr>
            </a:lvl1pPr>
          </a:lstStyle>
          <a:p>
            <a:pPr lvl="0"/>
            <a:r>
              <a:rPr lang="en-GB"/>
              <a:t>Click to edit text</a:t>
            </a:r>
          </a:p>
        </p:txBody>
      </p:sp>
      <p:sp>
        <p:nvSpPr>
          <p:cNvPr id="19" name="Text Placeholder 16">
            <a:extLst>
              <a:ext uri="{FF2B5EF4-FFF2-40B4-BE49-F238E27FC236}">
                <a16:creationId xmlns:a16="http://schemas.microsoft.com/office/drawing/2014/main" id="{34EF99E5-F7EE-73ED-3303-D29BCC1F1466}"/>
              </a:ext>
            </a:extLst>
          </p:cNvPr>
          <p:cNvSpPr>
            <a:spLocks noGrp="1"/>
          </p:cNvSpPr>
          <p:nvPr>
            <p:ph type="body" sz="quarter" idx="85" hasCustomPrompt="1"/>
          </p:nvPr>
        </p:nvSpPr>
        <p:spPr>
          <a:xfrm>
            <a:off x="2140975" y="5449534"/>
            <a:ext cx="3711134" cy="662500"/>
          </a:xfrm>
        </p:spPr>
        <p:txBody>
          <a:bodyPr lIns="36000" tIns="36000" rIns="36000" bIns="36000">
            <a:noAutofit/>
          </a:bodyPr>
          <a:lstStyle>
            <a:lvl1pPr marL="9525" indent="0">
              <a:lnSpc>
                <a:spcPct val="100000"/>
              </a:lnSpc>
              <a:tabLst/>
              <a:defRPr b="0" i="0">
                <a:solidFill>
                  <a:schemeClr val="bg1"/>
                </a:solidFill>
                <a:latin typeface="Arial" panose="020B0604020202020204" pitchFamily="34" charset="0"/>
                <a:cs typeface="Arial" panose="020B0604020202020204" pitchFamily="34" charset="0"/>
              </a:defRPr>
            </a:lvl1pPr>
          </a:lstStyle>
          <a:p>
            <a:pPr lvl="0"/>
            <a:r>
              <a:rPr lang="en-GB"/>
              <a:t>Click to edit text</a:t>
            </a:r>
          </a:p>
        </p:txBody>
      </p:sp>
      <p:sp>
        <p:nvSpPr>
          <p:cNvPr id="20" name="Text Placeholder 31">
            <a:extLst>
              <a:ext uri="{FF2B5EF4-FFF2-40B4-BE49-F238E27FC236}">
                <a16:creationId xmlns:a16="http://schemas.microsoft.com/office/drawing/2014/main" id="{4B14C22A-09DE-E205-605B-8A06295A85E6}"/>
              </a:ext>
            </a:extLst>
          </p:cNvPr>
          <p:cNvSpPr>
            <a:spLocks noGrp="1"/>
          </p:cNvSpPr>
          <p:nvPr>
            <p:ph type="body" sz="quarter" idx="86" hasCustomPrompt="1"/>
          </p:nvPr>
        </p:nvSpPr>
        <p:spPr>
          <a:xfrm>
            <a:off x="2140975" y="5169053"/>
            <a:ext cx="3708000" cy="216000"/>
          </a:xfrm>
        </p:spPr>
        <p:txBody>
          <a:bodyPr lIns="36000" tIns="36000" rIns="36000" bIns="36000">
            <a:noAutofit/>
          </a:bodyPr>
          <a:lstStyle>
            <a:lvl1pPr>
              <a:lnSpc>
                <a:spcPct val="100000"/>
              </a:lnSpc>
              <a:defRPr b="1" i="0">
                <a:solidFill>
                  <a:schemeClr val="bg1"/>
                </a:solidFill>
                <a:latin typeface="Arial" panose="020B0604020202020204" pitchFamily="34" charset="0"/>
                <a:cs typeface="Arial" panose="020B0604020202020204" pitchFamily="34" charset="0"/>
              </a:defRPr>
            </a:lvl1pPr>
          </a:lstStyle>
          <a:p>
            <a:pPr lvl="0"/>
            <a:r>
              <a:rPr lang="en-GB"/>
              <a:t>Click to edit text</a:t>
            </a:r>
          </a:p>
        </p:txBody>
      </p:sp>
      <p:sp>
        <p:nvSpPr>
          <p:cNvPr id="21" name="Text Placeholder 16">
            <a:extLst>
              <a:ext uri="{FF2B5EF4-FFF2-40B4-BE49-F238E27FC236}">
                <a16:creationId xmlns:a16="http://schemas.microsoft.com/office/drawing/2014/main" id="{9AD41F2C-2DEC-A3A8-2659-38EE4A549435}"/>
              </a:ext>
            </a:extLst>
          </p:cNvPr>
          <p:cNvSpPr>
            <a:spLocks noGrp="1"/>
          </p:cNvSpPr>
          <p:nvPr>
            <p:ph type="body" sz="quarter" idx="80" hasCustomPrompt="1"/>
          </p:nvPr>
        </p:nvSpPr>
        <p:spPr>
          <a:xfrm>
            <a:off x="828000" y="3843332"/>
            <a:ext cx="1199238" cy="935037"/>
          </a:xfrm>
        </p:spPr>
        <p:txBody>
          <a:bodyPr lIns="36000" tIns="36000" rIns="36000" bIns="36000" anchor="ctr" anchorCtr="0">
            <a:noAutofit/>
          </a:bodyPr>
          <a:lstStyle>
            <a:lvl1pPr marL="9525" indent="0" algn="ctr">
              <a:lnSpc>
                <a:spcPct val="100000"/>
              </a:lnSpc>
              <a:tabLst/>
              <a:defRPr sz="2800" b="0" i="0">
                <a:solidFill>
                  <a:srgbClr val="13322B"/>
                </a:solidFill>
                <a:latin typeface="Arial" panose="020B0604020202020204" pitchFamily="34" charset="0"/>
                <a:cs typeface="Arial" panose="020B0604020202020204" pitchFamily="34" charset="0"/>
              </a:defRPr>
            </a:lvl1pPr>
          </a:lstStyle>
          <a:p>
            <a:pPr lvl="0"/>
            <a:r>
              <a:rPr lang="en-GB"/>
              <a:t>00</a:t>
            </a:r>
          </a:p>
        </p:txBody>
      </p:sp>
      <p:sp>
        <p:nvSpPr>
          <p:cNvPr id="22" name="Text Placeholder 16">
            <a:extLst>
              <a:ext uri="{FF2B5EF4-FFF2-40B4-BE49-F238E27FC236}">
                <a16:creationId xmlns:a16="http://schemas.microsoft.com/office/drawing/2014/main" id="{2001BBED-D07A-49DC-D932-ACA7DFEBC681}"/>
              </a:ext>
            </a:extLst>
          </p:cNvPr>
          <p:cNvSpPr>
            <a:spLocks noGrp="1"/>
          </p:cNvSpPr>
          <p:nvPr>
            <p:ph type="body" sz="quarter" idx="81" hasCustomPrompt="1"/>
          </p:nvPr>
        </p:nvSpPr>
        <p:spPr>
          <a:xfrm>
            <a:off x="828000" y="5165489"/>
            <a:ext cx="1199238" cy="935037"/>
          </a:xfrm>
        </p:spPr>
        <p:txBody>
          <a:bodyPr lIns="36000" tIns="36000" rIns="36000" bIns="36000" anchor="ctr" anchorCtr="0">
            <a:noAutofit/>
          </a:bodyPr>
          <a:lstStyle>
            <a:lvl1pPr marL="9525" indent="0" algn="ctr">
              <a:lnSpc>
                <a:spcPct val="100000"/>
              </a:lnSpc>
              <a:tabLst/>
              <a:defRPr sz="2800" b="0" i="0">
                <a:solidFill>
                  <a:srgbClr val="F6F8F9"/>
                </a:solidFill>
                <a:latin typeface="Arial" panose="020B0604020202020204" pitchFamily="34" charset="0"/>
                <a:cs typeface="Arial" panose="020B0604020202020204" pitchFamily="34" charset="0"/>
              </a:defRPr>
            </a:lvl1pPr>
          </a:lstStyle>
          <a:p>
            <a:pPr lvl="0"/>
            <a:r>
              <a:rPr lang="en-GB"/>
              <a:t>00</a:t>
            </a:r>
          </a:p>
        </p:txBody>
      </p:sp>
      <p:sp>
        <p:nvSpPr>
          <p:cNvPr id="23" name="Picture Placeholder 33">
            <a:extLst>
              <a:ext uri="{FF2B5EF4-FFF2-40B4-BE49-F238E27FC236}">
                <a16:creationId xmlns:a16="http://schemas.microsoft.com/office/drawing/2014/main" id="{CF90C48F-090D-C494-3001-E6D403281C7C}"/>
              </a:ext>
            </a:extLst>
          </p:cNvPr>
          <p:cNvSpPr>
            <a:spLocks noGrp="1"/>
          </p:cNvSpPr>
          <p:nvPr>
            <p:ph type="pic" sz="quarter" idx="87"/>
          </p:nvPr>
        </p:nvSpPr>
        <p:spPr>
          <a:xfrm>
            <a:off x="6137372" y="5015574"/>
            <a:ext cx="5194800" cy="1224000"/>
          </a:xfrm>
          <a:prstGeom prst="roundRect">
            <a:avLst>
              <a:gd name="adj" fmla="val 7648"/>
            </a:avLst>
          </a:prstGeom>
          <a:solidFill>
            <a:srgbClr val="ACB5BD"/>
          </a:solidFill>
        </p:spPr>
        <p:txBody>
          <a:bodyPr lIns="36000" tIns="36000" rIns="36000" bIns="36000" anchor="b" anchorCtr="1">
            <a:noAutofit/>
          </a:bodyPr>
          <a:lstStyle>
            <a:lvl1pPr>
              <a:lnSpc>
                <a:spcPct val="100000"/>
              </a:lnSpc>
              <a:defRPr sz="900" b="0" i="1">
                <a:solidFill>
                  <a:schemeClr val="bg1"/>
                </a:solidFill>
                <a:latin typeface="Arial" panose="020B0604020202020204" pitchFamily="34" charset="0"/>
                <a:cs typeface="Arial" panose="020B0604020202020204" pitchFamily="34" charset="0"/>
              </a:defRPr>
            </a:lvl1pPr>
          </a:lstStyle>
          <a:p>
            <a:r>
              <a:rPr lang="en-GB"/>
              <a:t>Click icon to add picture</a:t>
            </a:r>
            <a:endParaRPr lang="en-SK"/>
          </a:p>
        </p:txBody>
      </p:sp>
      <p:sp>
        <p:nvSpPr>
          <p:cNvPr id="24" name="Picture Placeholder 33">
            <a:extLst>
              <a:ext uri="{FF2B5EF4-FFF2-40B4-BE49-F238E27FC236}">
                <a16:creationId xmlns:a16="http://schemas.microsoft.com/office/drawing/2014/main" id="{6F24C92D-6672-5DA2-BD8C-972515CAC406}"/>
              </a:ext>
            </a:extLst>
          </p:cNvPr>
          <p:cNvSpPr>
            <a:spLocks noGrp="1"/>
          </p:cNvSpPr>
          <p:nvPr>
            <p:ph type="pic" sz="quarter" idx="88"/>
          </p:nvPr>
        </p:nvSpPr>
        <p:spPr>
          <a:xfrm>
            <a:off x="6137372" y="3683574"/>
            <a:ext cx="5194800" cy="1224000"/>
          </a:xfrm>
          <a:prstGeom prst="roundRect">
            <a:avLst>
              <a:gd name="adj" fmla="val 7648"/>
            </a:avLst>
          </a:prstGeom>
          <a:solidFill>
            <a:srgbClr val="D0C5FB"/>
          </a:solidFill>
        </p:spPr>
        <p:txBody>
          <a:bodyPr lIns="36000" tIns="36000" rIns="36000" bIns="36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picture</a:t>
            </a:r>
            <a:endParaRPr lang="en-SK"/>
          </a:p>
        </p:txBody>
      </p:sp>
      <p:sp>
        <p:nvSpPr>
          <p:cNvPr id="25" name="Text Placeholder 16">
            <a:extLst>
              <a:ext uri="{FF2B5EF4-FFF2-40B4-BE49-F238E27FC236}">
                <a16:creationId xmlns:a16="http://schemas.microsoft.com/office/drawing/2014/main" id="{5470C56B-EDEB-618B-B217-DA7759A14940}"/>
              </a:ext>
            </a:extLst>
          </p:cNvPr>
          <p:cNvSpPr>
            <a:spLocks noGrp="1"/>
          </p:cNvSpPr>
          <p:nvPr>
            <p:ph type="body" sz="quarter" idx="89" hasCustomPrompt="1"/>
          </p:nvPr>
        </p:nvSpPr>
        <p:spPr>
          <a:xfrm>
            <a:off x="7450347" y="4128624"/>
            <a:ext cx="3708000" cy="648000"/>
          </a:xfrm>
        </p:spPr>
        <p:txBody>
          <a:bodyPr lIns="36000" tIns="36000" rIns="36000" bIns="36000">
            <a:noAutofit/>
          </a:bodyPr>
          <a:lstStyle>
            <a:lvl1pPr marL="9525" indent="0">
              <a:lnSpc>
                <a:spcPct val="100000"/>
              </a:lnSpc>
              <a:tabLst/>
              <a:defRPr b="0" i="0">
                <a:solidFill>
                  <a:srgbClr val="13322B"/>
                </a:solidFill>
                <a:latin typeface="Arial" panose="020B0604020202020204" pitchFamily="34" charset="0"/>
                <a:cs typeface="Arial" panose="020B0604020202020204" pitchFamily="34" charset="0"/>
              </a:defRPr>
            </a:lvl1pPr>
          </a:lstStyle>
          <a:p>
            <a:pPr lvl="0"/>
            <a:r>
              <a:rPr lang="en-GB"/>
              <a:t>Click to edit text</a:t>
            </a:r>
          </a:p>
        </p:txBody>
      </p:sp>
      <p:sp>
        <p:nvSpPr>
          <p:cNvPr id="26" name="Text Placeholder 31">
            <a:extLst>
              <a:ext uri="{FF2B5EF4-FFF2-40B4-BE49-F238E27FC236}">
                <a16:creationId xmlns:a16="http://schemas.microsoft.com/office/drawing/2014/main" id="{3EA70EDA-5801-0659-C2A7-BB7EF43880CC}"/>
              </a:ext>
            </a:extLst>
          </p:cNvPr>
          <p:cNvSpPr>
            <a:spLocks noGrp="1"/>
          </p:cNvSpPr>
          <p:nvPr>
            <p:ph type="body" sz="quarter" idx="90" hasCustomPrompt="1"/>
          </p:nvPr>
        </p:nvSpPr>
        <p:spPr>
          <a:xfrm>
            <a:off x="7450347" y="3848143"/>
            <a:ext cx="3708000" cy="216000"/>
          </a:xfrm>
        </p:spPr>
        <p:txBody>
          <a:bodyPr lIns="36000" tIns="36000" rIns="36000" bIns="36000">
            <a:noAutofit/>
          </a:bodyPr>
          <a:lstStyle>
            <a:lvl1pPr>
              <a:lnSpc>
                <a:spcPct val="100000"/>
              </a:lnSpc>
              <a:defRPr b="1" i="0">
                <a:latin typeface="Arial" panose="020B0604020202020204" pitchFamily="34" charset="0"/>
                <a:cs typeface="Arial" panose="020B0604020202020204" pitchFamily="34" charset="0"/>
              </a:defRPr>
            </a:lvl1pPr>
          </a:lstStyle>
          <a:p>
            <a:pPr lvl="0"/>
            <a:r>
              <a:rPr lang="en-GB"/>
              <a:t>Click to edit text</a:t>
            </a:r>
          </a:p>
        </p:txBody>
      </p:sp>
      <p:sp>
        <p:nvSpPr>
          <p:cNvPr id="27" name="Text Placeholder 16">
            <a:extLst>
              <a:ext uri="{FF2B5EF4-FFF2-40B4-BE49-F238E27FC236}">
                <a16:creationId xmlns:a16="http://schemas.microsoft.com/office/drawing/2014/main" id="{541DE096-78AB-D9EC-AECC-D66A1397F648}"/>
              </a:ext>
            </a:extLst>
          </p:cNvPr>
          <p:cNvSpPr>
            <a:spLocks noGrp="1"/>
          </p:cNvSpPr>
          <p:nvPr>
            <p:ph type="body" sz="quarter" idx="77" hasCustomPrompt="1"/>
          </p:nvPr>
        </p:nvSpPr>
        <p:spPr>
          <a:xfrm>
            <a:off x="7450347" y="5449534"/>
            <a:ext cx="3711134" cy="662500"/>
          </a:xfrm>
        </p:spPr>
        <p:txBody>
          <a:bodyPr lIns="36000" tIns="36000" rIns="36000" bIns="36000">
            <a:noAutofit/>
          </a:bodyPr>
          <a:lstStyle>
            <a:lvl1pPr marL="9525" indent="0">
              <a:lnSpc>
                <a:spcPct val="100000"/>
              </a:lnSpc>
              <a:tabLst/>
              <a:defRPr b="0" i="0">
                <a:solidFill>
                  <a:schemeClr val="bg1"/>
                </a:solidFill>
                <a:latin typeface="Arial" panose="020B0604020202020204" pitchFamily="34" charset="0"/>
                <a:cs typeface="Arial" panose="020B0604020202020204" pitchFamily="34" charset="0"/>
              </a:defRPr>
            </a:lvl1pPr>
          </a:lstStyle>
          <a:p>
            <a:pPr lvl="0"/>
            <a:r>
              <a:rPr lang="en-GB"/>
              <a:t>Click to edit text</a:t>
            </a:r>
          </a:p>
        </p:txBody>
      </p:sp>
      <p:sp>
        <p:nvSpPr>
          <p:cNvPr id="28" name="Text Placeholder 31">
            <a:extLst>
              <a:ext uri="{FF2B5EF4-FFF2-40B4-BE49-F238E27FC236}">
                <a16:creationId xmlns:a16="http://schemas.microsoft.com/office/drawing/2014/main" id="{3604D25B-C9B2-845D-0E79-1D38732A81D1}"/>
              </a:ext>
            </a:extLst>
          </p:cNvPr>
          <p:cNvSpPr>
            <a:spLocks noGrp="1"/>
          </p:cNvSpPr>
          <p:nvPr>
            <p:ph type="body" sz="quarter" idx="78" hasCustomPrompt="1"/>
          </p:nvPr>
        </p:nvSpPr>
        <p:spPr>
          <a:xfrm>
            <a:off x="7450347" y="5169053"/>
            <a:ext cx="3708000" cy="216000"/>
          </a:xfrm>
        </p:spPr>
        <p:txBody>
          <a:bodyPr lIns="36000" tIns="36000" rIns="36000" bIns="36000">
            <a:noAutofit/>
          </a:bodyPr>
          <a:lstStyle>
            <a:lvl1pPr>
              <a:lnSpc>
                <a:spcPct val="100000"/>
              </a:lnSpc>
              <a:defRPr b="1" i="0">
                <a:solidFill>
                  <a:schemeClr val="bg1"/>
                </a:solidFill>
                <a:latin typeface="Arial" panose="020B0604020202020204" pitchFamily="34" charset="0"/>
                <a:cs typeface="Arial" panose="020B0604020202020204" pitchFamily="34" charset="0"/>
              </a:defRPr>
            </a:lvl1pPr>
          </a:lstStyle>
          <a:p>
            <a:pPr lvl="0"/>
            <a:r>
              <a:rPr lang="en-GB"/>
              <a:t>Click to edit text</a:t>
            </a:r>
          </a:p>
        </p:txBody>
      </p:sp>
      <p:sp>
        <p:nvSpPr>
          <p:cNvPr id="29" name="Text Placeholder 16">
            <a:extLst>
              <a:ext uri="{FF2B5EF4-FFF2-40B4-BE49-F238E27FC236}">
                <a16:creationId xmlns:a16="http://schemas.microsoft.com/office/drawing/2014/main" id="{7ABC9B55-377B-3552-9F40-8DDB94C5E5F1}"/>
              </a:ext>
            </a:extLst>
          </p:cNvPr>
          <p:cNvSpPr>
            <a:spLocks noGrp="1"/>
          </p:cNvSpPr>
          <p:nvPr>
            <p:ph type="body" sz="quarter" idx="91" hasCustomPrompt="1"/>
          </p:nvPr>
        </p:nvSpPr>
        <p:spPr>
          <a:xfrm>
            <a:off x="6137372" y="3843332"/>
            <a:ext cx="1199238" cy="935037"/>
          </a:xfrm>
        </p:spPr>
        <p:txBody>
          <a:bodyPr lIns="36000" tIns="36000" rIns="36000" bIns="36000" anchor="ctr" anchorCtr="0">
            <a:noAutofit/>
          </a:bodyPr>
          <a:lstStyle>
            <a:lvl1pPr marL="9525" indent="0" algn="ctr">
              <a:lnSpc>
                <a:spcPct val="100000"/>
              </a:lnSpc>
              <a:tabLst/>
              <a:defRPr sz="2800" b="0" i="0">
                <a:solidFill>
                  <a:srgbClr val="13322B"/>
                </a:solidFill>
                <a:latin typeface="Arial" panose="020B0604020202020204" pitchFamily="34" charset="0"/>
                <a:cs typeface="Arial" panose="020B0604020202020204" pitchFamily="34" charset="0"/>
              </a:defRPr>
            </a:lvl1pPr>
          </a:lstStyle>
          <a:p>
            <a:pPr lvl="0"/>
            <a:r>
              <a:rPr lang="en-GB"/>
              <a:t>00</a:t>
            </a:r>
          </a:p>
        </p:txBody>
      </p:sp>
      <p:sp>
        <p:nvSpPr>
          <p:cNvPr id="30" name="Text Placeholder 16">
            <a:extLst>
              <a:ext uri="{FF2B5EF4-FFF2-40B4-BE49-F238E27FC236}">
                <a16:creationId xmlns:a16="http://schemas.microsoft.com/office/drawing/2014/main" id="{17191A1E-4DBF-3942-DE5C-C680A12AEFE8}"/>
              </a:ext>
            </a:extLst>
          </p:cNvPr>
          <p:cNvSpPr>
            <a:spLocks noGrp="1"/>
          </p:cNvSpPr>
          <p:nvPr>
            <p:ph type="body" sz="quarter" idx="92" hasCustomPrompt="1"/>
          </p:nvPr>
        </p:nvSpPr>
        <p:spPr>
          <a:xfrm>
            <a:off x="6137372" y="5165489"/>
            <a:ext cx="1199238" cy="935037"/>
          </a:xfrm>
        </p:spPr>
        <p:txBody>
          <a:bodyPr lIns="36000" tIns="36000" rIns="36000" bIns="36000" anchor="ctr" anchorCtr="0">
            <a:noAutofit/>
          </a:bodyPr>
          <a:lstStyle>
            <a:lvl1pPr marL="9525" indent="0" algn="ctr">
              <a:lnSpc>
                <a:spcPct val="100000"/>
              </a:lnSpc>
              <a:tabLst/>
              <a:defRPr sz="2800" b="0" i="0">
                <a:solidFill>
                  <a:srgbClr val="F6F8F9"/>
                </a:solidFill>
                <a:latin typeface="Arial" panose="020B0604020202020204" pitchFamily="34" charset="0"/>
                <a:cs typeface="Arial" panose="020B0604020202020204" pitchFamily="34" charset="0"/>
              </a:defRPr>
            </a:lvl1pPr>
          </a:lstStyle>
          <a:p>
            <a:pPr lvl="0"/>
            <a:r>
              <a:rPr lang="en-GB"/>
              <a:t>00</a:t>
            </a:r>
          </a:p>
        </p:txBody>
      </p:sp>
      <p:sp>
        <p:nvSpPr>
          <p:cNvPr id="2" name="Text Placeholder 64">
            <a:extLst>
              <a:ext uri="{FF2B5EF4-FFF2-40B4-BE49-F238E27FC236}">
                <a16:creationId xmlns:a16="http://schemas.microsoft.com/office/drawing/2014/main" id="{86133FCC-ACC0-8CB9-63A1-0BB7E5088808}"/>
              </a:ext>
            </a:extLst>
          </p:cNvPr>
          <p:cNvSpPr>
            <a:spLocks noGrp="1"/>
          </p:cNvSpPr>
          <p:nvPr>
            <p:ph type="body" sz="quarter" idx="115" hasCustomPrompt="1"/>
          </p:nvPr>
        </p:nvSpPr>
        <p:spPr>
          <a:xfrm>
            <a:off x="828000" y="288000"/>
            <a:ext cx="7843612" cy="360000"/>
          </a:xfrm>
        </p:spPr>
        <p:txBody>
          <a:bodyPr anchor="ctr" anchorCtr="0"/>
          <a:lstStyle>
            <a:lvl1pPr>
              <a:defRPr b="1" i="1" baseline="0">
                <a:latin typeface="+mn-lt"/>
              </a:defRPr>
            </a:lvl1pPr>
          </a:lstStyle>
          <a:p>
            <a:pPr marL="0" marR="0" lvl="0" indent="0" algn="l" defTabSz="914318"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presentation title</a:t>
            </a:r>
            <a:endParaRPr lang="en-SK"/>
          </a:p>
        </p:txBody>
      </p:sp>
    </p:spTree>
    <p:extLst>
      <p:ext uri="{BB962C8B-B14F-4D97-AF65-F5344CB8AC3E}">
        <p14:creationId xmlns:p14="http://schemas.microsoft.com/office/powerpoint/2010/main" val="3524494064"/>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Elements_M">
    <p:bg>
      <p:bgPr>
        <a:solidFill>
          <a:srgbClr val="F9FAFC"/>
        </a:solidFill>
        <a:effectLst/>
      </p:bgPr>
    </p:bg>
    <p:spTree>
      <p:nvGrpSpPr>
        <p:cNvPr id="1" name=""/>
        <p:cNvGrpSpPr/>
        <p:nvPr/>
      </p:nvGrpSpPr>
      <p:grpSpPr>
        <a:xfrm>
          <a:off x="0" y="0"/>
          <a:ext cx="0" cy="0"/>
          <a:chOff x="0" y="0"/>
          <a:chExt cx="0" cy="0"/>
        </a:xfrm>
      </p:grpSpPr>
      <p:sp>
        <p:nvSpPr>
          <p:cNvPr id="2" name="Picture Placeholder 33">
            <a:extLst>
              <a:ext uri="{FF2B5EF4-FFF2-40B4-BE49-F238E27FC236}">
                <a16:creationId xmlns:a16="http://schemas.microsoft.com/office/drawing/2014/main" id="{5E8C07A3-909C-DC04-F101-4F20F4C67F4B}"/>
              </a:ext>
            </a:extLst>
          </p:cNvPr>
          <p:cNvSpPr>
            <a:spLocks noGrp="1"/>
          </p:cNvSpPr>
          <p:nvPr>
            <p:ph type="pic" sz="quarter" idx="45"/>
          </p:nvPr>
        </p:nvSpPr>
        <p:spPr>
          <a:xfrm>
            <a:off x="8796338" y="1016000"/>
            <a:ext cx="2555875" cy="2549973"/>
          </a:xfrm>
          <a:prstGeom prst="roundRect">
            <a:avLst>
              <a:gd name="adj" fmla="val 7648"/>
            </a:avLst>
          </a:prstGeom>
        </p:spPr>
        <p:txBody>
          <a:bodyPr lIns="36000" tIns="36000" rIns="36000" bIns="720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picture</a:t>
            </a:r>
            <a:endParaRPr lang="en-SK"/>
          </a:p>
        </p:txBody>
      </p:sp>
      <p:sp>
        <p:nvSpPr>
          <p:cNvPr id="6" name="Text Placeholder 16">
            <a:extLst>
              <a:ext uri="{FF2B5EF4-FFF2-40B4-BE49-F238E27FC236}">
                <a16:creationId xmlns:a16="http://schemas.microsoft.com/office/drawing/2014/main" id="{71FC5946-C351-1235-3945-F670F5EC4018}"/>
              </a:ext>
            </a:extLst>
          </p:cNvPr>
          <p:cNvSpPr>
            <a:spLocks noGrp="1"/>
          </p:cNvSpPr>
          <p:nvPr>
            <p:ph type="body" sz="quarter" idx="69" hasCustomPrompt="1"/>
          </p:nvPr>
        </p:nvSpPr>
        <p:spPr>
          <a:xfrm>
            <a:off x="828000" y="2016000"/>
            <a:ext cx="2538731" cy="1348636"/>
          </a:xfrm>
        </p:spPr>
        <p:txBody>
          <a:bodyPr lIns="36000" tIns="36000" rIns="36000" bIns="36000">
            <a:noAutofit/>
          </a:bodyPr>
          <a:lstStyle>
            <a:lvl1pPr marL="9525" indent="0">
              <a:lnSpc>
                <a:spcPct val="100000"/>
              </a:lnSpc>
              <a:tabLst/>
              <a:defRPr b="0" i="0">
                <a:solidFill>
                  <a:srgbClr val="13322B"/>
                </a:solidFill>
                <a:latin typeface="Arial" panose="020B0604020202020204" pitchFamily="34" charset="0"/>
                <a:cs typeface="Arial" panose="020B0604020202020204" pitchFamily="34" charset="0"/>
              </a:defRPr>
            </a:lvl1pPr>
          </a:lstStyle>
          <a:p>
            <a:pPr lvl="0"/>
            <a:r>
              <a:rPr lang="en-GB"/>
              <a:t>Click to edit text</a:t>
            </a:r>
          </a:p>
        </p:txBody>
      </p:sp>
      <p:sp>
        <p:nvSpPr>
          <p:cNvPr id="7" name="Text Placeholder 16">
            <a:extLst>
              <a:ext uri="{FF2B5EF4-FFF2-40B4-BE49-F238E27FC236}">
                <a16:creationId xmlns:a16="http://schemas.microsoft.com/office/drawing/2014/main" id="{A8C839D4-5680-2582-AFA4-35C3A2B356B7}"/>
              </a:ext>
            </a:extLst>
          </p:cNvPr>
          <p:cNvSpPr>
            <a:spLocks noGrp="1"/>
          </p:cNvSpPr>
          <p:nvPr>
            <p:ph type="body" sz="quarter" idx="70" hasCustomPrompt="1"/>
          </p:nvPr>
        </p:nvSpPr>
        <p:spPr>
          <a:xfrm>
            <a:off x="3467100" y="2016000"/>
            <a:ext cx="2563631" cy="1348636"/>
          </a:xfrm>
        </p:spPr>
        <p:txBody>
          <a:bodyPr lIns="36000" tIns="36000" rIns="36000" bIns="36000">
            <a:noAutofit/>
          </a:bodyPr>
          <a:lstStyle>
            <a:lvl1pPr marL="9525" indent="0">
              <a:lnSpc>
                <a:spcPct val="100000"/>
              </a:lnSpc>
              <a:tabLst/>
              <a:defRPr b="0" i="0">
                <a:solidFill>
                  <a:srgbClr val="13322B"/>
                </a:solidFill>
                <a:latin typeface="Arial" panose="020B0604020202020204" pitchFamily="34" charset="0"/>
                <a:cs typeface="Arial" panose="020B0604020202020204" pitchFamily="34" charset="0"/>
              </a:defRPr>
            </a:lvl1pPr>
          </a:lstStyle>
          <a:p>
            <a:pPr lvl="0"/>
            <a:r>
              <a:rPr lang="en-GB"/>
              <a:t>Click to edit text</a:t>
            </a:r>
          </a:p>
        </p:txBody>
      </p:sp>
      <p:sp>
        <p:nvSpPr>
          <p:cNvPr id="3" name="Title 2">
            <a:extLst>
              <a:ext uri="{FF2B5EF4-FFF2-40B4-BE49-F238E27FC236}">
                <a16:creationId xmlns:a16="http://schemas.microsoft.com/office/drawing/2014/main" id="{810A08D1-68E1-2EEA-937C-1C7DAB9F221A}"/>
              </a:ext>
            </a:extLst>
          </p:cNvPr>
          <p:cNvSpPr>
            <a:spLocks noGrp="1"/>
          </p:cNvSpPr>
          <p:nvPr>
            <p:ph type="title"/>
          </p:nvPr>
        </p:nvSpPr>
        <p:spPr>
          <a:xfrm>
            <a:off x="828000" y="1008000"/>
            <a:ext cx="5196563" cy="1008000"/>
          </a:xfrm>
        </p:spPr>
        <p:txBody>
          <a:bodyPr/>
          <a:lstStyle/>
          <a:p>
            <a:r>
              <a:rPr lang="en-GB"/>
              <a:t>Click to edit Master title</a:t>
            </a:r>
            <a:endParaRPr lang="en-SK"/>
          </a:p>
        </p:txBody>
      </p:sp>
      <p:sp>
        <p:nvSpPr>
          <p:cNvPr id="11" name="Picture Placeholder 33">
            <a:extLst>
              <a:ext uri="{FF2B5EF4-FFF2-40B4-BE49-F238E27FC236}">
                <a16:creationId xmlns:a16="http://schemas.microsoft.com/office/drawing/2014/main" id="{758D84E4-CFE3-63D7-2FFF-31F55001E926}"/>
              </a:ext>
            </a:extLst>
          </p:cNvPr>
          <p:cNvSpPr>
            <a:spLocks noGrp="1"/>
          </p:cNvSpPr>
          <p:nvPr>
            <p:ph type="pic" sz="quarter" idx="83"/>
          </p:nvPr>
        </p:nvSpPr>
        <p:spPr>
          <a:xfrm>
            <a:off x="828000" y="5015574"/>
            <a:ext cx="5194800" cy="1224000"/>
          </a:xfrm>
          <a:prstGeom prst="roundRect">
            <a:avLst>
              <a:gd name="adj" fmla="val 7648"/>
            </a:avLst>
          </a:prstGeom>
          <a:solidFill>
            <a:srgbClr val="13322B"/>
          </a:solidFill>
        </p:spPr>
        <p:txBody>
          <a:bodyPr lIns="36000" tIns="36000" rIns="36000" bIns="36000" anchor="b" anchorCtr="1">
            <a:noAutofit/>
          </a:bodyPr>
          <a:lstStyle>
            <a:lvl1pPr>
              <a:lnSpc>
                <a:spcPct val="100000"/>
              </a:lnSpc>
              <a:defRPr sz="900" b="0" i="1">
                <a:solidFill>
                  <a:schemeClr val="bg1"/>
                </a:solidFill>
                <a:latin typeface="Arial" panose="020B0604020202020204" pitchFamily="34" charset="0"/>
                <a:cs typeface="Arial" panose="020B0604020202020204" pitchFamily="34" charset="0"/>
              </a:defRPr>
            </a:lvl1pPr>
          </a:lstStyle>
          <a:p>
            <a:r>
              <a:rPr lang="en-GB"/>
              <a:t>Click icon to add picture</a:t>
            </a:r>
            <a:endParaRPr lang="en-SK"/>
          </a:p>
        </p:txBody>
      </p:sp>
      <p:sp>
        <p:nvSpPr>
          <p:cNvPr id="18" name="Picture Placeholder 33">
            <a:extLst>
              <a:ext uri="{FF2B5EF4-FFF2-40B4-BE49-F238E27FC236}">
                <a16:creationId xmlns:a16="http://schemas.microsoft.com/office/drawing/2014/main" id="{E3C2F38A-6EC9-006D-AEB3-B3E6470D51FE}"/>
              </a:ext>
            </a:extLst>
          </p:cNvPr>
          <p:cNvSpPr>
            <a:spLocks noGrp="1"/>
          </p:cNvSpPr>
          <p:nvPr>
            <p:ph type="pic" sz="quarter" idx="84"/>
          </p:nvPr>
        </p:nvSpPr>
        <p:spPr>
          <a:xfrm>
            <a:off x="828000" y="3683574"/>
            <a:ext cx="5194800" cy="1224000"/>
          </a:xfrm>
          <a:prstGeom prst="roundRect">
            <a:avLst>
              <a:gd name="adj" fmla="val 7648"/>
            </a:avLst>
          </a:prstGeom>
          <a:solidFill>
            <a:srgbClr val="D9E1E2"/>
          </a:solidFill>
        </p:spPr>
        <p:txBody>
          <a:bodyPr lIns="36000" tIns="36000" rIns="36000" bIns="36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picture</a:t>
            </a:r>
            <a:endParaRPr lang="en-SK"/>
          </a:p>
        </p:txBody>
      </p:sp>
      <p:sp>
        <p:nvSpPr>
          <p:cNvPr id="22" name="Text Placeholder 16">
            <a:extLst>
              <a:ext uri="{FF2B5EF4-FFF2-40B4-BE49-F238E27FC236}">
                <a16:creationId xmlns:a16="http://schemas.microsoft.com/office/drawing/2014/main" id="{11C1F13B-9BC3-10E9-9769-C0DA36D26100}"/>
              </a:ext>
            </a:extLst>
          </p:cNvPr>
          <p:cNvSpPr>
            <a:spLocks noGrp="1"/>
          </p:cNvSpPr>
          <p:nvPr>
            <p:ph type="body" sz="quarter" idx="85" hasCustomPrompt="1"/>
          </p:nvPr>
        </p:nvSpPr>
        <p:spPr>
          <a:xfrm>
            <a:off x="2140975" y="4128624"/>
            <a:ext cx="3708000" cy="648000"/>
          </a:xfrm>
        </p:spPr>
        <p:txBody>
          <a:bodyPr lIns="36000" tIns="36000" rIns="36000" bIns="36000">
            <a:noAutofit/>
          </a:bodyPr>
          <a:lstStyle>
            <a:lvl1pPr marL="9525" indent="0">
              <a:lnSpc>
                <a:spcPct val="100000"/>
              </a:lnSpc>
              <a:tabLst/>
              <a:defRPr b="0" i="0">
                <a:solidFill>
                  <a:srgbClr val="13322B"/>
                </a:solidFill>
                <a:latin typeface="Arial" panose="020B0604020202020204" pitchFamily="34" charset="0"/>
                <a:cs typeface="Arial" panose="020B0604020202020204" pitchFamily="34" charset="0"/>
              </a:defRPr>
            </a:lvl1pPr>
          </a:lstStyle>
          <a:p>
            <a:pPr lvl="0"/>
            <a:r>
              <a:rPr lang="en-GB"/>
              <a:t>Click to edit text</a:t>
            </a:r>
          </a:p>
        </p:txBody>
      </p:sp>
      <p:sp>
        <p:nvSpPr>
          <p:cNvPr id="23" name="Text Placeholder 31">
            <a:extLst>
              <a:ext uri="{FF2B5EF4-FFF2-40B4-BE49-F238E27FC236}">
                <a16:creationId xmlns:a16="http://schemas.microsoft.com/office/drawing/2014/main" id="{D2D72909-3474-4D83-B8B7-22BF99227A8C}"/>
              </a:ext>
            </a:extLst>
          </p:cNvPr>
          <p:cNvSpPr>
            <a:spLocks noGrp="1"/>
          </p:cNvSpPr>
          <p:nvPr>
            <p:ph type="body" sz="quarter" idx="86" hasCustomPrompt="1"/>
          </p:nvPr>
        </p:nvSpPr>
        <p:spPr>
          <a:xfrm>
            <a:off x="2140975" y="3848143"/>
            <a:ext cx="3708000" cy="216000"/>
          </a:xfrm>
        </p:spPr>
        <p:txBody>
          <a:bodyPr lIns="36000" tIns="36000" rIns="36000" bIns="36000">
            <a:noAutofit/>
          </a:bodyPr>
          <a:lstStyle>
            <a:lvl1pPr>
              <a:lnSpc>
                <a:spcPct val="100000"/>
              </a:lnSpc>
              <a:defRPr b="1" i="0">
                <a:latin typeface="Arial" panose="020B0604020202020204" pitchFamily="34" charset="0"/>
                <a:cs typeface="Arial" panose="020B0604020202020204" pitchFamily="34" charset="0"/>
              </a:defRPr>
            </a:lvl1pPr>
          </a:lstStyle>
          <a:p>
            <a:pPr lvl="0"/>
            <a:r>
              <a:rPr lang="en-GB"/>
              <a:t>Click to edit text</a:t>
            </a:r>
          </a:p>
        </p:txBody>
      </p:sp>
      <p:sp>
        <p:nvSpPr>
          <p:cNvPr id="24" name="Text Placeholder 16">
            <a:extLst>
              <a:ext uri="{FF2B5EF4-FFF2-40B4-BE49-F238E27FC236}">
                <a16:creationId xmlns:a16="http://schemas.microsoft.com/office/drawing/2014/main" id="{D87DD411-22CC-AF3B-9046-001E5D471B09}"/>
              </a:ext>
            </a:extLst>
          </p:cNvPr>
          <p:cNvSpPr>
            <a:spLocks noGrp="1"/>
          </p:cNvSpPr>
          <p:nvPr>
            <p:ph type="body" sz="quarter" idx="77" hasCustomPrompt="1"/>
          </p:nvPr>
        </p:nvSpPr>
        <p:spPr>
          <a:xfrm>
            <a:off x="2140975" y="5449534"/>
            <a:ext cx="3711134" cy="662500"/>
          </a:xfrm>
        </p:spPr>
        <p:txBody>
          <a:bodyPr lIns="36000" tIns="36000" rIns="36000" bIns="36000">
            <a:noAutofit/>
          </a:bodyPr>
          <a:lstStyle>
            <a:lvl1pPr marL="9525" indent="0">
              <a:lnSpc>
                <a:spcPct val="100000"/>
              </a:lnSpc>
              <a:tabLst/>
              <a:defRPr b="0" i="0">
                <a:solidFill>
                  <a:schemeClr val="bg1"/>
                </a:solidFill>
                <a:latin typeface="Arial" panose="020B0604020202020204" pitchFamily="34" charset="0"/>
                <a:cs typeface="Arial" panose="020B0604020202020204" pitchFamily="34" charset="0"/>
              </a:defRPr>
            </a:lvl1pPr>
          </a:lstStyle>
          <a:p>
            <a:pPr lvl="0"/>
            <a:r>
              <a:rPr lang="en-GB"/>
              <a:t>Click to edit text</a:t>
            </a:r>
          </a:p>
        </p:txBody>
      </p:sp>
      <p:sp>
        <p:nvSpPr>
          <p:cNvPr id="25" name="Text Placeholder 31">
            <a:extLst>
              <a:ext uri="{FF2B5EF4-FFF2-40B4-BE49-F238E27FC236}">
                <a16:creationId xmlns:a16="http://schemas.microsoft.com/office/drawing/2014/main" id="{080CB3E0-0D08-9CC8-0A00-DF67D1B78067}"/>
              </a:ext>
            </a:extLst>
          </p:cNvPr>
          <p:cNvSpPr>
            <a:spLocks noGrp="1"/>
          </p:cNvSpPr>
          <p:nvPr>
            <p:ph type="body" sz="quarter" idx="78" hasCustomPrompt="1"/>
          </p:nvPr>
        </p:nvSpPr>
        <p:spPr>
          <a:xfrm>
            <a:off x="2140975" y="5169053"/>
            <a:ext cx="3708000" cy="216000"/>
          </a:xfrm>
        </p:spPr>
        <p:txBody>
          <a:bodyPr lIns="36000" tIns="36000" rIns="36000" bIns="36000">
            <a:noAutofit/>
          </a:bodyPr>
          <a:lstStyle>
            <a:lvl1pPr>
              <a:lnSpc>
                <a:spcPct val="100000"/>
              </a:lnSpc>
              <a:defRPr b="1" i="0">
                <a:solidFill>
                  <a:schemeClr val="bg1"/>
                </a:solidFill>
                <a:latin typeface="Arial" panose="020B0604020202020204" pitchFamily="34" charset="0"/>
                <a:cs typeface="Arial" panose="020B0604020202020204" pitchFamily="34" charset="0"/>
              </a:defRPr>
            </a:lvl1pPr>
          </a:lstStyle>
          <a:p>
            <a:pPr lvl="0"/>
            <a:r>
              <a:rPr lang="en-GB"/>
              <a:t>Click to edit text</a:t>
            </a:r>
          </a:p>
        </p:txBody>
      </p:sp>
      <p:sp>
        <p:nvSpPr>
          <p:cNvPr id="26" name="Text Placeholder 16">
            <a:extLst>
              <a:ext uri="{FF2B5EF4-FFF2-40B4-BE49-F238E27FC236}">
                <a16:creationId xmlns:a16="http://schemas.microsoft.com/office/drawing/2014/main" id="{57DB2F71-E00B-42FF-EDF4-020C29405ECD}"/>
              </a:ext>
            </a:extLst>
          </p:cNvPr>
          <p:cNvSpPr>
            <a:spLocks noGrp="1"/>
          </p:cNvSpPr>
          <p:nvPr>
            <p:ph type="body" sz="quarter" idx="80" hasCustomPrompt="1"/>
          </p:nvPr>
        </p:nvSpPr>
        <p:spPr>
          <a:xfrm>
            <a:off x="828000" y="3843332"/>
            <a:ext cx="1199238" cy="935037"/>
          </a:xfrm>
        </p:spPr>
        <p:txBody>
          <a:bodyPr lIns="36000" tIns="36000" rIns="36000" bIns="36000" anchor="ctr" anchorCtr="0">
            <a:noAutofit/>
          </a:bodyPr>
          <a:lstStyle>
            <a:lvl1pPr marL="9525" indent="0" algn="ctr">
              <a:lnSpc>
                <a:spcPct val="100000"/>
              </a:lnSpc>
              <a:tabLst/>
              <a:defRPr sz="2800" b="0" i="0">
                <a:solidFill>
                  <a:srgbClr val="13322B"/>
                </a:solidFill>
                <a:latin typeface="Arial" panose="020B0604020202020204" pitchFamily="34" charset="0"/>
                <a:cs typeface="Arial" panose="020B0604020202020204" pitchFamily="34" charset="0"/>
              </a:defRPr>
            </a:lvl1pPr>
          </a:lstStyle>
          <a:p>
            <a:pPr lvl="0"/>
            <a:r>
              <a:rPr lang="en-GB"/>
              <a:t>00</a:t>
            </a:r>
          </a:p>
        </p:txBody>
      </p:sp>
      <p:sp>
        <p:nvSpPr>
          <p:cNvPr id="28" name="Text Placeholder 16">
            <a:extLst>
              <a:ext uri="{FF2B5EF4-FFF2-40B4-BE49-F238E27FC236}">
                <a16:creationId xmlns:a16="http://schemas.microsoft.com/office/drawing/2014/main" id="{A6E66BCE-F562-E0AA-6470-DCB22494A837}"/>
              </a:ext>
            </a:extLst>
          </p:cNvPr>
          <p:cNvSpPr>
            <a:spLocks noGrp="1"/>
          </p:cNvSpPr>
          <p:nvPr>
            <p:ph type="body" sz="quarter" idx="81" hasCustomPrompt="1"/>
          </p:nvPr>
        </p:nvSpPr>
        <p:spPr>
          <a:xfrm>
            <a:off x="828000" y="5165489"/>
            <a:ext cx="1199238" cy="935037"/>
          </a:xfrm>
        </p:spPr>
        <p:txBody>
          <a:bodyPr lIns="36000" tIns="36000" rIns="36000" bIns="36000" anchor="ctr" anchorCtr="0">
            <a:noAutofit/>
          </a:bodyPr>
          <a:lstStyle>
            <a:lvl1pPr marL="9525" indent="0" algn="ctr">
              <a:lnSpc>
                <a:spcPct val="100000"/>
              </a:lnSpc>
              <a:tabLst/>
              <a:defRPr sz="2800" b="0" i="0">
                <a:solidFill>
                  <a:srgbClr val="F6F8F9"/>
                </a:solidFill>
                <a:latin typeface="Arial" panose="020B0604020202020204" pitchFamily="34" charset="0"/>
                <a:cs typeface="Arial" panose="020B0604020202020204" pitchFamily="34" charset="0"/>
              </a:defRPr>
            </a:lvl1pPr>
          </a:lstStyle>
          <a:p>
            <a:pPr lvl="0"/>
            <a:r>
              <a:rPr lang="en-GB"/>
              <a:t>00</a:t>
            </a:r>
          </a:p>
        </p:txBody>
      </p:sp>
      <p:sp>
        <p:nvSpPr>
          <p:cNvPr id="29" name="Picture Placeholder 33">
            <a:extLst>
              <a:ext uri="{FF2B5EF4-FFF2-40B4-BE49-F238E27FC236}">
                <a16:creationId xmlns:a16="http://schemas.microsoft.com/office/drawing/2014/main" id="{F7A23F55-A28C-88CE-AFF1-5F458667584E}"/>
              </a:ext>
            </a:extLst>
          </p:cNvPr>
          <p:cNvSpPr>
            <a:spLocks noGrp="1"/>
          </p:cNvSpPr>
          <p:nvPr>
            <p:ph type="pic" sz="quarter" idx="87"/>
          </p:nvPr>
        </p:nvSpPr>
        <p:spPr>
          <a:xfrm>
            <a:off x="6136537" y="5015574"/>
            <a:ext cx="5194800" cy="1224000"/>
          </a:xfrm>
          <a:prstGeom prst="roundRect">
            <a:avLst>
              <a:gd name="adj" fmla="val 7648"/>
            </a:avLst>
          </a:prstGeom>
          <a:solidFill>
            <a:srgbClr val="ACB5BD"/>
          </a:solidFill>
        </p:spPr>
        <p:txBody>
          <a:bodyPr lIns="36000" tIns="36000" rIns="36000" bIns="36000" anchor="b" anchorCtr="1">
            <a:noAutofit/>
          </a:bodyPr>
          <a:lstStyle>
            <a:lvl1pPr>
              <a:lnSpc>
                <a:spcPct val="100000"/>
              </a:lnSpc>
              <a:defRPr sz="900" b="0" i="1">
                <a:solidFill>
                  <a:schemeClr val="bg1"/>
                </a:solidFill>
                <a:latin typeface="Arial" panose="020B0604020202020204" pitchFamily="34" charset="0"/>
                <a:cs typeface="Arial" panose="020B0604020202020204" pitchFamily="34" charset="0"/>
              </a:defRPr>
            </a:lvl1pPr>
          </a:lstStyle>
          <a:p>
            <a:r>
              <a:rPr lang="en-GB"/>
              <a:t>Click icon to add picture</a:t>
            </a:r>
            <a:endParaRPr lang="en-SK"/>
          </a:p>
        </p:txBody>
      </p:sp>
      <p:sp>
        <p:nvSpPr>
          <p:cNvPr id="30" name="Picture Placeholder 33">
            <a:extLst>
              <a:ext uri="{FF2B5EF4-FFF2-40B4-BE49-F238E27FC236}">
                <a16:creationId xmlns:a16="http://schemas.microsoft.com/office/drawing/2014/main" id="{846D9EC3-3463-8531-8710-704892FF61EC}"/>
              </a:ext>
            </a:extLst>
          </p:cNvPr>
          <p:cNvSpPr>
            <a:spLocks noGrp="1"/>
          </p:cNvSpPr>
          <p:nvPr>
            <p:ph type="pic" sz="quarter" idx="88"/>
          </p:nvPr>
        </p:nvSpPr>
        <p:spPr>
          <a:xfrm>
            <a:off x="6136537" y="3683574"/>
            <a:ext cx="5194800" cy="1224000"/>
          </a:xfrm>
          <a:prstGeom prst="roundRect">
            <a:avLst>
              <a:gd name="adj" fmla="val 7648"/>
            </a:avLst>
          </a:prstGeom>
          <a:solidFill>
            <a:srgbClr val="33FF99"/>
          </a:solidFill>
        </p:spPr>
        <p:txBody>
          <a:bodyPr lIns="36000" tIns="36000" rIns="36000" bIns="36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picture</a:t>
            </a:r>
            <a:endParaRPr lang="en-SK"/>
          </a:p>
        </p:txBody>
      </p:sp>
      <p:sp>
        <p:nvSpPr>
          <p:cNvPr id="34" name="Text Placeholder 16">
            <a:extLst>
              <a:ext uri="{FF2B5EF4-FFF2-40B4-BE49-F238E27FC236}">
                <a16:creationId xmlns:a16="http://schemas.microsoft.com/office/drawing/2014/main" id="{67A28C5B-9819-4396-F603-0E54EBB16115}"/>
              </a:ext>
            </a:extLst>
          </p:cNvPr>
          <p:cNvSpPr>
            <a:spLocks noGrp="1"/>
          </p:cNvSpPr>
          <p:nvPr>
            <p:ph type="body" sz="quarter" idx="75" hasCustomPrompt="1"/>
          </p:nvPr>
        </p:nvSpPr>
        <p:spPr>
          <a:xfrm>
            <a:off x="7449512" y="4128624"/>
            <a:ext cx="3708000" cy="648000"/>
          </a:xfrm>
        </p:spPr>
        <p:txBody>
          <a:bodyPr lIns="36000" tIns="36000" rIns="36000" bIns="36000">
            <a:noAutofit/>
          </a:bodyPr>
          <a:lstStyle>
            <a:lvl1pPr marL="9525" indent="0">
              <a:lnSpc>
                <a:spcPct val="100000"/>
              </a:lnSpc>
              <a:tabLst/>
              <a:defRPr b="0" i="0">
                <a:solidFill>
                  <a:srgbClr val="13322B"/>
                </a:solidFill>
                <a:latin typeface="Arial" panose="020B0604020202020204" pitchFamily="34" charset="0"/>
                <a:cs typeface="Arial" panose="020B0604020202020204" pitchFamily="34" charset="0"/>
              </a:defRPr>
            </a:lvl1pPr>
          </a:lstStyle>
          <a:p>
            <a:pPr lvl="0"/>
            <a:r>
              <a:rPr lang="en-GB"/>
              <a:t>Click to edit text</a:t>
            </a:r>
          </a:p>
        </p:txBody>
      </p:sp>
      <p:sp>
        <p:nvSpPr>
          <p:cNvPr id="35" name="Text Placeholder 31">
            <a:extLst>
              <a:ext uri="{FF2B5EF4-FFF2-40B4-BE49-F238E27FC236}">
                <a16:creationId xmlns:a16="http://schemas.microsoft.com/office/drawing/2014/main" id="{E4BA9D4C-F9E3-8442-F451-75439E041DB6}"/>
              </a:ext>
            </a:extLst>
          </p:cNvPr>
          <p:cNvSpPr>
            <a:spLocks noGrp="1"/>
          </p:cNvSpPr>
          <p:nvPr>
            <p:ph type="body" sz="quarter" idx="76" hasCustomPrompt="1"/>
          </p:nvPr>
        </p:nvSpPr>
        <p:spPr>
          <a:xfrm>
            <a:off x="7449512" y="3848143"/>
            <a:ext cx="3708000" cy="216000"/>
          </a:xfrm>
        </p:spPr>
        <p:txBody>
          <a:bodyPr lIns="36000" tIns="36000" rIns="36000" bIns="36000">
            <a:noAutofit/>
          </a:bodyPr>
          <a:lstStyle>
            <a:lvl1pPr>
              <a:lnSpc>
                <a:spcPct val="100000"/>
              </a:lnSpc>
              <a:defRPr b="1" i="0">
                <a:latin typeface="Arial" panose="020B0604020202020204" pitchFamily="34" charset="0"/>
                <a:cs typeface="Arial" panose="020B0604020202020204" pitchFamily="34" charset="0"/>
              </a:defRPr>
            </a:lvl1pPr>
          </a:lstStyle>
          <a:p>
            <a:pPr lvl="0"/>
            <a:r>
              <a:rPr lang="en-GB"/>
              <a:t>Click to edit text</a:t>
            </a:r>
          </a:p>
        </p:txBody>
      </p:sp>
      <p:sp>
        <p:nvSpPr>
          <p:cNvPr id="36" name="Text Placeholder 16">
            <a:extLst>
              <a:ext uri="{FF2B5EF4-FFF2-40B4-BE49-F238E27FC236}">
                <a16:creationId xmlns:a16="http://schemas.microsoft.com/office/drawing/2014/main" id="{F267EC42-C80B-D3DD-F0AE-B68044570012}"/>
              </a:ext>
            </a:extLst>
          </p:cNvPr>
          <p:cNvSpPr>
            <a:spLocks noGrp="1"/>
          </p:cNvSpPr>
          <p:nvPr>
            <p:ph type="body" sz="quarter" idx="89" hasCustomPrompt="1"/>
          </p:nvPr>
        </p:nvSpPr>
        <p:spPr>
          <a:xfrm>
            <a:off x="7449512" y="5449534"/>
            <a:ext cx="3711134" cy="662500"/>
          </a:xfrm>
        </p:spPr>
        <p:txBody>
          <a:bodyPr lIns="36000" tIns="36000" rIns="36000" bIns="36000">
            <a:noAutofit/>
          </a:bodyPr>
          <a:lstStyle>
            <a:lvl1pPr marL="9525" indent="0">
              <a:lnSpc>
                <a:spcPct val="100000"/>
              </a:lnSpc>
              <a:tabLst/>
              <a:defRPr b="0" i="0">
                <a:solidFill>
                  <a:schemeClr val="bg1"/>
                </a:solidFill>
                <a:latin typeface="Arial" panose="020B0604020202020204" pitchFamily="34" charset="0"/>
                <a:cs typeface="Arial" panose="020B0604020202020204" pitchFamily="34" charset="0"/>
              </a:defRPr>
            </a:lvl1pPr>
          </a:lstStyle>
          <a:p>
            <a:pPr lvl="0"/>
            <a:r>
              <a:rPr lang="en-GB"/>
              <a:t>Click to edit text</a:t>
            </a:r>
          </a:p>
        </p:txBody>
      </p:sp>
      <p:sp>
        <p:nvSpPr>
          <p:cNvPr id="37" name="Text Placeholder 31">
            <a:extLst>
              <a:ext uri="{FF2B5EF4-FFF2-40B4-BE49-F238E27FC236}">
                <a16:creationId xmlns:a16="http://schemas.microsoft.com/office/drawing/2014/main" id="{145E53D0-0786-AE28-8CAE-149FA55907ED}"/>
              </a:ext>
            </a:extLst>
          </p:cNvPr>
          <p:cNvSpPr>
            <a:spLocks noGrp="1"/>
          </p:cNvSpPr>
          <p:nvPr>
            <p:ph type="body" sz="quarter" idx="90" hasCustomPrompt="1"/>
          </p:nvPr>
        </p:nvSpPr>
        <p:spPr>
          <a:xfrm>
            <a:off x="7449512" y="5169053"/>
            <a:ext cx="3708000" cy="216000"/>
          </a:xfrm>
        </p:spPr>
        <p:txBody>
          <a:bodyPr lIns="36000" tIns="36000" rIns="36000" bIns="36000">
            <a:noAutofit/>
          </a:bodyPr>
          <a:lstStyle>
            <a:lvl1pPr>
              <a:lnSpc>
                <a:spcPct val="100000"/>
              </a:lnSpc>
              <a:defRPr b="1" i="0">
                <a:solidFill>
                  <a:schemeClr val="bg1"/>
                </a:solidFill>
                <a:latin typeface="Arial" panose="020B0604020202020204" pitchFamily="34" charset="0"/>
                <a:cs typeface="Arial" panose="020B0604020202020204" pitchFamily="34" charset="0"/>
              </a:defRPr>
            </a:lvl1pPr>
          </a:lstStyle>
          <a:p>
            <a:pPr lvl="0"/>
            <a:r>
              <a:rPr lang="en-GB"/>
              <a:t>Click to edit text</a:t>
            </a:r>
          </a:p>
        </p:txBody>
      </p:sp>
      <p:sp>
        <p:nvSpPr>
          <p:cNvPr id="38" name="Text Placeholder 16">
            <a:extLst>
              <a:ext uri="{FF2B5EF4-FFF2-40B4-BE49-F238E27FC236}">
                <a16:creationId xmlns:a16="http://schemas.microsoft.com/office/drawing/2014/main" id="{BF25187A-DAEC-407E-6546-61CAB2FFC7C7}"/>
              </a:ext>
            </a:extLst>
          </p:cNvPr>
          <p:cNvSpPr>
            <a:spLocks noGrp="1"/>
          </p:cNvSpPr>
          <p:nvPr>
            <p:ph type="body" sz="quarter" idx="91" hasCustomPrompt="1"/>
          </p:nvPr>
        </p:nvSpPr>
        <p:spPr>
          <a:xfrm>
            <a:off x="6136537" y="3843332"/>
            <a:ext cx="1199238" cy="935037"/>
          </a:xfrm>
        </p:spPr>
        <p:txBody>
          <a:bodyPr lIns="36000" tIns="36000" rIns="36000" bIns="36000" anchor="ctr" anchorCtr="0">
            <a:noAutofit/>
          </a:bodyPr>
          <a:lstStyle>
            <a:lvl1pPr marL="9525" indent="0" algn="ctr">
              <a:lnSpc>
                <a:spcPct val="100000"/>
              </a:lnSpc>
              <a:tabLst/>
              <a:defRPr sz="2800" b="0" i="0">
                <a:solidFill>
                  <a:srgbClr val="13322B"/>
                </a:solidFill>
                <a:latin typeface="Arial" panose="020B0604020202020204" pitchFamily="34" charset="0"/>
                <a:cs typeface="Arial" panose="020B0604020202020204" pitchFamily="34" charset="0"/>
              </a:defRPr>
            </a:lvl1pPr>
          </a:lstStyle>
          <a:p>
            <a:pPr lvl="0"/>
            <a:r>
              <a:rPr lang="en-GB"/>
              <a:t>00</a:t>
            </a:r>
          </a:p>
        </p:txBody>
      </p:sp>
      <p:sp>
        <p:nvSpPr>
          <p:cNvPr id="39" name="Text Placeholder 16">
            <a:extLst>
              <a:ext uri="{FF2B5EF4-FFF2-40B4-BE49-F238E27FC236}">
                <a16:creationId xmlns:a16="http://schemas.microsoft.com/office/drawing/2014/main" id="{57895B85-4535-A51D-0B96-92CE18A2F464}"/>
              </a:ext>
            </a:extLst>
          </p:cNvPr>
          <p:cNvSpPr>
            <a:spLocks noGrp="1"/>
          </p:cNvSpPr>
          <p:nvPr>
            <p:ph type="body" sz="quarter" idx="92" hasCustomPrompt="1"/>
          </p:nvPr>
        </p:nvSpPr>
        <p:spPr>
          <a:xfrm>
            <a:off x="6136537" y="5165489"/>
            <a:ext cx="1199238" cy="935037"/>
          </a:xfrm>
        </p:spPr>
        <p:txBody>
          <a:bodyPr lIns="36000" tIns="36000" rIns="36000" bIns="36000" anchor="ctr" anchorCtr="0">
            <a:noAutofit/>
          </a:bodyPr>
          <a:lstStyle>
            <a:lvl1pPr marL="9525" indent="0" algn="ctr">
              <a:lnSpc>
                <a:spcPct val="100000"/>
              </a:lnSpc>
              <a:tabLst/>
              <a:defRPr sz="2800" b="0" i="0">
                <a:solidFill>
                  <a:srgbClr val="F6F8F9"/>
                </a:solidFill>
                <a:latin typeface="Arial" panose="020B0604020202020204" pitchFamily="34" charset="0"/>
                <a:cs typeface="Arial" panose="020B0604020202020204" pitchFamily="34" charset="0"/>
              </a:defRPr>
            </a:lvl1pPr>
          </a:lstStyle>
          <a:p>
            <a:pPr lvl="0"/>
            <a:r>
              <a:rPr lang="en-GB"/>
              <a:t>00</a:t>
            </a:r>
          </a:p>
        </p:txBody>
      </p:sp>
      <p:sp>
        <p:nvSpPr>
          <p:cNvPr id="4" name="Text Placeholder 64">
            <a:extLst>
              <a:ext uri="{FF2B5EF4-FFF2-40B4-BE49-F238E27FC236}">
                <a16:creationId xmlns:a16="http://schemas.microsoft.com/office/drawing/2014/main" id="{78E78763-511C-3271-3333-3FA367B54561}"/>
              </a:ext>
            </a:extLst>
          </p:cNvPr>
          <p:cNvSpPr>
            <a:spLocks noGrp="1"/>
          </p:cNvSpPr>
          <p:nvPr>
            <p:ph type="body" sz="quarter" idx="115" hasCustomPrompt="1"/>
          </p:nvPr>
        </p:nvSpPr>
        <p:spPr>
          <a:xfrm>
            <a:off x="828000" y="288000"/>
            <a:ext cx="7843612" cy="360000"/>
          </a:xfrm>
        </p:spPr>
        <p:txBody>
          <a:bodyPr anchor="ctr" anchorCtr="0"/>
          <a:lstStyle>
            <a:lvl1pPr>
              <a:defRPr b="1" i="1" baseline="0">
                <a:latin typeface="+mn-lt"/>
              </a:defRPr>
            </a:lvl1pPr>
          </a:lstStyle>
          <a:p>
            <a:pPr marL="0" marR="0" lvl="0" indent="0" algn="l" defTabSz="914318"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presentation title</a:t>
            </a:r>
            <a:endParaRPr lang="en-SK"/>
          </a:p>
        </p:txBody>
      </p:sp>
    </p:spTree>
    <p:extLst>
      <p:ext uri="{BB962C8B-B14F-4D97-AF65-F5344CB8AC3E}">
        <p14:creationId xmlns:p14="http://schemas.microsoft.com/office/powerpoint/2010/main" val="3866470373"/>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Elements_N">
    <p:bg>
      <p:bgPr>
        <a:solidFill>
          <a:srgbClr val="F9FAFC"/>
        </a:solidFill>
        <a:effectLst/>
      </p:bgPr>
    </p:bg>
    <p:spTree>
      <p:nvGrpSpPr>
        <p:cNvPr id="1" name=""/>
        <p:cNvGrpSpPr/>
        <p:nvPr/>
      </p:nvGrpSpPr>
      <p:grpSpPr>
        <a:xfrm>
          <a:off x="0" y="0"/>
          <a:ext cx="0" cy="0"/>
          <a:chOff x="0" y="0"/>
          <a:chExt cx="0" cy="0"/>
        </a:xfrm>
      </p:grpSpPr>
      <p:sp>
        <p:nvSpPr>
          <p:cNvPr id="6" name="Picture Placeholder 33">
            <a:extLst>
              <a:ext uri="{FF2B5EF4-FFF2-40B4-BE49-F238E27FC236}">
                <a16:creationId xmlns:a16="http://schemas.microsoft.com/office/drawing/2014/main" id="{BE5C26DA-82F8-3F8B-6AD3-B59F8C171623}"/>
              </a:ext>
            </a:extLst>
          </p:cNvPr>
          <p:cNvSpPr>
            <a:spLocks noGrp="1"/>
          </p:cNvSpPr>
          <p:nvPr>
            <p:ph type="pic" sz="quarter" idx="83"/>
          </p:nvPr>
        </p:nvSpPr>
        <p:spPr>
          <a:xfrm>
            <a:off x="828000" y="5015574"/>
            <a:ext cx="5194800" cy="1224000"/>
          </a:xfrm>
          <a:prstGeom prst="roundRect">
            <a:avLst>
              <a:gd name="adj" fmla="val 7648"/>
            </a:avLst>
          </a:prstGeom>
          <a:solidFill>
            <a:srgbClr val="13322B"/>
          </a:solidFill>
        </p:spPr>
        <p:txBody>
          <a:bodyPr lIns="36000" tIns="36000" rIns="36000" bIns="36000" anchor="b" anchorCtr="1">
            <a:noAutofit/>
          </a:bodyPr>
          <a:lstStyle>
            <a:lvl1pPr>
              <a:lnSpc>
                <a:spcPct val="100000"/>
              </a:lnSpc>
              <a:defRPr sz="900" b="0" i="1">
                <a:solidFill>
                  <a:schemeClr val="bg1"/>
                </a:solidFill>
                <a:latin typeface="Arial" panose="020B0604020202020204" pitchFamily="34" charset="0"/>
                <a:cs typeface="Arial" panose="020B0604020202020204" pitchFamily="34" charset="0"/>
              </a:defRPr>
            </a:lvl1pPr>
          </a:lstStyle>
          <a:p>
            <a:r>
              <a:rPr lang="en-GB"/>
              <a:t>Click icon to add picture</a:t>
            </a:r>
            <a:endParaRPr lang="en-SK"/>
          </a:p>
        </p:txBody>
      </p:sp>
      <p:sp>
        <p:nvSpPr>
          <p:cNvPr id="10" name="Picture Placeholder 33">
            <a:extLst>
              <a:ext uri="{FF2B5EF4-FFF2-40B4-BE49-F238E27FC236}">
                <a16:creationId xmlns:a16="http://schemas.microsoft.com/office/drawing/2014/main" id="{4BEC99DB-C21C-B77D-0528-9A0FBC1B8DC8}"/>
              </a:ext>
            </a:extLst>
          </p:cNvPr>
          <p:cNvSpPr>
            <a:spLocks noGrp="1"/>
          </p:cNvSpPr>
          <p:nvPr>
            <p:ph type="pic" sz="quarter" idx="84"/>
          </p:nvPr>
        </p:nvSpPr>
        <p:spPr>
          <a:xfrm>
            <a:off x="828000" y="3683574"/>
            <a:ext cx="5194800" cy="1224000"/>
          </a:xfrm>
          <a:prstGeom prst="roundRect">
            <a:avLst>
              <a:gd name="adj" fmla="val 7648"/>
            </a:avLst>
          </a:prstGeom>
          <a:solidFill>
            <a:srgbClr val="D0C5FB"/>
          </a:solidFill>
        </p:spPr>
        <p:txBody>
          <a:bodyPr lIns="36000" tIns="36000" rIns="36000" bIns="36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picture</a:t>
            </a:r>
            <a:endParaRPr lang="en-SK"/>
          </a:p>
        </p:txBody>
      </p:sp>
      <p:sp>
        <p:nvSpPr>
          <p:cNvPr id="11" name="Picture Placeholder 33">
            <a:extLst>
              <a:ext uri="{FF2B5EF4-FFF2-40B4-BE49-F238E27FC236}">
                <a16:creationId xmlns:a16="http://schemas.microsoft.com/office/drawing/2014/main" id="{204B67DB-CC9B-75D5-0465-E413145A89BB}"/>
              </a:ext>
            </a:extLst>
          </p:cNvPr>
          <p:cNvSpPr>
            <a:spLocks noGrp="1"/>
          </p:cNvSpPr>
          <p:nvPr>
            <p:ph type="pic" sz="quarter" idx="85"/>
          </p:nvPr>
        </p:nvSpPr>
        <p:spPr>
          <a:xfrm>
            <a:off x="828000" y="2340000"/>
            <a:ext cx="5194800" cy="1224000"/>
          </a:xfrm>
          <a:prstGeom prst="roundRect">
            <a:avLst>
              <a:gd name="adj" fmla="val 7648"/>
            </a:avLst>
          </a:prstGeom>
          <a:solidFill>
            <a:srgbClr val="33FF99"/>
          </a:solidFill>
        </p:spPr>
        <p:txBody>
          <a:bodyPr lIns="36000" tIns="36000" rIns="36000" bIns="36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picture</a:t>
            </a:r>
            <a:endParaRPr lang="en-SK"/>
          </a:p>
        </p:txBody>
      </p:sp>
      <p:sp>
        <p:nvSpPr>
          <p:cNvPr id="12" name="Picture Placeholder 33">
            <a:extLst>
              <a:ext uri="{FF2B5EF4-FFF2-40B4-BE49-F238E27FC236}">
                <a16:creationId xmlns:a16="http://schemas.microsoft.com/office/drawing/2014/main" id="{5453333F-A25E-BD0D-754F-ADF60DFA23EA}"/>
              </a:ext>
            </a:extLst>
          </p:cNvPr>
          <p:cNvSpPr>
            <a:spLocks noGrp="1"/>
          </p:cNvSpPr>
          <p:nvPr>
            <p:ph type="pic" sz="quarter" idx="86"/>
          </p:nvPr>
        </p:nvSpPr>
        <p:spPr>
          <a:xfrm>
            <a:off x="827999" y="1020379"/>
            <a:ext cx="5194800" cy="1224000"/>
          </a:xfrm>
          <a:prstGeom prst="roundRect">
            <a:avLst>
              <a:gd name="adj" fmla="val 7648"/>
            </a:avLst>
          </a:prstGeom>
          <a:solidFill>
            <a:srgbClr val="D0DEBB"/>
          </a:solidFill>
        </p:spPr>
        <p:txBody>
          <a:bodyPr lIns="36000" tIns="36000" rIns="36000" bIns="36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picture</a:t>
            </a:r>
            <a:endParaRPr lang="en-SK"/>
          </a:p>
        </p:txBody>
      </p:sp>
      <p:sp>
        <p:nvSpPr>
          <p:cNvPr id="36" name="Text Placeholder 7">
            <a:extLst>
              <a:ext uri="{FF2B5EF4-FFF2-40B4-BE49-F238E27FC236}">
                <a16:creationId xmlns:a16="http://schemas.microsoft.com/office/drawing/2014/main" id="{88018FAD-AF81-D6EA-6F69-14B5DE8EE195}"/>
              </a:ext>
            </a:extLst>
          </p:cNvPr>
          <p:cNvSpPr>
            <a:spLocks noGrp="1"/>
          </p:cNvSpPr>
          <p:nvPr>
            <p:ph type="body" sz="quarter" idx="47" hasCustomPrompt="1"/>
          </p:nvPr>
        </p:nvSpPr>
        <p:spPr>
          <a:xfrm>
            <a:off x="7469361" y="2772000"/>
            <a:ext cx="3887790" cy="3468496"/>
          </a:xfrm>
        </p:spPr>
        <p:txBody>
          <a:bodyPr lIns="36000" tIns="36000" rIns="36000" bIns="36000">
            <a:noAutofit/>
          </a:bodyPr>
          <a:lstStyle>
            <a:lvl1pPr>
              <a:lnSpc>
                <a:spcPct val="100000"/>
              </a:lnSpc>
              <a:defRPr b="0" i="0">
                <a:latin typeface="Arial" panose="020B0604020202020204" pitchFamily="34" charset="0"/>
                <a:cs typeface="Arial" panose="020B0604020202020204" pitchFamily="34" charset="0"/>
              </a:defRPr>
            </a:lvl1pPr>
            <a:lvl3pPr>
              <a:lnSpc>
                <a:spcPts val="1700"/>
              </a:lnSpc>
              <a:defRPr b="0" i="0">
                <a:solidFill>
                  <a:schemeClr val="tx1"/>
                </a:solidFill>
                <a:latin typeface="Visuelt Pro" panose="020B0503040202040104" pitchFamily="34" charset="0"/>
              </a:defRPr>
            </a:lvl3pPr>
          </a:lstStyle>
          <a:p>
            <a:pPr lvl="0"/>
            <a:r>
              <a:rPr lang="en-GB"/>
              <a:t>Click to edit text</a:t>
            </a:r>
          </a:p>
        </p:txBody>
      </p:sp>
      <p:sp>
        <p:nvSpPr>
          <p:cNvPr id="21" name="Text Placeholder 75">
            <a:extLst>
              <a:ext uri="{FF2B5EF4-FFF2-40B4-BE49-F238E27FC236}">
                <a16:creationId xmlns:a16="http://schemas.microsoft.com/office/drawing/2014/main" id="{5D6DD63C-71A8-899D-E047-F7460EF3DE85}"/>
              </a:ext>
            </a:extLst>
          </p:cNvPr>
          <p:cNvSpPr>
            <a:spLocks noGrp="1"/>
          </p:cNvSpPr>
          <p:nvPr>
            <p:ph type="body" sz="quarter" idx="34" hasCustomPrompt="1"/>
          </p:nvPr>
        </p:nvSpPr>
        <p:spPr>
          <a:xfrm>
            <a:off x="7469361" y="1980000"/>
            <a:ext cx="3887789" cy="612000"/>
          </a:xfrm>
        </p:spPr>
        <p:txBody>
          <a:bodyPr lIns="36000" tIns="36000" rIns="36000" bIns="36000">
            <a:noAutofit/>
          </a:bodyPr>
          <a:lstStyle>
            <a:lvl1pPr>
              <a:lnSpc>
                <a:spcPct val="100000"/>
              </a:lnSpc>
              <a:defRPr sz="1500" b="0" i="0">
                <a:solidFill>
                  <a:srgbClr val="00C08B"/>
                </a:solidFill>
                <a:latin typeface="Arial" panose="020B0604020202020204" pitchFamily="34" charset="0"/>
                <a:cs typeface="Arial" panose="020B0604020202020204" pitchFamily="34" charset="0"/>
              </a:defRPr>
            </a:lvl1pPr>
          </a:lstStyle>
          <a:p>
            <a:pPr marL="9525" marR="0" lvl="0" indent="0" algn="l" defTabSz="914318"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t>Subtitle – Click to edit text</a:t>
            </a:r>
          </a:p>
        </p:txBody>
      </p:sp>
      <p:sp>
        <p:nvSpPr>
          <p:cNvPr id="22" name="Text Placeholder 16">
            <a:extLst>
              <a:ext uri="{FF2B5EF4-FFF2-40B4-BE49-F238E27FC236}">
                <a16:creationId xmlns:a16="http://schemas.microsoft.com/office/drawing/2014/main" id="{F02031F9-3E53-F148-C071-5E3A9ACDA605}"/>
              </a:ext>
            </a:extLst>
          </p:cNvPr>
          <p:cNvSpPr>
            <a:spLocks noGrp="1"/>
          </p:cNvSpPr>
          <p:nvPr>
            <p:ph type="body" sz="quarter" idx="71" hasCustomPrompt="1"/>
          </p:nvPr>
        </p:nvSpPr>
        <p:spPr>
          <a:xfrm>
            <a:off x="2140975" y="1457630"/>
            <a:ext cx="3708000" cy="648000"/>
          </a:xfrm>
        </p:spPr>
        <p:txBody>
          <a:bodyPr lIns="36000" tIns="36000" rIns="36000" bIns="36000">
            <a:noAutofit/>
          </a:bodyPr>
          <a:lstStyle>
            <a:lvl1pPr marL="9525" indent="0">
              <a:lnSpc>
                <a:spcPct val="100000"/>
              </a:lnSpc>
              <a:tabLst/>
              <a:defRPr b="0" i="0">
                <a:solidFill>
                  <a:srgbClr val="13322B"/>
                </a:solidFill>
                <a:latin typeface="Arial" panose="020B0604020202020204" pitchFamily="34" charset="0"/>
                <a:cs typeface="Arial" panose="020B0604020202020204" pitchFamily="34" charset="0"/>
              </a:defRPr>
            </a:lvl1pPr>
          </a:lstStyle>
          <a:p>
            <a:pPr lvl="0"/>
            <a:r>
              <a:rPr lang="en-GB"/>
              <a:t>Click to edit text</a:t>
            </a:r>
          </a:p>
        </p:txBody>
      </p:sp>
      <p:sp>
        <p:nvSpPr>
          <p:cNvPr id="23" name="Text Placeholder 31">
            <a:extLst>
              <a:ext uri="{FF2B5EF4-FFF2-40B4-BE49-F238E27FC236}">
                <a16:creationId xmlns:a16="http://schemas.microsoft.com/office/drawing/2014/main" id="{01FBFBDC-9405-1593-8786-E12637F36C8E}"/>
              </a:ext>
            </a:extLst>
          </p:cNvPr>
          <p:cNvSpPr>
            <a:spLocks noGrp="1"/>
          </p:cNvSpPr>
          <p:nvPr>
            <p:ph type="body" sz="quarter" idx="72" hasCustomPrompt="1"/>
          </p:nvPr>
        </p:nvSpPr>
        <p:spPr>
          <a:xfrm>
            <a:off x="2140975" y="1177149"/>
            <a:ext cx="3708000" cy="216000"/>
          </a:xfrm>
        </p:spPr>
        <p:txBody>
          <a:bodyPr lIns="36000" tIns="36000" rIns="36000" bIns="36000">
            <a:noAutofit/>
          </a:bodyPr>
          <a:lstStyle>
            <a:lvl1pPr>
              <a:lnSpc>
                <a:spcPct val="100000"/>
              </a:lnSpc>
              <a:defRPr b="1" i="0">
                <a:latin typeface="Arial" panose="020B0604020202020204" pitchFamily="34" charset="0"/>
                <a:cs typeface="Arial" panose="020B0604020202020204" pitchFamily="34" charset="0"/>
              </a:defRPr>
            </a:lvl1pPr>
          </a:lstStyle>
          <a:p>
            <a:pPr lvl="0"/>
            <a:r>
              <a:rPr lang="en-GB"/>
              <a:t>Click to edit text</a:t>
            </a:r>
          </a:p>
        </p:txBody>
      </p:sp>
      <p:sp>
        <p:nvSpPr>
          <p:cNvPr id="24" name="Text Placeholder 16">
            <a:extLst>
              <a:ext uri="{FF2B5EF4-FFF2-40B4-BE49-F238E27FC236}">
                <a16:creationId xmlns:a16="http://schemas.microsoft.com/office/drawing/2014/main" id="{EC300EC9-73A4-CB0B-5D24-76562E3513B8}"/>
              </a:ext>
            </a:extLst>
          </p:cNvPr>
          <p:cNvSpPr>
            <a:spLocks noGrp="1"/>
          </p:cNvSpPr>
          <p:nvPr>
            <p:ph type="body" sz="quarter" idx="73" hasCustomPrompt="1"/>
          </p:nvPr>
        </p:nvSpPr>
        <p:spPr>
          <a:xfrm>
            <a:off x="2140975" y="2769017"/>
            <a:ext cx="3708000" cy="648000"/>
          </a:xfrm>
        </p:spPr>
        <p:txBody>
          <a:bodyPr lIns="36000" tIns="36000" rIns="36000" bIns="36000">
            <a:noAutofit/>
          </a:bodyPr>
          <a:lstStyle>
            <a:lvl1pPr marL="9525" indent="0">
              <a:lnSpc>
                <a:spcPct val="100000"/>
              </a:lnSpc>
              <a:tabLst/>
              <a:defRPr b="0" i="0">
                <a:solidFill>
                  <a:srgbClr val="13322B"/>
                </a:solidFill>
                <a:latin typeface="Arial" panose="020B0604020202020204" pitchFamily="34" charset="0"/>
                <a:cs typeface="Arial" panose="020B0604020202020204" pitchFamily="34" charset="0"/>
              </a:defRPr>
            </a:lvl1pPr>
          </a:lstStyle>
          <a:p>
            <a:pPr lvl="0"/>
            <a:r>
              <a:rPr lang="en-GB"/>
              <a:t>Click to edit text</a:t>
            </a:r>
          </a:p>
        </p:txBody>
      </p:sp>
      <p:sp>
        <p:nvSpPr>
          <p:cNvPr id="26" name="Text Placeholder 31">
            <a:extLst>
              <a:ext uri="{FF2B5EF4-FFF2-40B4-BE49-F238E27FC236}">
                <a16:creationId xmlns:a16="http://schemas.microsoft.com/office/drawing/2014/main" id="{6A579DBE-A0DA-92D9-ED5F-F15246ADAE57}"/>
              </a:ext>
            </a:extLst>
          </p:cNvPr>
          <p:cNvSpPr>
            <a:spLocks noGrp="1"/>
          </p:cNvSpPr>
          <p:nvPr>
            <p:ph type="body" sz="quarter" idx="74" hasCustomPrompt="1"/>
          </p:nvPr>
        </p:nvSpPr>
        <p:spPr>
          <a:xfrm>
            <a:off x="2140975" y="2488536"/>
            <a:ext cx="3708000" cy="216000"/>
          </a:xfrm>
        </p:spPr>
        <p:txBody>
          <a:bodyPr lIns="36000" tIns="36000" rIns="36000" bIns="36000">
            <a:noAutofit/>
          </a:bodyPr>
          <a:lstStyle>
            <a:lvl1pPr>
              <a:lnSpc>
                <a:spcPct val="100000"/>
              </a:lnSpc>
              <a:defRPr b="1" i="0">
                <a:latin typeface="Arial" panose="020B0604020202020204" pitchFamily="34" charset="0"/>
                <a:cs typeface="Arial" panose="020B0604020202020204" pitchFamily="34" charset="0"/>
              </a:defRPr>
            </a:lvl1pPr>
          </a:lstStyle>
          <a:p>
            <a:pPr lvl="0"/>
            <a:r>
              <a:rPr lang="en-GB"/>
              <a:t>Click to edit text</a:t>
            </a:r>
          </a:p>
        </p:txBody>
      </p:sp>
      <p:sp>
        <p:nvSpPr>
          <p:cNvPr id="28" name="Text Placeholder 16">
            <a:extLst>
              <a:ext uri="{FF2B5EF4-FFF2-40B4-BE49-F238E27FC236}">
                <a16:creationId xmlns:a16="http://schemas.microsoft.com/office/drawing/2014/main" id="{951CCCC6-9913-BB54-A613-469885175EF6}"/>
              </a:ext>
            </a:extLst>
          </p:cNvPr>
          <p:cNvSpPr>
            <a:spLocks noGrp="1"/>
          </p:cNvSpPr>
          <p:nvPr>
            <p:ph type="body" sz="quarter" idx="75" hasCustomPrompt="1"/>
          </p:nvPr>
        </p:nvSpPr>
        <p:spPr>
          <a:xfrm>
            <a:off x="2140975" y="4128624"/>
            <a:ext cx="3708000" cy="648000"/>
          </a:xfrm>
        </p:spPr>
        <p:txBody>
          <a:bodyPr lIns="36000" tIns="36000" rIns="36000" bIns="36000">
            <a:noAutofit/>
          </a:bodyPr>
          <a:lstStyle>
            <a:lvl1pPr marL="9525" indent="0">
              <a:lnSpc>
                <a:spcPct val="100000"/>
              </a:lnSpc>
              <a:tabLst/>
              <a:defRPr b="0" i="0">
                <a:solidFill>
                  <a:srgbClr val="13322B"/>
                </a:solidFill>
                <a:latin typeface="Arial" panose="020B0604020202020204" pitchFamily="34" charset="0"/>
                <a:cs typeface="Arial" panose="020B0604020202020204" pitchFamily="34" charset="0"/>
              </a:defRPr>
            </a:lvl1pPr>
          </a:lstStyle>
          <a:p>
            <a:pPr lvl="0"/>
            <a:r>
              <a:rPr lang="en-GB"/>
              <a:t>Click to edit text</a:t>
            </a:r>
          </a:p>
        </p:txBody>
      </p:sp>
      <p:sp>
        <p:nvSpPr>
          <p:cNvPr id="29" name="Text Placeholder 31">
            <a:extLst>
              <a:ext uri="{FF2B5EF4-FFF2-40B4-BE49-F238E27FC236}">
                <a16:creationId xmlns:a16="http://schemas.microsoft.com/office/drawing/2014/main" id="{187FD967-F673-3A71-48E4-5521E8920BE0}"/>
              </a:ext>
            </a:extLst>
          </p:cNvPr>
          <p:cNvSpPr>
            <a:spLocks noGrp="1"/>
          </p:cNvSpPr>
          <p:nvPr>
            <p:ph type="body" sz="quarter" idx="76" hasCustomPrompt="1"/>
          </p:nvPr>
        </p:nvSpPr>
        <p:spPr>
          <a:xfrm>
            <a:off x="2140975" y="3848143"/>
            <a:ext cx="3708000" cy="216000"/>
          </a:xfrm>
        </p:spPr>
        <p:txBody>
          <a:bodyPr lIns="36000" tIns="36000" rIns="36000" bIns="36000">
            <a:noAutofit/>
          </a:bodyPr>
          <a:lstStyle>
            <a:lvl1pPr>
              <a:lnSpc>
                <a:spcPct val="100000"/>
              </a:lnSpc>
              <a:defRPr b="1" i="0">
                <a:latin typeface="Arial" panose="020B0604020202020204" pitchFamily="34" charset="0"/>
                <a:cs typeface="Arial" panose="020B0604020202020204" pitchFamily="34" charset="0"/>
              </a:defRPr>
            </a:lvl1pPr>
          </a:lstStyle>
          <a:p>
            <a:pPr lvl="0"/>
            <a:r>
              <a:rPr lang="en-GB"/>
              <a:t>Click to edit text</a:t>
            </a:r>
          </a:p>
        </p:txBody>
      </p:sp>
      <p:sp>
        <p:nvSpPr>
          <p:cNvPr id="31" name="Text Placeholder 16">
            <a:extLst>
              <a:ext uri="{FF2B5EF4-FFF2-40B4-BE49-F238E27FC236}">
                <a16:creationId xmlns:a16="http://schemas.microsoft.com/office/drawing/2014/main" id="{0B490E98-DD8F-5F47-EFAA-9F44256672D7}"/>
              </a:ext>
            </a:extLst>
          </p:cNvPr>
          <p:cNvSpPr>
            <a:spLocks noGrp="1"/>
          </p:cNvSpPr>
          <p:nvPr>
            <p:ph type="body" sz="quarter" idx="77" hasCustomPrompt="1"/>
          </p:nvPr>
        </p:nvSpPr>
        <p:spPr>
          <a:xfrm>
            <a:off x="2140975" y="5449534"/>
            <a:ext cx="3711134" cy="662500"/>
          </a:xfrm>
        </p:spPr>
        <p:txBody>
          <a:bodyPr lIns="36000" tIns="36000" rIns="36000" bIns="36000">
            <a:noAutofit/>
          </a:bodyPr>
          <a:lstStyle>
            <a:lvl1pPr marL="9525" indent="0">
              <a:lnSpc>
                <a:spcPct val="100000"/>
              </a:lnSpc>
              <a:tabLst/>
              <a:defRPr b="0" i="0">
                <a:solidFill>
                  <a:schemeClr val="bg1"/>
                </a:solidFill>
                <a:latin typeface="Arial" panose="020B0604020202020204" pitchFamily="34" charset="0"/>
                <a:cs typeface="Arial" panose="020B0604020202020204" pitchFamily="34" charset="0"/>
              </a:defRPr>
            </a:lvl1pPr>
          </a:lstStyle>
          <a:p>
            <a:pPr lvl="0"/>
            <a:r>
              <a:rPr lang="en-GB"/>
              <a:t>Click to edit text</a:t>
            </a:r>
          </a:p>
        </p:txBody>
      </p:sp>
      <p:sp>
        <p:nvSpPr>
          <p:cNvPr id="32" name="Text Placeholder 31">
            <a:extLst>
              <a:ext uri="{FF2B5EF4-FFF2-40B4-BE49-F238E27FC236}">
                <a16:creationId xmlns:a16="http://schemas.microsoft.com/office/drawing/2014/main" id="{88448CBB-677E-A4A8-6EAF-5B7A0803BE37}"/>
              </a:ext>
            </a:extLst>
          </p:cNvPr>
          <p:cNvSpPr>
            <a:spLocks noGrp="1"/>
          </p:cNvSpPr>
          <p:nvPr>
            <p:ph type="body" sz="quarter" idx="78" hasCustomPrompt="1"/>
          </p:nvPr>
        </p:nvSpPr>
        <p:spPr>
          <a:xfrm>
            <a:off x="2140975" y="5169053"/>
            <a:ext cx="3708000" cy="216000"/>
          </a:xfrm>
        </p:spPr>
        <p:txBody>
          <a:bodyPr lIns="36000" tIns="36000" rIns="36000" bIns="36000">
            <a:noAutofit/>
          </a:bodyPr>
          <a:lstStyle>
            <a:lvl1pPr>
              <a:lnSpc>
                <a:spcPct val="100000"/>
              </a:lnSpc>
              <a:defRPr b="1" i="0">
                <a:solidFill>
                  <a:schemeClr val="bg1"/>
                </a:solidFill>
                <a:latin typeface="Arial" panose="020B0604020202020204" pitchFamily="34" charset="0"/>
                <a:cs typeface="Arial" panose="020B0604020202020204" pitchFamily="34" charset="0"/>
              </a:defRPr>
            </a:lvl1pPr>
          </a:lstStyle>
          <a:p>
            <a:pPr lvl="0"/>
            <a:r>
              <a:rPr lang="en-GB"/>
              <a:t>Click to edit text</a:t>
            </a:r>
          </a:p>
        </p:txBody>
      </p:sp>
      <p:sp>
        <p:nvSpPr>
          <p:cNvPr id="3" name="Text Placeholder 16">
            <a:extLst>
              <a:ext uri="{FF2B5EF4-FFF2-40B4-BE49-F238E27FC236}">
                <a16:creationId xmlns:a16="http://schemas.microsoft.com/office/drawing/2014/main" id="{0E9C0D5D-EE9D-FA8E-B34E-F7A38792D07C}"/>
              </a:ext>
            </a:extLst>
          </p:cNvPr>
          <p:cNvSpPr>
            <a:spLocks noGrp="1"/>
          </p:cNvSpPr>
          <p:nvPr>
            <p:ph type="body" sz="quarter" idx="79" hasCustomPrompt="1"/>
          </p:nvPr>
        </p:nvSpPr>
        <p:spPr>
          <a:xfrm>
            <a:off x="828000" y="2493962"/>
            <a:ext cx="1199238" cy="935037"/>
          </a:xfrm>
        </p:spPr>
        <p:txBody>
          <a:bodyPr lIns="36000" tIns="36000" rIns="36000" bIns="36000" anchor="ctr" anchorCtr="0">
            <a:noAutofit/>
          </a:bodyPr>
          <a:lstStyle>
            <a:lvl1pPr marL="9525" indent="0" algn="ctr">
              <a:lnSpc>
                <a:spcPct val="100000"/>
              </a:lnSpc>
              <a:tabLst/>
              <a:defRPr sz="2800" b="0" i="0">
                <a:solidFill>
                  <a:srgbClr val="13322B"/>
                </a:solidFill>
                <a:latin typeface="Arial" panose="020B0604020202020204" pitchFamily="34" charset="0"/>
                <a:cs typeface="Arial" panose="020B0604020202020204" pitchFamily="34" charset="0"/>
              </a:defRPr>
            </a:lvl1pPr>
          </a:lstStyle>
          <a:p>
            <a:pPr lvl="0"/>
            <a:r>
              <a:rPr lang="en-GB"/>
              <a:t>00</a:t>
            </a:r>
          </a:p>
        </p:txBody>
      </p:sp>
      <p:sp>
        <p:nvSpPr>
          <p:cNvPr id="7" name="Text Placeholder 16">
            <a:extLst>
              <a:ext uri="{FF2B5EF4-FFF2-40B4-BE49-F238E27FC236}">
                <a16:creationId xmlns:a16="http://schemas.microsoft.com/office/drawing/2014/main" id="{9AC42E38-587E-9ED7-02C8-1C2B54894D09}"/>
              </a:ext>
            </a:extLst>
          </p:cNvPr>
          <p:cNvSpPr>
            <a:spLocks noGrp="1"/>
          </p:cNvSpPr>
          <p:nvPr>
            <p:ph type="body" sz="quarter" idx="80" hasCustomPrompt="1"/>
          </p:nvPr>
        </p:nvSpPr>
        <p:spPr>
          <a:xfrm>
            <a:off x="828000" y="3843332"/>
            <a:ext cx="1199238" cy="935037"/>
          </a:xfrm>
        </p:spPr>
        <p:txBody>
          <a:bodyPr lIns="36000" tIns="36000" rIns="36000" bIns="36000" anchor="ctr" anchorCtr="0">
            <a:noAutofit/>
          </a:bodyPr>
          <a:lstStyle>
            <a:lvl1pPr marL="9525" indent="0" algn="ctr">
              <a:lnSpc>
                <a:spcPct val="100000"/>
              </a:lnSpc>
              <a:tabLst/>
              <a:defRPr sz="2800" b="0" i="0">
                <a:solidFill>
                  <a:srgbClr val="13322B"/>
                </a:solidFill>
                <a:latin typeface="Arial" panose="020B0604020202020204" pitchFamily="34" charset="0"/>
                <a:cs typeface="Arial" panose="020B0604020202020204" pitchFamily="34" charset="0"/>
              </a:defRPr>
            </a:lvl1pPr>
          </a:lstStyle>
          <a:p>
            <a:pPr lvl="0"/>
            <a:r>
              <a:rPr lang="en-GB"/>
              <a:t>00</a:t>
            </a:r>
          </a:p>
        </p:txBody>
      </p:sp>
      <p:sp>
        <p:nvSpPr>
          <p:cNvPr id="8" name="Text Placeholder 16">
            <a:extLst>
              <a:ext uri="{FF2B5EF4-FFF2-40B4-BE49-F238E27FC236}">
                <a16:creationId xmlns:a16="http://schemas.microsoft.com/office/drawing/2014/main" id="{9AC95B84-B880-3579-9D0E-6A46C28D00F2}"/>
              </a:ext>
            </a:extLst>
          </p:cNvPr>
          <p:cNvSpPr>
            <a:spLocks noGrp="1"/>
          </p:cNvSpPr>
          <p:nvPr>
            <p:ph type="body" sz="quarter" idx="81" hasCustomPrompt="1"/>
          </p:nvPr>
        </p:nvSpPr>
        <p:spPr>
          <a:xfrm>
            <a:off x="828000" y="5165489"/>
            <a:ext cx="1199238" cy="935037"/>
          </a:xfrm>
        </p:spPr>
        <p:txBody>
          <a:bodyPr lIns="36000" tIns="36000" rIns="36000" bIns="36000" anchor="ctr" anchorCtr="0">
            <a:noAutofit/>
          </a:bodyPr>
          <a:lstStyle>
            <a:lvl1pPr marL="9525" indent="0" algn="ctr">
              <a:lnSpc>
                <a:spcPct val="100000"/>
              </a:lnSpc>
              <a:tabLst/>
              <a:defRPr sz="2800" b="0" i="0">
                <a:solidFill>
                  <a:srgbClr val="F6F8F9"/>
                </a:solidFill>
                <a:latin typeface="Arial" panose="020B0604020202020204" pitchFamily="34" charset="0"/>
                <a:cs typeface="Arial" panose="020B0604020202020204" pitchFamily="34" charset="0"/>
              </a:defRPr>
            </a:lvl1pPr>
          </a:lstStyle>
          <a:p>
            <a:pPr lvl="0"/>
            <a:r>
              <a:rPr lang="en-GB"/>
              <a:t>00</a:t>
            </a:r>
          </a:p>
        </p:txBody>
      </p:sp>
      <p:sp>
        <p:nvSpPr>
          <p:cNvPr id="9" name="Text Placeholder 16">
            <a:extLst>
              <a:ext uri="{FF2B5EF4-FFF2-40B4-BE49-F238E27FC236}">
                <a16:creationId xmlns:a16="http://schemas.microsoft.com/office/drawing/2014/main" id="{B2389E4B-3E81-BF97-93E6-65DAF98F4518}"/>
              </a:ext>
            </a:extLst>
          </p:cNvPr>
          <p:cNvSpPr>
            <a:spLocks noGrp="1"/>
          </p:cNvSpPr>
          <p:nvPr>
            <p:ph type="body" sz="quarter" idx="82" hasCustomPrompt="1"/>
          </p:nvPr>
        </p:nvSpPr>
        <p:spPr>
          <a:xfrm>
            <a:off x="828000" y="1184982"/>
            <a:ext cx="1199238" cy="935037"/>
          </a:xfrm>
        </p:spPr>
        <p:txBody>
          <a:bodyPr lIns="36000" tIns="36000" rIns="36000" bIns="36000" anchor="ctr" anchorCtr="0">
            <a:noAutofit/>
          </a:bodyPr>
          <a:lstStyle>
            <a:lvl1pPr marL="9525" indent="0" algn="ctr">
              <a:lnSpc>
                <a:spcPct val="100000"/>
              </a:lnSpc>
              <a:tabLst/>
              <a:defRPr sz="2800" b="0" i="0">
                <a:solidFill>
                  <a:srgbClr val="13322B"/>
                </a:solidFill>
                <a:latin typeface="Arial" panose="020B0604020202020204" pitchFamily="34" charset="0"/>
                <a:cs typeface="Arial" panose="020B0604020202020204" pitchFamily="34" charset="0"/>
              </a:defRPr>
            </a:lvl1pPr>
          </a:lstStyle>
          <a:p>
            <a:pPr lvl="0"/>
            <a:r>
              <a:rPr lang="en-GB"/>
              <a:t>00</a:t>
            </a:r>
          </a:p>
        </p:txBody>
      </p:sp>
      <p:sp>
        <p:nvSpPr>
          <p:cNvPr id="4" name="Title 3">
            <a:extLst>
              <a:ext uri="{FF2B5EF4-FFF2-40B4-BE49-F238E27FC236}">
                <a16:creationId xmlns:a16="http://schemas.microsoft.com/office/drawing/2014/main" id="{AE737ED7-E617-8FC2-8DDD-1FE979BD1818}"/>
              </a:ext>
            </a:extLst>
          </p:cNvPr>
          <p:cNvSpPr>
            <a:spLocks noGrp="1"/>
          </p:cNvSpPr>
          <p:nvPr>
            <p:ph type="title"/>
          </p:nvPr>
        </p:nvSpPr>
        <p:spPr>
          <a:xfrm>
            <a:off x="7469360" y="1008000"/>
            <a:ext cx="3887789" cy="972000"/>
          </a:xfrm>
        </p:spPr>
        <p:txBody>
          <a:bodyPr/>
          <a:lstStyle/>
          <a:p>
            <a:r>
              <a:rPr lang="en-GB"/>
              <a:t>Click to edit Master title</a:t>
            </a:r>
            <a:endParaRPr lang="en-SK"/>
          </a:p>
        </p:txBody>
      </p:sp>
      <p:sp>
        <p:nvSpPr>
          <p:cNvPr id="2" name="Text Placeholder 64">
            <a:extLst>
              <a:ext uri="{FF2B5EF4-FFF2-40B4-BE49-F238E27FC236}">
                <a16:creationId xmlns:a16="http://schemas.microsoft.com/office/drawing/2014/main" id="{FA63D7B8-195C-6F2D-656B-2F757FDDC51C}"/>
              </a:ext>
            </a:extLst>
          </p:cNvPr>
          <p:cNvSpPr>
            <a:spLocks noGrp="1"/>
          </p:cNvSpPr>
          <p:nvPr>
            <p:ph type="body" sz="quarter" idx="115" hasCustomPrompt="1"/>
          </p:nvPr>
        </p:nvSpPr>
        <p:spPr>
          <a:xfrm>
            <a:off x="828000" y="288000"/>
            <a:ext cx="7843612" cy="360000"/>
          </a:xfrm>
        </p:spPr>
        <p:txBody>
          <a:bodyPr anchor="ctr" anchorCtr="0"/>
          <a:lstStyle>
            <a:lvl1pPr>
              <a:defRPr b="1" i="1" baseline="0">
                <a:latin typeface="+mn-lt"/>
              </a:defRPr>
            </a:lvl1pPr>
          </a:lstStyle>
          <a:p>
            <a:pPr marL="0" marR="0" lvl="0" indent="0" algn="l" defTabSz="914318"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presentation title</a:t>
            </a:r>
            <a:endParaRPr lang="en-SK"/>
          </a:p>
        </p:txBody>
      </p:sp>
    </p:spTree>
    <p:extLst>
      <p:ext uri="{BB962C8B-B14F-4D97-AF65-F5344CB8AC3E}">
        <p14:creationId xmlns:p14="http://schemas.microsoft.com/office/powerpoint/2010/main" val="1591367970"/>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lements_O">
    <p:bg>
      <p:bgPr>
        <a:solidFill>
          <a:srgbClr val="F9FAFC"/>
        </a:solidFill>
        <a:effectLst/>
      </p:bgPr>
    </p:bg>
    <p:spTree>
      <p:nvGrpSpPr>
        <p:cNvPr id="1" name=""/>
        <p:cNvGrpSpPr/>
        <p:nvPr/>
      </p:nvGrpSpPr>
      <p:grpSpPr>
        <a:xfrm>
          <a:off x="0" y="0"/>
          <a:ext cx="0" cy="0"/>
          <a:chOff x="0" y="0"/>
          <a:chExt cx="0" cy="0"/>
        </a:xfrm>
      </p:grpSpPr>
      <p:sp>
        <p:nvSpPr>
          <p:cNvPr id="47" name="Rounded Rectangle 46">
            <a:extLst>
              <a:ext uri="{FF2B5EF4-FFF2-40B4-BE49-F238E27FC236}">
                <a16:creationId xmlns:a16="http://schemas.microsoft.com/office/drawing/2014/main" id="{4BD9CBEA-2F28-9B0C-7AE5-7FC7E66EF075}"/>
              </a:ext>
            </a:extLst>
          </p:cNvPr>
          <p:cNvSpPr/>
          <p:nvPr userDrawn="1"/>
        </p:nvSpPr>
        <p:spPr>
          <a:xfrm>
            <a:off x="803276" y="3681412"/>
            <a:ext cx="5221288" cy="2550187"/>
          </a:xfrm>
          <a:prstGeom prst="roundRect">
            <a:avLst>
              <a:gd name="adj" fmla="val 8629"/>
            </a:avLst>
          </a:prstGeom>
          <a:solidFill>
            <a:srgbClr val="13322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t">
            <a:noAutofit/>
          </a:bodyPr>
          <a:lstStyle/>
          <a:p>
            <a:pPr algn="l">
              <a:lnSpc>
                <a:spcPct val="100000"/>
              </a:lnSpc>
              <a:spcBef>
                <a:spcPts val="1000"/>
              </a:spcBef>
            </a:pPr>
            <a:endParaRPr lang="en-SK" sz="1400" err="1">
              <a:solidFill>
                <a:schemeClr val="tx1"/>
              </a:solidFill>
              <a:latin typeface="Arial" panose="020B0604020202020204" pitchFamily="34" charset="0"/>
              <a:cs typeface="Arial" panose="020B0604020202020204" pitchFamily="34" charset="0"/>
            </a:endParaRPr>
          </a:p>
        </p:txBody>
      </p:sp>
      <p:sp>
        <p:nvSpPr>
          <p:cNvPr id="48" name="Text Placeholder 16">
            <a:extLst>
              <a:ext uri="{FF2B5EF4-FFF2-40B4-BE49-F238E27FC236}">
                <a16:creationId xmlns:a16="http://schemas.microsoft.com/office/drawing/2014/main" id="{81ADF764-939C-31F5-9E58-2066B0AC5553}"/>
              </a:ext>
            </a:extLst>
          </p:cNvPr>
          <p:cNvSpPr>
            <a:spLocks noGrp="1"/>
          </p:cNvSpPr>
          <p:nvPr>
            <p:ph type="body" sz="quarter" idx="50" hasCustomPrompt="1"/>
          </p:nvPr>
        </p:nvSpPr>
        <p:spPr>
          <a:xfrm>
            <a:off x="1038559" y="4877672"/>
            <a:ext cx="4805191" cy="1152000"/>
          </a:xfrm>
        </p:spPr>
        <p:txBody>
          <a:bodyPr lIns="36000" tIns="36000" rIns="36000" bIns="36000">
            <a:noAutofit/>
          </a:bodyPr>
          <a:lstStyle>
            <a:lvl1pPr marL="9525" indent="0">
              <a:lnSpc>
                <a:spcPct val="100000"/>
              </a:lnSpc>
              <a:tabLst/>
              <a:defRPr b="0" i="0">
                <a:solidFill>
                  <a:schemeClr val="bg1"/>
                </a:solidFill>
                <a:latin typeface="Arial" panose="020B0604020202020204" pitchFamily="34" charset="0"/>
                <a:cs typeface="Arial" panose="020B0604020202020204" pitchFamily="34" charset="0"/>
              </a:defRPr>
            </a:lvl1pPr>
          </a:lstStyle>
          <a:p>
            <a:pPr lvl="0"/>
            <a:r>
              <a:rPr lang="en-GB"/>
              <a:t>Click to edit text</a:t>
            </a:r>
          </a:p>
        </p:txBody>
      </p:sp>
      <p:sp>
        <p:nvSpPr>
          <p:cNvPr id="49" name="Text Placeholder 75">
            <a:extLst>
              <a:ext uri="{FF2B5EF4-FFF2-40B4-BE49-F238E27FC236}">
                <a16:creationId xmlns:a16="http://schemas.microsoft.com/office/drawing/2014/main" id="{B0F4C3D6-8BF6-6A5D-FD0B-C381CCC9E4DC}"/>
              </a:ext>
            </a:extLst>
          </p:cNvPr>
          <p:cNvSpPr>
            <a:spLocks noGrp="1"/>
          </p:cNvSpPr>
          <p:nvPr>
            <p:ph type="body" sz="quarter" idx="51" hasCustomPrompt="1"/>
          </p:nvPr>
        </p:nvSpPr>
        <p:spPr>
          <a:xfrm>
            <a:off x="1038560" y="3938103"/>
            <a:ext cx="4805190" cy="648000"/>
          </a:xfrm>
        </p:spPr>
        <p:txBody>
          <a:bodyPr lIns="36000" tIns="36000" rIns="36000" bIns="36000">
            <a:noAutofit/>
          </a:bodyPr>
          <a:lstStyle>
            <a:lvl1pPr>
              <a:lnSpc>
                <a:spcPct val="100000"/>
              </a:lnSpc>
              <a:defRPr sz="1600" b="1" i="0">
                <a:solidFill>
                  <a:schemeClr val="bg1"/>
                </a:solidFill>
                <a:latin typeface="Arial" panose="020B0604020202020204" pitchFamily="34" charset="0"/>
                <a:cs typeface="Arial" panose="020B0604020202020204" pitchFamily="34" charset="0"/>
              </a:defRPr>
            </a:lvl1pPr>
          </a:lstStyle>
          <a:p>
            <a:pPr lvl="0"/>
            <a:r>
              <a:rPr lang="en-GB"/>
              <a:t>Click to edit text</a:t>
            </a:r>
          </a:p>
        </p:txBody>
      </p:sp>
      <p:sp>
        <p:nvSpPr>
          <p:cNvPr id="2" name="Rounded Rectangle 1">
            <a:extLst>
              <a:ext uri="{FF2B5EF4-FFF2-40B4-BE49-F238E27FC236}">
                <a16:creationId xmlns:a16="http://schemas.microsoft.com/office/drawing/2014/main" id="{B0022FC5-B4B2-320B-B785-258770CD4479}"/>
              </a:ext>
            </a:extLst>
          </p:cNvPr>
          <p:cNvSpPr/>
          <p:nvPr userDrawn="1"/>
        </p:nvSpPr>
        <p:spPr>
          <a:xfrm>
            <a:off x="8796338" y="1015999"/>
            <a:ext cx="2555874" cy="5221289"/>
          </a:xfrm>
          <a:prstGeom prst="roundRect">
            <a:avLst>
              <a:gd name="adj" fmla="val 8629"/>
            </a:avLst>
          </a:prstGeom>
          <a:solidFill>
            <a:srgbClr val="D9E1E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t">
            <a:noAutofit/>
          </a:bodyPr>
          <a:lstStyle/>
          <a:p>
            <a:pPr algn="l">
              <a:lnSpc>
                <a:spcPct val="100000"/>
              </a:lnSpc>
              <a:spcBef>
                <a:spcPts val="1000"/>
              </a:spcBef>
            </a:pPr>
            <a:endParaRPr lang="en-SK" sz="1400" err="1">
              <a:solidFill>
                <a:schemeClr val="tx1"/>
              </a:solidFill>
              <a:latin typeface="Arial" panose="020B0604020202020204" pitchFamily="34" charset="0"/>
              <a:cs typeface="Arial" panose="020B0604020202020204" pitchFamily="34" charset="0"/>
            </a:endParaRPr>
          </a:p>
        </p:txBody>
      </p:sp>
      <p:sp>
        <p:nvSpPr>
          <p:cNvPr id="10" name="Text Placeholder 75">
            <a:extLst>
              <a:ext uri="{FF2B5EF4-FFF2-40B4-BE49-F238E27FC236}">
                <a16:creationId xmlns:a16="http://schemas.microsoft.com/office/drawing/2014/main" id="{F0FF29CE-1C40-43F3-6C52-8B3072030BEC}"/>
              </a:ext>
            </a:extLst>
          </p:cNvPr>
          <p:cNvSpPr>
            <a:spLocks noGrp="1"/>
          </p:cNvSpPr>
          <p:nvPr>
            <p:ph type="body" sz="quarter" idx="57" hasCustomPrompt="1"/>
          </p:nvPr>
        </p:nvSpPr>
        <p:spPr>
          <a:xfrm>
            <a:off x="9007389" y="1272690"/>
            <a:ext cx="2124000" cy="648000"/>
          </a:xfrm>
        </p:spPr>
        <p:txBody>
          <a:bodyPr lIns="36000" tIns="36000" rIns="36000" bIns="36000">
            <a:noAutofit/>
          </a:bodyPr>
          <a:lstStyle>
            <a:lvl1pPr>
              <a:lnSpc>
                <a:spcPct val="100000"/>
              </a:lnSpc>
              <a:defRPr sz="1600" b="1" i="0">
                <a:solidFill>
                  <a:schemeClr val="tx1"/>
                </a:solidFill>
                <a:latin typeface="Arial" panose="020B0604020202020204" pitchFamily="34" charset="0"/>
                <a:cs typeface="Arial" panose="020B0604020202020204" pitchFamily="34" charset="0"/>
              </a:defRPr>
            </a:lvl1pPr>
          </a:lstStyle>
          <a:p>
            <a:pPr lvl="0"/>
            <a:r>
              <a:rPr lang="en-GB"/>
              <a:t>Click to edit text</a:t>
            </a:r>
          </a:p>
        </p:txBody>
      </p:sp>
      <p:sp>
        <p:nvSpPr>
          <p:cNvPr id="12" name="Text Placeholder 16">
            <a:extLst>
              <a:ext uri="{FF2B5EF4-FFF2-40B4-BE49-F238E27FC236}">
                <a16:creationId xmlns:a16="http://schemas.microsoft.com/office/drawing/2014/main" id="{BF64A657-BA0D-FD70-767F-E81A9AF2E29A}"/>
              </a:ext>
            </a:extLst>
          </p:cNvPr>
          <p:cNvSpPr>
            <a:spLocks noGrp="1"/>
          </p:cNvSpPr>
          <p:nvPr>
            <p:ph type="body" sz="quarter" idx="58" hasCustomPrompt="1"/>
          </p:nvPr>
        </p:nvSpPr>
        <p:spPr>
          <a:xfrm>
            <a:off x="9007389" y="4877672"/>
            <a:ext cx="2124000" cy="1152000"/>
          </a:xfrm>
        </p:spPr>
        <p:txBody>
          <a:bodyPr lIns="36000" tIns="36000" rIns="36000" bIns="36000">
            <a:noAutofit/>
          </a:bodyPr>
          <a:lstStyle>
            <a:lvl1pPr marL="9525" indent="0">
              <a:lnSpc>
                <a:spcPct val="100000"/>
              </a:lnSpc>
              <a:tabLst/>
              <a:defRPr b="0" i="0">
                <a:latin typeface="Arial" panose="020B0604020202020204" pitchFamily="34" charset="0"/>
                <a:cs typeface="Arial" panose="020B0604020202020204" pitchFamily="34" charset="0"/>
              </a:defRPr>
            </a:lvl1pPr>
          </a:lstStyle>
          <a:p>
            <a:pPr lvl="0"/>
            <a:r>
              <a:rPr lang="en-GB"/>
              <a:t>Click to edit text</a:t>
            </a:r>
          </a:p>
        </p:txBody>
      </p:sp>
      <p:sp>
        <p:nvSpPr>
          <p:cNvPr id="11" name="Picture Placeholder 33">
            <a:extLst>
              <a:ext uri="{FF2B5EF4-FFF2-40B4-BE49-F238E27FC236}">
                <a16:creationId xmlns:a16="http://schemas.microsoft.com/office/drawing/2014/main" id="{6E8620B9-C058-4360-6B5D-365F38253F32}"/>
              </a:ext>
            </a:extLst>
          </p:cNvPr>
          <p:cNvSpPr>
            <a:spLocks noGrp="1"/>
          </p:cNvSpPr>
          <p:nvPr>
            <p:ph type="pic" sz="quarter" idx="45"/>
          </p:nvPr>
        </p:nvSpPr>
        <p:spPr>
          <a:xfrm>
            <a:off x="6146206" y="3687100"/>
            <a:ext cx="2542182" cy="2550188"/>
          </a:xfrm>
          <a:prstGeom prst="roundRect">
            <a:avLst>
              <a:gd name="adj" fmla="val 7648"/>
            </a:avLst>
          </a:prstGeom>
        </p:spPr>
        <p:txBody>
          <a:bodyPr lIns="36000" tIns="36000" rIns="36000" bIns="720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picture</a:t>
            </a:r>
            <a:endParaRPr lang="en-SK"/>
          </a:p>
        </p:txBody>
      </p:sp>
      <p:sp>
        <p:nvSpPr>
          <p:cNvPr id="17" name="Text Placeholder 75">
            <a:extLst>
              <a:ext uri="{FF2B5EF4-FFF2-40B4-BE49-F238E27FC236}">
                <a16:creationId xmlns:a16="http://schemas.microsoft.com/office/drawing/2014/main" id="{4ECC9237-8BE8-83B9-5204-A2C3E21B478D}"/>
              </a:ext>
            </a:extLst>
          </p:cNvPr>
          <p:cNvSpPr>
            <a:spLocks noGrp="1"/>
          </p:cNvSpPr>
          <p:nvPr>
            <p:ph type="body" sz="quarter" idx="34" hasCustomPrompt="1"/>
          </p:nvPr>
        </p:nvSpPr>
        <p:spPr>
          <a:xfrm>
            <a:off x="828000" y="1980000"/>
            <a:ext cx="3863063" cy="612000"/>
          </a:xfrm>
        </p:spPr>
        <p:txBody>
          <a:bodyPr lIns="36000" tIns="36000" rIns="36000" bIns="36000">
            <a:noAutofit/>
          </a:bodyPr>
          <a:lstStyle>
            <a:lvl1pPr>
              <a:lnSpc>
                <a:spcPct val="100000"/>
              </a:lnSpc>
              <a:defRPr sz="1600" b="0" i="0">
                <a:solidFill>
                  <a:srgbClr val="00C08B"/>
                </a:solidFill>
                <a:latin typeface="Arial" panose="020B0604020202020204" pitchFamily="34" charset="0"/>
                <a:cs typeface="Arial" panose="020B0604020202020204" pitchFamily="34" charset="0"/>
              </a:defRPr>
            </a:lvl1pPr>
          </a:lstStyle>
          <a:p>
            <a:pPr marL="9525" marR="0" lvl="0" indent="0" algn="l" defTabSz="914318"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t>Subtitle – Click to edit text</a:t>
            </a:r>
          </a:p>
        </p:txBody>
      </p:sp>
      <p:sp>
        <p:nvSpPr>
          <p:cNvPr id="18" name="Text Placeholder 9">
            <a:extLst>
              <a:ext uri="{FF2B5EF4-FFF2-40B4-BE49-F238E27FC236}">
                <a16:creationId xmlns:a16="http://schemas.microsoft.com/office/drawing/2014/main" id="{E28FF496-B5AB-311F-C24A-84792DA24A86}"/>
              </a:ext>
            </a:extLst>
          </p:cNvPr>
          <p:cNvSpPr>
            <a:spLocks noGrp="1"/>
          </p:cNvSpPr>
          <p:nvPr>
            <p:ph type="body" sz="quarter" idx="69" hasCustomPrompt="1"/>
          </p:nvPr>
        </p:nvSpPr>
        <p:spPr>
          <a:xfrm>
            <a:off x="6132513" y="1015999"/>
            <a:ext cx="2556000" cy="2557463"/>
          </a:xfrm>
        </p:spPr>
        <p:txBody>
          <a:bodyPr lIns="36000" tIns="36000" rIns="36000" bIns="36000">
            <a:noAutofit/>
          </a:bodyPr>
          <a:lstStyle>
            <a:lvl1pPr>
              <a:lnSpc>
                <a:spcPct val="100000"/>
              </a:lnSpc>
              <a:defRPr b="0" i="0">
                <a:latin typeface="Arial" panose="020B0604020202020204" pitchFamily="34" charset="0"/>
                <a:cs typeface="Arial" panose="020B0604020202020204" pitchFamily="34" charset="0"/>
              </a:defRPr>
            </a:lvl1pPr>
          </a:lstStyle>
          <a:p>
            <a:pPr lvl="0"/>
            <a:r>
              <a:rPr lang="en-GB"/>
              <a:t>Click to edit text</a:t>
            </a:r>
          </a:p>
        </p:txBody>
      </p:sp>
      <p:sp>
        <p:nvSpPr>
          <p:cNvPr id="4" name="Title 3">
            <a:extLst>
              <a:ext uri="{FF2B5EF4-FFF2-40B4-BE49-F238E27FC236}">
                <a16:creationId xmlns:a16="http://schemas.microsoft.com/office/drawing/2014/main" id="{258287E1-9CE3-B883-835D-C2455FAC4149}"/>
              </a:ext>
            </a:extLst>
          </p:cNvPr>
          <p:cNvSpPr>
            <a:spLocks noGrp="1"/>
          </p:cNvSpPr>
          <p:nvPr>
            <p:ph type="title"/>
          </p:nvPr>
        </p:nvSpPr>
        <p:spPr>
          <a:xfrm>
            <a:off x="828000" y="1008000"/>
            <a:ext cx="3863063" cy="972000"/>
          </a:xfrm>
        </p:spPr>
        <p:txBody>
          <a:bodyPr/>
          <a:lstStyle/>
          <a:p>
            <a:r>
              <a:rPr lang="en-GB"/>
              <a:t>Click to edit Master title</a:t>
            </a:r>
            <a:endParaRPr lang="en-SK"/>
          </a:p>
        </p:txBody>
      </p:sp>
      <p:sp>
        <p:nvSpPr>
          <p:cNvPr id="3" name="Text Placeholder 64">
            <a:extLst>
              <a:ext uri="{FF2B5EF4-FFF2-40B4-BE49-F238E27FC236}">
                <a16:creationId xmlns:a16="http://schemas.microsoft.com/office/drawing/2014/main" id="{A32024BE-470F-CB50-9E09-406BDA24F740}"/>
              </a:ext>
            </a:extLst>
          </p:cNvPr>
          <p:cNvSpPr>
            <a:spLocks noGrp="1"/>
          </p:cNvSpPr>
          <p:nvPr>
            <p:ph type="body" sz="quarter" idx="115" hasCustomPrompt="1"/>
          </p:nvPr>
        </p:nvSpPr>
        <p:spPr>
          <a:xfrm>
            <a:off x="828000" y="288000"/>
            <a:ext cx="7843612" cy="360000"/>
          </a:xfrm>
        </p:spPr>
        <p:txBody>
          <a:bodyPr anchor="ctr" anchorCtr="0"/>
          <a:lstStyle>
            <a:lvl1pPr>
              <a:defRPr b="1" i="1" baseline="0">
                <a:latin typeface="+mn-lt"/>
              </a:defRPr>
            </a:lvl1pPr>
          </a:lstStyle>
          <a:p>
            <a:pPr marL="0" marR="0" lvl="0" indent="0" algn="l" defTabSz="914318"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presentation title</a:t>
            </a:r>
            <a:endParaRPr lang="en-SK"/>
          </a:p>
        </p:txBody>
      </p:sp>
    </p:spTree>
    <p:extLst>
      <p:ext uri="{BB962C8B-B14F-4D97-AF65-F5344CB8AC3E}">
        <p14:creationId xmlns:p14="http://schemas.microsoft.com/office/powerpoint/2010/main" val="3312627940"/>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Elements_P">
    <p:bg>
      <p:bgPr>
        <a:solidFill>
          <a:srgbClr val="F9FAFC"/>
        </a:solidFill>
        <a:effectLst/>
      </p:bgPr>
    </p:bg>
    <p:spTree>
      <p:nvGrpSpPr>
        <p:cNvPr id="1" name=""/>
        <p:cNvGrpSpPr/>
        <p:nvPr/>
      </p:nvGrpSpPr>
      <p:grpSpPr>
        <a:xfrm>
          <a:off x="0" y="0"/>
          <a:ext cx="0" cy="0"/>
          <a:chOff x="0" y="0"/>
          <a:chExt cx="0" cy="0"/>
        </a:xfrm>
      </p:grpSpPr>
      <p:sp>
        <p:nvSpPr>
          <p:cNvPr id="19" name="Picture Placeholder 33">
            <a:extLst>
              <a:ext uri="{FF2B5EF4-FFF2-40B4-BE49-F238E27FC236}">
                <a16:creationId xmlns:a16="http://schemas.microsoft.com/office/drawing/2014/main" id="{4CD28B04-68F5-E1EB-9B5A-7E607C47DCFF}"/>
              </a:ext>
            </a:extLst>
          </p:cNvPr>
          <p:cNvSpPr>
            <a:spLocks noGrp="1"/>
          </p:cNvSpPr>
          <p:nvPr>
            <p:ph type="pic" sz="quarter" idx="59" hasCustomPrompt="1"/>
          </p:nvPr>
        </p:nvSpPr>
        <p:spPr>
          <a:xfrm>
            <a:off x="803276" y="3681413"/>
            <a:ext cx="5221288" cy="2553735"/>
          </a:xfrm>
          <a:prstGeom prst="roundRect">
            <a:avLst>
              <a:gd name="adj" fmla="val 7648"/>
            </a:avLst>
          </a:prstGeom>
          <a:solidFill>
            <a:srgbClr val="ACB5BD"/>
          </a:solidFill>
        </p:spPr>
        <p:txBody>
          <a:bodyPr lIns="36000" tIns="36000" rIns="36000" bIns="36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photo to background</a:t>
            </a:r>
            <a:endParaRPr lang="en-SK"/>
          </a:p>
        </p:txBody>
      </p:sp>
      <p:sp>
        <p:nvSpPr>
          <p:cNvPr id="18" name="Picture Placeholder 33">
            <a:extLst>
              <a:ext uri="{FF2B5EF4-FFF2-40B4-BE49-F238E27FC236}">
                <a16:creationId xmlns:a16="http://schemas.microsoft.com/office/drawing/2014/main" id="{23D20238-4AE8-CE8B-F748-CCAC6CFC9948}"/>
              </a:ext>
            </a:extLst>
          </p:cNvPr>
          <p:cNvSpPr>
            <a:spLocks noGrp="1"/>
          </p:cNvSpPr>
          <p:nvPr>
            <p:ph type="pic" sz="quarter" idx="45" hasCustomPrompt="1"/>
          </p:nvPr>
        </p:nvSpPr>
        <p:spPr>
          <a:xfrm>
            <a:off x="6146502" y="3681413"/>
            <a:ext cx="2552157" cy="2553735"/>
          </a:xfrm>
          <a:prstGeom prst="roundRect">
            <a:avLst>
              <a:gd name="adj" fmla="val 7648"/>
            </a:avLst>
          </a:prstGeom>
          <a:solidFill>
            <a:srgbClr val="33FF99"/>
          </a:solidFill>
        </p:spPr>
        <p:txBody>
          <a:bodyPr lIns="36000" tIns="36000" rIns="36000" bIns="36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photo to background</a:t>
            </a:r>
            <a:endParaRPr lang="en-SK"/>
          </a:p>
        </p:txBody>
      </p:sp>
      <p:sp>
        <p:nvSpPr>
          <p:cNvPr id="21" name="Picture Placeholder 33">
            <a:extLst>
              <a:ext uri="{FF2B5EF4-FFF2-40B4-BE49-F238E27FC236}">
                <a16:creationId xmlns:a16="http://schemas.microsoft.com/office/drawing/2014/main" id="{F1A686DC-E6E9-24E4-631C-D2C9C2E97C85}"/>
              </a:ext>
            </a:extLst>
          </p:cNvPr>
          <p:cNvSpPr>
            <a:spLocks noGrp="1"/>
          </p:cNvSpPr>
          <p:nvPr>
            <p:ph type="pic" sz="quarter" idx="61" hasCustomPrompt="1"/>
          </p:nvPr>
        </p:nvSpPr>
        <p:spPr>
          <a:xfrm>
            <a:off x="3467100" y="1019727"/>
            <a:ext cx="5218135" cy="2553736"/>
          </a:xfrm>
          <a:prstGeom prst="roundRect">
            <a:avLst>
              <a:gd name="adj" fmla="val 7648"/>
            </a:avLst>
          </a:prstGeom>
          <a:solidFill>
            <a:srgbClr val="D0C5FB"/>
          </a:solidFill>
        </p:spPr>
        <p:txBody>
          <a:bodyPr lIns="36000" tIns="36000" rIns="36000" bIns="36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photo to background</a:t>
            </a:r>
            <a:endParaRPr lang="en-SK"/>
          </a:p>
        </p:txBody>
      </p:sp>
      <p:sp>
        <p:nvSpPr>
          <p:cNvPr id="22" name="Picture Placeholder 33">
            <a:extLst>
              <a:ext uri="{FF2B5EF4-FFF2-40B4-BE49-F238E27FC236}">
                <a16:creationId xmlns:a16="http://schemas.microsoft.com/office/drawing/2014/main" id="{B79CF8C6-5D3A-F0A7-053E-A938B5A77027}"/>
              </a:ext>
            </a:extLst>
          </p:cNvPr>
          <p:cNvSpPr>
            <a:spLocks noGrp="1"/>
          </p:cNvSpPr>
          <p:nvPr>
            <p:ph type="pic" sz="quarter" idx="62" hasCustomPrompt="1"/>
          </p:nvPr>
        </p:nvSpPr>
        <p:spPr>
          <a:xfrm>
            <a:off x="8800055" y="1019726"/>
            <a:ext cx="2552157" cy="5217561"/>
          </a:xfrm>
          <a:prstGeom prst="roundRect">
            <a:avLst>
              <a:gd name="adj" fmla="val 7648"/>
            </a:avLst>
          </a:prstGeom>
          <a:solidFill>
            <a:srgbClr val="D9E1E2"/>
          </a:solidFill>
        </p:spPr>
        <p:txBody>
          <a:bodyPr lIns="36000" tIns="36000" rIns="36000" bIns="36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photo to background</a:t>
            </a:r>
            <a:endParaRPr lang="en-SK"/>
          </a:p>
        </p:txBody>
      </p:sp>
      <p:sp>
        <p:nvSpPr>
          <p:cNvPr id="43" name="Text Placeholder 16">
            <a:extLst>
              <a:ext uri="{FF2B5EF4-FFF2-40B4-BE49-F238E27FC236}">
                <a16:creationId xmlns:a16="http://schemas.microsoft.com/office/drawing/2014/main" id="{6290144A-61F2-45B3-7821-3E2421D8757B}"/>
              </a:ext>
            </a:extLst>
          </p:cNvPr>
          <p:cNvSpPr>
            <a:spLocks noGrp="1"/>
          </p:cNvSpPr>
          <p:nvPr>
            <p:ph type="body" sz="quarter" idx="35" hasCustomPrompt="1"/>
          </p:nvPr>
        </p:nvSpPr>
        <p:spPr>
          <a:xfrm>
            <a:off x="3688042" y="2212259"/>
            <a:ext cx="4788979" cy="1140542"/>
          </a:xfrm>
        </p:spPr>
        <p:txBody>
          <a:bodyPr lIns="36000" tIns="36000" rIns="36000" bIns="36000" numCol="2" spcCol="216000">
            <a:noAutofit/>
          </a:bodyPr>
          <a:lstStyle>
            <a:lvl1pPr marL="9525" indent="0">
              <a:lnSpc>
                <a:spcPct val="100000"/>
              </a:lnSpc>
              <a:tabLst/>
              <a:defRPr b="0" i="0">
                <a:latin typeface="Arial" panose="020B0604020202020204" pitchFamily="34" charset="0"/>
                <a:cs typeface="Arial" panose="020B0604020202020204" pitchFamily="34" charset="0"/>
              </a:defRPr>
            </a:lvl1pPr>
          </a:lstStyle>
          <a:p>
            <a:pPr lvl="0"/>
            <a:r>
              <a:rPr lang="en-GB"/>
              <a:t>Click to edit text</a:t>
            </a:r>
          </a:p>
        </p:txBody>
      </p:sp>
      <p:sp>
        <p:nvSpPr>
          <p:cNvPr id="44" name="Text Placeholder 75">
            <a:extLst>
              <a:ext uri="{FF2B5EF4-FFF2-40B4-BE49-F238E27FC236}">
                <a16:creationId xmlns:a16="http://schemas.microsoft.com/office/drawing/2014/main" id="{465AEA15-54A2-C7F9-6D7D-BBCD765392FE}"/>
              </a:ext>
            </a:extLst>
          </p:cNvPr>
          <p:cNvSpPr>
            <a:spLocks noGrp="1"/>
          </p:cNvSpPr>
          <p:nvPr>
            <p:ph type="body" sz="quarter" idx="48" hasCustomPrompt="1"/>
          </p:nvPr>
        </p:nvSpPr>
        <p:spPr>
          <a:xfrm>
            <a:off x="3688043" y="1272690"/>
            <a:ext cx="4788978" cy="621312"/>
          </a:xfrm>
        </p:spPr>
        <p:txBody>
          <a:bodyPr lIns="36000" tIns="36000" rIns="36000" bIns="36000">
            <a:noAutofit/>
          </a:bodyPr>
          <a:lstStyle>
            <a:lvl1pPr>
              <a:lnSpc>
                <a:spcPct val="100000"/>
              </a:lnSpc>
              <a:defRPr sz="1600" b="1" i="0" baseline="0">
                <a:solidFill>
                  <a:schemeClr val="tx1"/>
                </a:solidFill>
                <a:latin typeface="Arial" panose="020B0604020202020204" pitchFamily="34" charset="0"/>
                <a:cs typeface="Arial" panose="020B0604020202020204" pitchFamily="34" charset="0"/>
              </a:defRPr>
            </a:lvl1pPr>
          </a:lstStyle>
          <a:p>
            <a:pPr lvl="0"/>
            <a:r>
              <a:rPr lang="en-GB"/>
              <a:t>Click to edit text</a:t>
            </a:r>
          </a:p>
        </p:txBody>
      </p:sp>
      <p:sp>
        <p:nvSpPr>
          <p:cNvPr id="48" name="Text Placeholder 16">
            <a:extLst>
              <a:ext uri="{FF2B5EF4-FFF2-40B4-BE49-F238E27FC236}">
                <a16:creationId xmlns:a16="http://schemas.microsoft.com/office/drawing/2014/main" id="{81ADF764-939C-31F5-9E58-2066B0AC5553}"/>
              </a:ext>
            </a:extLst>
          </p:cNvPr>
          <p:cNvSpPr>
            <a:spLocks noGrp="1"/>
          </p:cNvSpPr>
          <p:nvPr>
            <p:ph type="body" sz="quarter" idx="50" hasCustomPrompt="1"/>
          </p:nvPr>
        </p:nvSpPr>
        <p:spPr>
          <a:xfrm>
            <a:off x="1038559" y="4877672"/>
            <a:ext cx="4803157" cy="1140542"/>
          </a:xfrm>
        </p:spPr>
        <p:txBody>
          <a:bodyPr lIns="36000" tIns="36000" rIns="36000" bIns="36000" numCol="2" spcCol="216000">
            <a:noAutofit/>
          </a:bodyPr>
          <a:lstStyle>
            <a:lvl1pPr marL="9525" indent="0">
              <a:lnSpc>
                <a:spcPct val="100000"/>
              </a:lnSpc>
              <a:tabLst/>
              <a:defRPr b="0" i="0">
                <a:solidFill>
                  <a:schemeClr val="tx1"/>
                </a:solidFill>
                <a:latin typeface="Arial" panose="020B0604020202020204" pitchFamily="34" charset="0"/>
                <a:cs typeface="Arial" panose="020B0604020202020204" pitchFamily="34" charset="0"/>
              </a:defRPr>
            </a:lvl1pPr>
          </a:lstStyle>
          <a:p>
            <a:pPr lvl="0"/>
            <a:r>
              <a:rPr lang="en-GB"/>
              <a:t>Click to edit text</a:t>
            </a:r>
          </a:p>
        </p:txBody>
      </p:sp>
      <p:sp>
        <p:nvSpPr>
          <p:cNvPr id="49" name="Text Placeholder 75">
            <a:extLst>
              <a:ext uri="{FF2B5EF4-FFF2-40B4-BE49-F238E27FC236}">
                <a16:creationId xmlns:a16="http://schemas.microsoft.com/office/drawing/2014/main" id="{B0F4C3D6-8BF6-6A5D-FD0B-C381CCC9E4DC}"/>
              </a:ext>
            </a:extLst>
          </p:cNvPr>
          <p:cNvSpPr>
            <a:spLocks noGrp="1"/>
          </p:cNvSpPr>
          <p:nvPr>
            <p:ph type="body" sz="quarter" idx="51" hasCustomPrompt="1"/>
          </p:nvPr>
        </p:nvSpPr>
        <p:spPr>
          <a:xfrm>
            <a:off x="1038559" y="3938103"/>
            <a:ext cx="4803157" cy="621312"/>
          </a:xfrm>
        </p:spPr>
        <p:txBody>
          <a:bodyPr lIns="36000" tIns="36000" rIns="36000" bIns="36000">
            <a:noAutofit/>
          </a:bodyPr>
          <a:lstStyle>
            <a:lvl1pPr>
              <a:lnSpc>
                <a:spcPct val="100000"/>
              </a:lnSpc>
              <a:defRPr sz="1600" b="1" i="0" baseline="0">
                <a:solidFill>
                  <a:schemeClr val="tx1"/>
                </a:solidFill>
                <a:latin typeface="Arial" panose="020B0604020202020204" pitchFamily="34" charset="0"/>
                <a:cs typeface="Arial" panose="020B0604020202020204" pitchFamily="34" charset="0"/>
              </a:defRPr>
            </a:lvl1pPr>
          </a:lstStyle>
          <a:p>
            <a:pPr lvl="0"/>
            <a:r>
              <a:rPr lang="en-GB"/>
              <a:t>Click to edit text</a:t>
            </a:r>
          </a:p>
        </p:txBody>
      </p:sp>
      <p:sp>
        <p:nvSpPr>
          <p:cNvPr id="10" name="Text Placeholder 75">
            <a:extLst>
              <a:ext uri="{FF2B5EF4-FFF2-40B4-BE49-F238E27FC236}">
                <a16:creationId xmlns:a16="http://schemas.microsoft.com/office/drawing/2014/main" id="{F0FF29CE-1C40-43F3-6C52-8B3072030BEC}"/>
              </a:ext>
            </a:extLst>
          </p:cNvPr>
          <p:cNvSpPr>
            <a:spLocks noGrp="1"/>
          </p:cNvSpPr>
          <p:nvPr>
            <p:ph type="body" sz="quarter" idx="57" hasCustomPrompt="1"/>
          </p:nvPr>
        </p:nvSpPr>
        <p:spPr>
          <a:xfrm>
            <a:off x="9007389" y="1272690"/>
            <a:ext cx="2101290" cy="621312"/>
          </a:xfrm>
        </p:spPr>
        <p:txBody>
          <a:bodyPr lIns="36000" tIns="36000" rIns="36000" bIns="36000">
            <a:noAutofit/>
          </a:bodyPr>
          <a:lstStyle>
            <a:lvl1pPr>
              <a:lnSpc>
                <a:spcPct val="100000"/>
              </a:lnSpc>
              <a:defRPr sz="1600" b="1" i="0" baseline="0">
                <a:solidFill>
                  <a:schemeClr val="tx1"/>
                </a:solidFill>
                <a:latin typeface="Arial" panose="020B0604020202020204" pitchFamily="34" charset="0"/>
                <a:cs typeface="Arial" panose="020B0604020202020204" pitchFamily="34" charset="0"/>
              </a:defRPr>
            </a:lvl1pPr>
          </a:lstStyle>
          <a:p>
            <a:pPr lvl="0"/>
            <a:r>
              <a:rPr lang="en-GB"/>
              <a:t>Click to edit text</a:t>
            </a:r>
          </a:p>
        </p:txBody>
      </p:sp>
      <p:sp>
        <p:nvSpPr>
          <p:cNvPr id="12" name="Text Placeholder 16">
            <a:extLst>
              <a:ext uri="{FF2B5EF4-FFF2-40B4-BE49-F238E27FC236}">
                <a16:creationId xmlns:a16="http://schemas.microsoft.com/office/drawing/2014/main" id="{BF64A657-BA0D-FD70-767F-E81A9AF2E29A}"/>
              </a:ext>
            </a:extLst>
          </p:cNvPr>
          <p:cNvSpPr>
            <a:spLocks noGrp="1"/>
          </p:cNvSpPr>
          <p:nvPr>
            <p:ph type="body" sz="quarter" idx="58" hasCustomPrompt="1"/>
          </p:nvPr>
        </p:nvSpPr>
        <p:spPr>
          <a:xfrm>
            <a:off x="9007389" y="2150692"/>
            <a:ext cx="2118876" cy="3867522"/>
          </a:xfrm>
        </p:spPr>
        <p:txBody>
          <a:bodyPr lIns="36000" tIns="36000" rIns="36000" bIns="36000">
            <a:noAutofit/>
          </a:bodyPr>
          <a:lstStyle>
            <a:lvl1pPr marL="9525" indent="0">
              <a:lnSpc>
                <a:spcPct val="100000"/>
              </a:lnSpc>
              <a:tabLst/>
              <a:defRPr b="0" i="0">
                <a:latin typeface="Arial" panose="020B0604020202020204" pitchFamily="34" charset="0"/>
                <a:cs typeface="Arial" panose="020B0604020202020204" pitchFamily="34" charset="0"/>
              </a:defRPr>
            </a:lvl1pPr>
          </a:lstStyle>
          <a:p>
            <a:pPr lvl="0"/>
            <a:r>
              <a:rPr lang="en-GB"/>
              <a:t>Click to edit text</a:t>
            </a:r>
          </a:p>
        </p:txBody>
      </p:sp>
      <p:sp>
        <p:nvSpPr>
          <p:cNvPr id="24" name="Text Placeholder 75">
            <a:extLst>
              <a:ext uri="{FF2B5EF4-FFF2-40B4-BE49-F238E27FC236}">
                <a16:creationId xmlns:a16="http://schemas.microsoft.com/office/drawing/2014/main" id="{F1C8E234-A684-89ED-25CF-C1431D9B131A}"/>
              </a:ext>
            </a:extLst>
          </p:cNvPr>
          <p:cNvSpPr>
            <a:spLocks noGrp="1"/>
          </p:cNvSpPr>
          <p:nvPr>
            <p:ph type="body" sz="quarter" idx="63" hasCustomPrompt="1"/>
          </p:nvPr>
        </p:nvSpPr>
        <p:spPr>
          <a:xfrm>
            <a:off x="6375732" y="3935207"/>
            <a:ext cx="2101290" cy="621312"/>
          </a:xfrm>
        </p:spPr>
        <p:txBody>
          <a:bodyPr lIns="36000" tIns="36000" rIns="36000" bIns="36000">
            <a:noAutofit/>
          </a:bodyPr>
          <a:lstStyle>
            <a:lvl1pPr>
              <a:lnSpc>
                <a:spcPct val="100000"/>
              </a:lnSpc>
              <a:defRPr sz="1600" b="1" i="0" baseline="0">
                <a:solidFill>
                  <a:schemeClr val="tx1"/>
                </a:solidFill>
                <a:latin typeface="Arial" panose="020B0604020202020204" pitchFamily="34" charset="0"/>
                <a:cs typeface="Arial" panose="020B0604020202020204" pitchFamily="34" charset="0"/>
              </a:defRPr>
            </a:lvl1pPr>
          </a:lstStyle>
          <a:p>
            <a:pPr lvl="0"/>
            <a:r>
              <a:rPr lang="en-GB"/>
              <a:t>Click to edit text</a:t>
            </a:r>
          </a:p>
        </p:txBody>
      </p:sp>
      <p:sp>
        <p:nvSpPr>
          <p:cNvPr id="25" name="Text Placeholder 16">
            <a:extLst>
              <a:ext uri="{FF2B5EF4-FFF2-40B4-BE49-F238E27FC236}">
                <a16:creationId xmlns:a16="http://schemas.microsoft.com/office/drawing/2014/main" id="{A41F71E1-0268-5AF9-BF61-C7FF879B42F1}"/>
              </a:ext>
            </a:extLst>
          </p:cNvPr>
          <p:cNvSpPr>
            <a:spLocks noGrp="1"/>
          </p:cNvSpPr>
          <p:nvPr>
            <p:ph type="body" sz="quarter" idx="64" hasCustomPrompt="1"/>
          </p:nvPr>
        </p:nvSpPr>
        <p:spPr>
          <a:xfrm>
            <a:off x="6358146" y="4874776"/>
            <a:ext cx="2118876" cy="1140542"/>
          </a:xfrm>
        </p:spPr>
        <p:txBody>
          <a:bodyPr lIns="36000" tIns="36000" rIns="36000" bIns="36000">
            <a:noAutofit/>
          </a:bodyPr>
          <a:lstStyle>
            <a:lvl1pPr marL="9525" indent="0">
              <a:lnSpc>
                <a:spcPct val="100000"/>
              </a:lnSpc>
              <a:tabLst/>
              <a:defRPr b="0" i="0">
                <a:latin typeface="Arial" panose="020B0604020202020204" pitchFamily="34" charset="0"/>
                <a:cs typeface="Arial" panose="020B0604020202020204" pitchFamily="34" charset="0"/>
              </a:defRPr>
            </a:lvl1pPr>
          </a:lstStyle>
          <a:p>
            <a:pPr lvl="0"/>
            <a:r>
              <a:rPr lang="en-GB"/>
              <a:t>Click to edit text</a:t>
            </a:r>
          </a:p>
        </p:txBody>
      </p:sp>
      <p:sp>
        <p:nvSpPr>
          <p:cNvPr id="5" name="Title 4">
            <a:extLst>
              <a:ext uri="{FF2B5EF4-FFF2-40B4-BE49-F238E27FC236}">
                <a16:creationId xmlns:a16="http://schemas.microsoft.com/office/drawing/2014/main" id="{53A3ADEA-41AF-9934-0025-6CAC38D75A2C}"/>
              </a:ext>
            </a:extLst>
          </p:cNvPr>
          <p:cNvSpPr>
            <a:spLocks noGrp="1"/>
          </p:cNvSpPr>
          <p:nvPr>
            <p:ph type="title"/>
          </p:nvPr>
        </p:nvSpPr>
        <p:spPr>
          <a:xfrm>
            <a:off x="803276" y="1019727"/>
            <a:ext cx="2555874" cy="2553735"/>
          </a:xfrm>
        </p:spPr>
        <p:txBody>
          <a:bodyPr/>
          <a:lstStyle/>
          <a:p>
            <a:r>
              <a:rPr lang="en-GB"/>
              <a:t>Click to edit Master title</a:t>
            </a:r>
            <a:endParaRPr lang="en-SK"/>
          </a:p>
        </p:txBody>
      </p:sp>
      <p:sp>
        <p:nvSpPr>
          <p:cNvPr id="2" name="Text Placeholder 64">
            <a:extLst>
              <a:ext uri="{FF2B5EF4-FFF2-40B4-BE49-F238E27FC236}">
                <a16:creationId xmlns:a16="http://schemas.microsoft.com/office/drawing/2014/main" id="{ED8A8EE1-92F6-E973-76D3-CB12FCB53AA7}"/>
              </a:ext>
            </a:extLst>
          </p:cNvPr>
          <p:cNvSpPr>
            <a:spLocks noGrp="1"/>
          </p:cNvSpPr>
          <p:nvPr>
            <p:ph type="body" sz="quarter" idx="115" hasCustomPrompt="1"/>
          </p:nvPr>
        </p:nvSpPr>
        <p:spPr>
          <a:xfrm>
            <a:off x="828000" y="288000"/>
            <a:ext cx="7843612" cy="360000"/>
          </a:xfrm>
        </p:spPr>
        <p:txBody>
          <a:bodyPr anchor="ctr" anchorCtr="0"/>
          <a:lstStyle>
            <a:lvl1pPr>
              <a:defRPr b="1" i="1" baseline="0">
                <a:latin typeface="+mn-lt"/>
              </a:defRPr>
            </a:lvl1pPr>
          </a:lstStyle>
          <a:p>
            <a:pPr marL="0" marR="0" lvl="0" indent="0" algn="l" defTabSz="914318"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presentation title</a:t>
            </a:r>
            <a:endParaRPr lang="en-SK"/>
          </a:p>
        </p:txBody>
      </p:sp>
    </p:spTree>
    <p:extLst>
      <p:ext uri="{BB962C8B-B14F-4D97-AF65-F5344CB8AC3E}">
        <p14:creationId xmlns:p14="http://schemas.microsoft.com/office/powerpoint/2010/main" val="3394138803"/>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lements_Q">
    <p:bg>
      <p:bgPr>
        <a:solidFill>
          <a:srgbClr val="F9FAFC"/>
        </a:solidFill>
        <a:effectLst/>
      </p:bgPr>
    </p:bg>
    <p:spTree>
      <p:nvGrpSpPr>
        <p:cNvPr id="1" name=""/>
        <p:cNvGrpSpPr/>
        <p:nvPr/>
      </p:nvGrpSpPr>
      <p:grpSpPr>
        <a:xfrm>
          <a:off x="0" y="0"/>
          <a:ext cx="0" cy="0"/>
          <a:chOff x="0" y="0"/>
          <a:chExt cx="0" cy="0"/>
        </a:xfrm>
      </p:grpSpPr>
      <p:sp>
        <p:nvSpPr>
          <p:cNvPr id="19" name="Picture Placeholder 33">
            <a:extLst>
              <a:ext uri="{FF2B5EF4-FFF2-40B4-BE49-F238E27FC236}">
                <a16:creationId xmlns:a16="http://schemas.microsoft.com/office/drawing/2014/main" id="{4CD28B04-68F5-E1EB-9B5A-7E607C47DCFF}"/>
              </a:ext>
            </a:extLst>
          </p:cNvPr>
          <p:cNvSpPr>
            <a:spLocks noGrp="1"/>
          </p:cNvSpPr>
          <p:nvPr>
            <p:ph type="pic" sz="quarter" idx="59" hasCustomPrompt="1"/>
          </p:nvPr>
        </p:nvSpPr>
        <p:spPr>
          <a:xfrm>
            <a:off x="803276" y="3681412"/>
            <a:ext cx="5221288" cy="2546587"/>
          </a:xfrm>
          <a:prstGeom prst="roundRect">
            <a:avLst>
              <a:gd name="adj" fmla="val 7648"/>
            </a:avLst>
          </a:prstGeom>
          <a:solidFill>
            <a:srgbClr val="D9E1E2"/>
          </a:solidFill>
        </p:spPr>
        <p:txBody>
          <a:bodyPr lIns="36000" tIns="36000" rIns="36000" bIns="36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photo to background</a:t>
            </a:r>
            <a:endParaRPr lang="en-SK"/>
          </a:p>
        </p:txBody>
      </p:sp>
      <p:sp>
        <p:nvSpPr>
          <p:cNvPr id="18" name="Picture Placeholder 33">
            <a:extLst>
              <a:ext uri="{FF2B5EF4-FFF2-40B4-BE49-F238E27FC236}">
                <a16:creationId xmlns:a16="http://schemas.microsoft.com/office/drawing/2014/main" id="{23D20238-4AE8-CE8B-F748-CCAC6CFC9948}"/>
              </a:ext>
            </a:extLst>
          </p:cNvPr>
          <p:cNvSpPr>
            <a:spLocks noGrp="1"/>
          </p:cNvSpPr>
          <p:nvPr>
            <p:ph type="pic" sz="quarter" idx="45" hasCustomPrompt="1"/>
          </p:nvPr>
        </p:nvSpPr>
        <p:spPr>
          <a:xfrm>
            <a:off x="6139384" y="3681412"/>
            <a:ext cx="2545851" cy="2556000"/>
          </a:xfrm>
          <a:prstGeom prst="roundRect">
            <a:avLst>
              <a:gd name="adj" fmla="val 7648"/>
            </a:avLst>
          </a:prstGeom>
          <a:solidFill>
            <a:srgbClr val="13322B"/>
          </a:solidFill>
        </p:spPr>
        <p:txBody>
          <a:bodyPr lIns="36000" tIns="36000" rIns="36000" bIns="36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photo to background</a:t>
            </a:r>
            <a:endParaRPr lang="en-SK"/>
          </a:p>
        </p:txBody>
      </p:sp>
      <p:sp>
        <p:nvSpPr>
          <p:cNvPr id="21" name="Picture Placeholder 33">
            <a:extLst>
              <a:ext uri="{FF2B5EF4-FFF2-40B4-BE49-F238E27FC236}">
                <a16:creationId xmlns:a16="http://schemas.microsoft.com/office/drawing/2014/main" id="{F1A686DC-E6E9-24E4-631C-D2C9C2E97C85}"/>
              </a:ext>
            </a:extLst>
          </p:cNvPr>
          <p:cNvSpPr>
            <a:spLocks noGrp="1"/>
          </p:cNvSpPr>
          <p:nvPr>
            <p:ph type="pic" sz="quarter" idx="61" hasCustomPrompt="1"/>
          </p:nvPr>
        </p:nvSpPr>
        <p:spPr>
          <a:xfrm>
            <a:off x="3467100" y="1016000"/>
            <a:ext cx="5221287" cy="2548000"/>
          </a:xfrm>
          <a:prstGeom prst="roundRect">
            <a:avLst>
              <a:gd name="adj" fmla="val 7648"/>
            </a:avLst>
          </a:prstGeom>
          <a:solidFill>
            <a:srgbClr val="D0DEBB"/>
          </a:solidFill>
        </p:spPr>
        <p:txBody>
          <a:bodyPr lIns="36000" tIns="36000" rIns="36000" bIns="36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photo to background</a:t>
            </a:r>
            <a:endParaRPr lang="en-SK"/>
          </a:p>
        </p:txBody>
      </p:sp>
      <p:sp>
        <p:nvSpPr>
          <p:cNvPr id="22" name="Picture Placeholder 33">
            <a:extLst>
              <a:ext uri="{FF2B5EF4-FFF2-40B4-BE49-F238E27FC236}">
                <a16:creationId xmlns:a16="http://schemas.microsoft.com/office/drawing/2014/main" id="{B79CF8C6-5D3A-F0A7-053E-A938B5A77027}"/>
              </a:ext>
            </a:extLst>
          </p:cNvPr>
          <p:cNvSpPr>
            <a:spLocks noGrp="1"/>
          </p:cNvSpPr>
          <p:nvPr>
            <p:ph type="pic" sz="quarter" idx="62" hasCustomPrompt="1"/>
          </p:nvPr>
        </p:nvSpPr>
        <p:spPr>
          <a:xfrm>
            <a:off x="8800055" y="1016000"/>
            <a:ext cx="2552157" cy="5221288"/>
          </a:xfrm>
          <a:prstGeom prst="roundRect">
            <a:avLst>
              <a:gd name="adj" fmla="val 7648"/>
            </a:avLst>
          </a:prstGeom>
          <a:solidFill>
            <a:srgbClr val="33FF99"/>
          </a:solidFill>
        </p:spPr>
        <p:txBody>
          <a:bodyPr lIns="36000" tIns="36000" rIns="36000" bIns="36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photo to background</a:t>
            </a:r>
            <a:endParaRPr lang="en-SK"/>
          </a:p>
        </p:txBody>
      </p:sp>
      <p:sp>
        <p:nvSpPr>
          <p:cNvPr id="43" name="Text Placeholder 16">
            <a:extLst>
              <a:ext uri="{FF2B5EF4-FFF2-40B4-BE49-F238E27FC236}">
                <a16:creationId xmlns:a16="http://schemas.microsoft.com/office/drawing/2014/main" id="{6290144A-61F2-45B3-7821-3E2421D8757B}"/>
              </a:ext>
            </a:extLst>
          </p:cNvPr>
          <p:cNvSpPr>
            <a:spLocks noGrp="1"/>
          </p:cNvSpPr>
          <p:nvPr>
            <p:ph type="body" sz="quarter" idx="35" hasCustomPrompt="1"/>
          </p:nvPr>
        </p:nvSpPr>
        <p:spPr>
          <a:xfrm>
            <a:off x="3688042" y="2212259"/>
            <a:ext cx="4788979" cy="1140542"/>
          </a:xfrm>
        </p:spPr>
        <p:txBody>
          <a:bodyPr lIns="36000" tIns="36000" rIns="36000" bIns="36000" numCol="2" spcCol="216000">
            <a:noAutofit/>
          </a:bodyPr>
          <a:lstStyle>
            <a:lvl1pPr marL="9525" indent="0">
              <a:lnSpc>
                <a:spcPct val="100000"/>
              </a:lnSpc>
              <a:tabLst/>
              <a:defRPr b="0" i="0">
                <a:latin typeface="Arial" panose="020B0604020202020204" pitchFamily="34" charset="0"/>
                <a:cs typeface="Arial" panose="020B0604020202020204" pitchFamily="34" charset="0"/>
              </a:defRPr>
            </a:lvl1pPr>
          </a:lstStyle>
          <a:p>
            <a:pPr lvl="0"/>
            <a:r>
              <a:rPr lang="en-GB"/>
              <a:t>Click to edit text</a:t>
            </a:r>
          </a:p>
        </p:txBody>
      </p:sp>
      <p:sp>
        <p:nvSpPr>
          <p:cNvPr id="44" name="Text Placeholder 75">
            <a:extLst>
              <a:ext uri="{FF2B5EF4-FFF2-40B4-BE49-F238E27FC236}">
                <a16:creationId xmlns:a16="http://schemas.microsoft.com/office/drawing/2014/main" id="{465AEA15-54A2-C7F9-6D7D-BBCD765392FE}"/>
              </a:ext>
            </a:extLst>
          </p:cNvPr>
          <p:cNvSpPr>
            <a:spLocks noGrp="1"/>
          </p:cNvSpPr>
          <p:nvPr>
            <p:ph type="body" sz="quarter" idx="48" hasCustomPrompt="1"/>
          </p:nvPr>
        </p:nvSpPr>
        <p:spPr>
          <a:xfrm>
            <a:off x="3688043" y="1272690"/>
            <a:ext cx="4788978" cy="621312"/>
          </a:xfrm>
        </p:spPr>
        <p:txBody>
          <a:bodyPr lIns="36000" tIns="36000" rIns="36000" bIns="36000">
            <a:noAutofit/>
          </a:bodyPr>
          <a:lstStyle>
            <a:lvl1pPr>
              <a:lnSpc>
                <a:spcPct val="100000"/>
              </a:lnSpc>
              <a:defRPr sz="1600" b="1" i="0">
                <a:solidFill>
                  <a:schemeClr val="tx1"/>
                </a:solidFill>
                <a:latin typeface="Arial" panose="020B0604020202020204" pitchFamily="34" charset="0"/>
                <a:cs typeface="Arial" panose="020B0604020202020204" pitchFamily="34" charset="0"/>
              </a:defRPr>
            </a:lvl1pPr>
          </a:lstStyle>
          <a:p>
            <a:pPr lvl="0"/>
            <a:r>
              <a:rPr lang="en-GB"/>
              <a:t>Click to edit text</a:t>
            </a:r>
          </a:p>
        </p:txBody>
      </p:sp>
      <p:sp>
        <p:nvSpPr>
          <p:cNvPr id="48" name="Text Placeholder 16">
            <a:extLst>
              <a:ext uri="{FF2B5EF4-FFF2-40B4-BE49-F238E27FC236}">
                <a16:creationId xmlns:a16="http://schemas.microsoft.com/office/drawing/2014/main" id="{81ADF764-939C-31F5-9E58-2066B0AC5553}"/>
              </a:ext>
            </a:extLst>
          </p:cNvPr>
          <p:cNvSpPr>
            <a:spLocks noGrp="1"/>
          </p:cNvSpPr>
          <p:nvPr>
            <p:ph type="body" sz="quarter" idx="50" hasCustomPrompt="1"/>
          </p:nvPr>
        </p:nvSpPr>
        <p:spPr>
          <a:xfrm>
            <a:off x="1038559" y="4877672"/>
            <a:ext cx="4803157" cy="1140542"/>
          </a:xfrm>
        </p:spPr>
        <p:txBody>
          <a:bodyPr lIns="36000" tIns="36000" rIns="36000" bIns="36000" numCol="2" spcCol="216000">
            <a:noAutofit/>
          </a:bodyPr>
          <a:lstStyle>
            <a:lvl1pPr marL="9525" indent="0">
              <a:lnSpc>
                <a:spcPct val="100000"/>
              </a:lnSpc>
              <a:tabLst/>
              <a:defRPr b="0" i="0">
                <a:solidFill>
                  <a:schemeClr val="tx1"/>
                </a:solidFill>
                <a:latin typeface="Arial" panose="020B0604020202020204" pitchFamily="34" charset="0"/>
                <a:cs typeface="Arial" panose="020B0604020202020204" pitchFamily="34" charset="0"/>
              </a:defRPr>
            </a:lvl1pPr>
          </a:lstStyle>
          <a:p>
            <a:pPr lvl="0"/>
            <a:r>
              <a:rPr lang="en-GB"/>
              <a:t>Click to edit text</a:t>
            </a:r>
          </a:p>
        </p:txBody>
      </p:sp>
      <p:sp>
        <p:nvSpPr>
          <p:cNvPr id="49" name="Text Placeholder 75">
            <a:extLst>
              <a:ext uri="{FF2B5EF4-FFF2-40B4-BE49-F238E27FC236}">
                <a16:creationId xmlns:a16="http://schemas.microsoft.com/office/drawing/2014/main" id="{B0F4C3D6-8BF6-6A5D-FD0B-C381CCC9E4DC}"/>
              </a:ext>
            </a:extLst>
          </p:cNvPr>
          <p:cNvSpPr>
            <a:spLocks noGrp="1"/>
          </p:cNvSpPr>
          <p:nvPr>
            <p:ph type="body" sz="quarter" idx="51" hasCustomPrompt="1"/>
          </p:nvPr>
        </p:nvSpPr>
        <p:spPr>
          <a:xfrm>
            <a:off x="1038559" y="3938103"/>
            <a:ext cx="4803157" cy="621312"/>
          </a:xfrm>
        </p:spPr>
        <p:txBody>
          <a:bodyPr lIns="36000" tIns="36000" rIns="36000" bIns="36000">
            <a:noAutofit/>
          </a:bodyPr>
          <a:lstStyle>
            <a:lvl1pPr>
              <a:lnSpc>
                <a:spcPct val="100000"/>
              </a:lnSpc>
              <a:defRPr sz="1600" b="1" i="0">
                <a:solidFill>
                  <a:schemeClr val="tx1"/>
                </a:solidFill>
                <a:latin typeface="Arial" panose="020B0604020202020204" pitchFamily="34" charset="0"/>
                <a:cs typeface="Arial" panose="020B0604020202020204" pitchFamily="34" charset="0"/>
              </a:defRPr>
            </a:lvl1pPr>
          </a:lstStyle>
          <a:p>
            <a:pPr lvl="0"/>
            <a:r>
              <a:rPr lang="en-GB"/>
              <a:t>Click to edit text</a:t>
            </a:r>
          </a:p>
        </p:txBody>
      </p:sp>
      <p:sp>
        <p:nvSpPr>
          <p:cNvPr id="10" name="Text Placeholder 75">
            <a:extLst>
              <a:ext uri="{FF2B5EF4-FFF2-40B4-BE49-F238E27FC236}">
                <a16:creationId xmlns:a16="http://schemas.microsoft.com/office/drawing/2014/main" id="{F0FF29CE-1C40-43F3-6C52-8B3072030BEC}"/>
              </a:ext>
            </a:extLst>
          </p:cNvPr>
          <p:cNvSpPr>
            <a:spLocks noGrp="1"/>
          </p:cNvSpPr>
          <p:nvPr>
            <p:ph type="body" sz="quarter" idx="57" hasCustomPrompt="1"/>
          </p:nvPr>
        </p:nvSpPr>
        <p:spPr>
          <a:xfrm>
            <a:off x="9007389" y="1272690"/>
            <a:ext cx="2101290" cy="621312"/>
          </a:xfrm>
        </p:spPr>
        <p:txBody>
          <a:bodyPr lIns="36000" tIns="36000" rIns="36000" bIns="36000">
            <a:noAutofit/>
          </a:bodyPr>
          <a:lstStyle>
            <a:lvl1pPr>
              <a:lnSpc>
                <a:spcPct val="100000"/>
              </a:lnSpc>
              <a:defRPr sz="1600" b="1" i="0">
                <a:solidFill>
                  <a:schemeClr val="tx1"/>
                </a:solidFill>
                <a:latin typeface="Arial" panose="020B0604020202020204" pitchFamily="34" charset="0"/>
                <a:cs typeface="Arial" panose="020B0604020202020204" pitchFamily="34" charset="0"/>
              </a:defRPr>
            </a:lvl1pPr>
          </a:lstStyle>
          <a:p>
            <a:pPr lvl="0"/>
            <a:r>
              <a:rPr lang="en-GB"/>
              <a:t>Click to edit text</a:t>
            </a:r>
          </a:p>
        </p:txBody>
      </p:sp>
      <p:sp>
        <p:nvSpPr>
          <p:cNvPr id="12" name="Text Placeholder 16">
            <a:extLst>
              <a:ext uri="{FF2B5EF4-FFF2-40B4-BE49-F238E27FC236}">
                <a16:creationId xmlns:a16="http://schemas.microsoft.com/office/drawing/2014/main" id="{BF64A657-BA0D-FD70-767F-E81A9AF2E29A}"/>
              </a:ext>
            </a:extLst>
          </p:cNvPr>
          <p:cNvSpPr>
            <a:spLocks noGrp="1"/>
          </p:cNvSpPr>
          <p:nvPr>
            <p:ph type="body" sz="quarter" idx="58" hasCustomPrompt="1"/>
          </p:nvPr>
        </p:nvSpPr>
        <p:spPr>
          <a:xfrm>
            <a:off x="9007389" y="2150692"/>
            <a:ext cx="2118876" cy="3867522"/>
          </a:xfrm>
        </p:spPr>
        <p:txBody>
          <a:bodyPr lIns="36000" tIns="36000" rIns="36000" bIns="36000">
            <a:noAutofit/>
          </a:bodyPr>
          <a:lstStyle>
            <a:lvl1pPr marL="9525" indent="0">
              <a:lnSpc>
                <a:spcPct val="100000"/>
              </a:lnSpc>
              <a:tabLst/>
              <a:defRPr b="0" i="0">
                <a:latin typeface="Arial" panose="020B0604020202020204" pitchFamily="34" charset="0"/>
                <a:cs typeface="Arial" panose="020B0604020202020204" pitchFamily="34" charset="0"/>
              </a:defRPr>
            </a:lvl1pPr>
          </a:lstStyle>
          <a:p>
            <a:pPr lvl="0"/>
            <a:r>
              <a:rPr lang="en-GB"/>
              <a:t>Click to edit text</a:t>
            </a:r>
          </a:p>
        </p:txBody>
      </p:sp>
      <p:sp>
        <p:nvSpPr>
          <p:cNvPr id="24" name="Text Placeholder 75">
            <a:extLst>
              <a:ext uri="{FF2B5EF4-FFF2-40B4-BE49-F238E27FC236}">
                <a16:creationId xmlns:a16="http://schemas.microsoft.com/office/drawing/2014/main" id="{F1C8E234-A684-89ED-25CF-C1431D9B131A}"/>
              </a:ext>
            </a:extLst>
          </p:cNvPr>
          <p:cNvSpPr>
            <a:spLocks noGrp="1"/>
          </p:cNvSpPr>
          <p:nvPr>
            <p:ph type="body" sz="quarter" idx="63" hasCustomPrompt="1"/>
          </p:nvPr>
        </p:nvSpPr>
        <p:spPr>
          <a:xfrm>
            <a:off x="6375732" y="3935207"/>
            <a:ext cx="2101290" cy="621312"/>
          </a:xfrm>
        </p:spPr>
        <p:txBody>
          <a:bodyPr lIns="36000" tIns="36000" rIns="36000" bIns="36000">
            <a:noAutofit/>
          </a:bodyPr>
          <a:lstStyle>
            <a:lvl1pPr>
              <a:lnSpc>
                <a:spcPct val="100000"/>
              </a:lnSpc>
              <a:defRPr sz="1600" b="1" i="0">
                <a:solidFill>
                  <a:schemeClr val="bg1"/>
                </a:solidFill>
                <a:latin typeface="Arial" panose="020B0604020202020204" pitchFamily="34" charset="0"/>
                <a:cs typeface="Arial" panose="020B0604020202020204" pitchFamily="34" charset="0"/>
              </a:defRPr>
            </a:lvl1pPr>
          </a:lstStyle>
          <a:p>
            <a:pPr lvl="0"/>
            <a:r>
              <a:rPr lang="en-GB"/>
              <a:t>Click to edit text</a:t>
            </a:r>
          </a:p>
        </p:txBody>
      </p:sp>
      <p:sp>
        <p:nvSpPr>
          <p:cNvPr id="25" name="Text Placeholder 16">
            <a:extLst>
              <a:ext uri="{FF2B5EF4-FFF2-40B4-BE49-F238E27FC236}">
                <a16:creationId xmlns:a16="http://schemas.microsoft.com/office/drawing/2014/main" id="{A41F71E1-0268-5AF9-BF61-C7FF879B42F1}"/>
              </a:ext>
            </a:extLst>
          </p:cNvPr>
          <p:cNvSpPr>
            <a:spLocks noGrp="1"/>
          </p:cNvSpPr>
          <p:nvPr>
            <p:ph type="body" sz="quarter" idx="64" hasCustomPrompt="1"/>
          </p:nvPr>
        </p:nvSpPr>
        <p:spPr>
          <a:xfrm>
            <a:off x="6358146" y="4874776"/>
            <a:ext cx="2118876" cy="1140542"/>
          </a:xfrm>
        </p:spPr>
        <p:txBody>
          <a:bodyPr lIns="36000" tIns="36000" rIns="36000" bIns="36000">
            <a:noAutofit/>
          </a:bodyPr>
          <a:lstStyle>
            <a:lvl1pPr marL="9525" indent="0">
              <a:lnSpc>
                <a:spcPct val="100000"/>
              </a:lnSpc>
              <a:tabLst/>
              <a:defRPr b="0" i="0">
                <a:solidFill>
                  <a:schemeClr val="bg1"/>
                </a:solidFill>
                <a:latin typeface="Arial" panose="020B0604020202020204" pitchFamily="34" charset="0"/>
                <a:cs typeface="Arial" panose="020B0604020202020204" pitchFamily="34" charset="0"/>
              </a:defRPr>
            </a:lvl1pPr>
          </a:lstStyle>
          <a:p>
            <a:pPr lvl="0"/>
            <a:r>
              <a:rPr lang="en-GB"/>
              <a:t>Click to edit text</a:t>
            </a:r>
          </a:p>
        </p:txBody>
      </p:sp>
      <p:sp>
        <p:nvSpPr>
          <p:cNvPr id="5" name="Title 4">
            <a:extLst>
              <a:ext uri="{FF2B5EF4-FFF2-40B4-BE49-F238E27FC236}">
                <a16:creationId xmlns:a16="http://schemas.microsoft.com/office/drawing/2014/main" id="{53A3ADEA-41AF-9934-0025-6CAC38D75A2C}"/>
              </a:ext>
            </a:extLst>
          </p:cNvPr>
          <p:cNvSpPr>
            <a:spLocks noGrp="1"/>
          </p:cNvSpPr>
          <p:nvPr>
            <p:ph type="title"/>
          </p:nvPr>
        </p:nvSpPr>
        <p:spPr>
          <a:xfrm>
            <a:off x="803275" y="1015999"/>
            <a:ext cx="2552157" cy="2557463"/>
          </a:xfrm>
        </p:spPr>
        <p:txBody>
          <a:bodyPr/>
          <a:lstStyle/>
          <a:p>
            <a:r>
              <a:rPr lang="en-GB"/>
              <a:t>Click to edit Master title</a:t>
            </a:r>
            <a:endParaRPr lang="en-SK"/>
          </a:p>
        </p:txBody>
      </p:sp>
      <p:sp>
        <p:nvSpPr>
          <p:cNvPr id="3" name="Text Placeholder 64">
            <a:extLst>
              <a:ext uri="{FF2B5EF4-FFF2-40B4-BE49-F238E27FC236}">
                <a16:creationId xmlns:a16="http://schemas.microsoft.com/office/drawing/2014/main" id="{EFC91887-80F3-DF7E-53B9-59710849E64A}"/>
              </a:ext>
            </a:extLst>
          </p:cNvPr>
          <p:cNvSpPr>
            <a:spLocks noGrp="1"/>
          </p:cNvSpPr>
          <p:nvPr>
            <p:ph type="body" sz="quarter" idx="115" hasCustomPrompt="1"/>
          </p:nvPr>
        </p:nvSpPr>
        <p:spPr>
          <a:xfrm>
            <a:off x="828000" y="288000"/>
            <a:ext cx="7843612" cy="360000"/>
          </a:xfrm>
        </p:spPr>
        <p:txBody>
          <a:bodyPr anchor="ctr" anchorCtr="0"/>
          <a:lstStyle>
            <a:lvl1pPr>
              <a:defRPr b="1" i="1" baseline="0">
                <a:latin typeface="+mn-lt"/>
              </a:defRPr>
            </a:lvl1pPr>
          </a:lstStyle>
          <a:p>
            <a:pPr marL="0" marR="0" lvl="0" indent="0" algn="l" defTabSz="914318"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presentation title</a:t>
            </a:r>
            <a:endParaRPr lang="en-SK"/>
          </a:p>
        </p:txBody>
      </p:sp>
    </p:spTree>
    <p:extLst>
      <p:ext uri="{BB962C8B-B14F-4D97-AF65-F5344CB8AC3E}">
        <p14:creationId xmlns:p14="http://schemas.microsoft.com/office/powerpoint/2010/main" val="3731807033"/>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Elements_R">
    <p:bg>
      <p:bgPr>
        <a:solidFill>
          <a:srgbClr val="F9FAFC"/>
        </a:solidFill>
        <a:effectLst/>
      </p:bgPr>
    </p:bg>
    <p:spTree>
      <p:nvGrpSpPr>
        <p:cNvPr id="1" name=""/>
        <p:cNvGrpSpPr/>
        <p:nvPr/>
      </p:nvGrpSpPr>
      <p:grpSpPr>
        <a:xfrm>
          <a:off x="0" y="0"/>
          <a:ext cx="0" cy="0"/>
          <a:chOff x="0" y="0"/>
          <a:chExt cx="0" cy="0"/>
        </a:xfrm>
      </p:grpSpPr>
      <p:sp>
        <p:nvSpPr>
          <p:cNvPr id="14" name="Rounded Rectangle 13">
            <a:extLst>
              <a:ext uri="{FF2B5EF4-FFF2-40B4-BE49-F238E27FC236}">
                <a16:creationId xmlns:a16="http://schemas.microsoft.com/office/drawing/2014/main" id="{8988CAE9-D1AC-8AF9-AB91-61005A56D17C}"/>
              </a:ext>
            </a:extLst>
          </p:cNvPr>
          <p:cNvSpPr/>
          <p:nvPr userDrawn="1"/>
        </p:nvSpPr>
        <p:spPr>
          <a:xfrm>
            <a:off x="3467439" y="1008000"/>
            <a:ext cx="5217796" cy="2559600"/>
          </a:xfrm>
          <a:prstGeom prst="roundRect">
            <a:avLst>
              <a:gd name="adj" fmla="val 8629"/>
            </a:avLst>
          </a:prstGeom>
          <a:solidFill>
            <a:srgbClr val="D0DEB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t">
            <a:noAutofit/>
          </a:bodyPr>
          <a:lstStyle/>
          <a:p>
            <a:pPr algn="l">
              <a:lnSpc>
                <a:spcPct val="100000"/>
              </a:lnSpc>
              <a:spcBef>
                <a:spcPts val="1000"/>
              </a:spcBef>
            </a:pPr>
            <a:endParaRPr lang="en-SK" sz="1400" err="1">
              <a:solidFill>
                <a:schemeClr val="tx1"/>
              </a:solidFill>
              <a:latin typeface="Arial" panose="020B0604020202020204" pitchFamily="34" charset="0"/>
              <a:cs typeface="Arial" panose="020B0604020202020204" pitchFamily="34" charset="0"/>
            </a:endParaRPr>
          </a:p>
        </p:txBody>
      </p:sp>
      <p:sp>
        <p:nvSpPr>
          <p:cNvPr id="34" name="Picture Placeholder 33">
            <a:extLst>
              <a:ext uri="{FF2B5EF4-FFF2-40B4-BE49-F238E27FC236}">
                <a16:creationId xmlns:a16="http://schemas.microsoft.com/office/drawing/2014/main" id="{56E39EC6-6542-2CEE-9B18-B9C806B3CF94}"/>
              </a:ext>
            </a:extLst>
          </p:cNvPr>
          <p:cNvSpPr>
            <a:spLocks noGrp="1"/>
          </p:cNvSpPr>
          <p:nvPr>
            <p:ph type="pic" sz="quarter" idx="45"/>
          </p:nvPr>
        </p:nvSpPr>
        <p:spPr>
          <a:xfrm>
            <a:off x="6136005" y="3682516"/>
            <a:ext cx="2552383" cy="2549085"/>
          </a:xfrm>
          <a:prstGeom prst="roundRect">
            <a:avLst>
              <a:gd name="adj" fmla="val 7648"/>
            </a:avLst>
          </a:prstGeom>
        </p:spPr>
        <p:txBody>
          <a:bodyPr lIns="36000" tIns="36000" rIns="36000" bIns="720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picture</a:t>
            </a:r>
            <a:endParaRPr lang="en-SK"/>
          </a:p>
        </p:txBody>
      </p:sp>
      <p:sp>
        <p:nvSpPr>
          <p:cNvPr id="43" name="Text Placeholder 16">
            <a:extLst>
              <a:ext uri="{FF2B5EF4-FFF2-40B4-BE49-F238E27FC236}">
                <a16:creationId xmlns:a16="http://schemas.microsoft.com/office/drawing/2014/main" id="{6290144A-61F2-45B3-7821-3E2421D8757B}"/>
              </a:ext>
            </a:extLst>
          </p:cNvPr>
          <p:cNvSpPr>
            <a:spLocks noGrp="1"/>
          </p:cNvSpPr>
          <p:nvPr>
            <p:ph type="body" sz="quarter" idx="35" hasCustomPrompt="1"/>
          </p:nvPr>
        </p:nvSpPr>
        <p:spPr>
          <a:xfrm>
            <a:off x="3688043" y="2212259"/>
            <a:ext cx="4824000" cy="1152000"/>
          </a:xfrm>
        </p:spPr>
        <p:txBody>
          <a:bodyPr lIns="36000" tIns="36000" rIns="36000" bIns="36000" numCol="2" spcCol="252000">
            <a:noAutofit/>
          </a:bodyPr>
          <a:lstStyle>
            <a:lvl1pPr marL="9525" indent="0">
              <a:lnSpc>
                <a:spcPct val="100000"/>
              </a:lnSpc>
              <a:tabLst/>
              <a:defRPr b="0" i="0">
                <a:latin typeface="Arial" panose="020B0604020202020204" pitchFamily="34" charset="0"/>
                <a:cs typeface="Arial" panose="020B0604020202020204" pitchFamily="34" charset="0"/>
              </a:defRPr>
            </a:lvl1pPr>
          </a:lstStyle>
          <a:p>
            <a:pPr lvl="0"/>
            <a:r>
              <a:rPr lang="en-GB"/>
              <a:t>Click to edit text</a:t>
            </a:r>
          </a:p>
        </p:txBody>
      </p:sp>
      <p:sp>
        <p:nvSpPr>
          <p:cNvPr id="44" name="Text Placeholder 75">
            <a:extLst>
              <a:ext uri="{FF2B5EF4-FFF2-40B4-BE49-F238E27FC236}">
                <a16:creationId xmlns:a16="http://schemas.microsoft.com/office/drawing/2014/main" id="{465AEA15-54A2-C7F9-6D7D-BBCD765392FE}"/>
              </a:ext>
            </a:extLst>
          </p:cNvPr>
          <p:cNvSpPr>
            <a:spLocks noGrp="1"/>
          </p:cNvSpPr>
          <p:nvPr>
            <p:ph type="body" sz="quarter" idx="48" hasCustomPrompt="1"/>
          </p:nvPr>
        </p:nvSpPr>
        <p:spPr>
          <a:xfrm>
            <a:off x="3688042" y="1272690"/>
            <a:ext cx="4824000" cy="621312"/>
          </a:xfrm>
        </p:spPr>
        <p:txBody>
          <a:bodyPr lIns="36000" tIns="36000" rIns="36000" bIns="36000">
            <a:noAutofit/>
          </a:bodyPr>
          <a:lstStyle>
            <a:lvl1pPr>
              <a:lnSpc>
                <a:spcPct val="100000"/>
              </a:lnSpc>
              <a:defRPr sz="1600" b="1" i="0">
                <a:solidFill>
                  <a:schemeClr val="tx1"/>
                </a:solidFill>
                <a:latin typeface="Arial" panose="020B0604020202020204" pitchFamily="34" charset="0"/>
                <a:cs typeface="Arial" panose="020B0604020202020204" pitchFamily="34" charset="0"/>
              </a:defRPr>
            </a:lvl1pPr>
          </a:lstStyle>
          <a:p>
            <a:pPr lvl="0"/>
            <a:r>
              <a:rPr lang="en-GB"/>
              <a:t>Click to edit text</a:t>
            </a:r>
          </a:p>
        </p:txBody>
      </p:sp>
      <p:sp>
        <p:nvSpPr>
          <p:cNvPr id="47" name="Rounded Rectangle 46">
            <a:extLst>
              <a:ext uri="{FF2B5EF4-FFF2-40B4-BE49-F238E27FC236}">
                <a16:creationId xmlns:a16="http://schemas.microsoft.com/office/drawing/2014/main" id="{4BD9CBEA-2F28-9B0C-7AE5-7FC7E66EF075}"/>
              </a:ext>
            </a:extLst>
          </p:cNvPr>
          <p:cNvSpPr/>
          <p:nvPr userDrawn="1"/>
        </p:nvSpPr>
        <p:spPr>
          <a:xfrm>
            <a:off x="806768" y="3682514"/>
            <a:ext cx="5217795" cy="2554774"/>
          </a:xfrm>
          <a:prstGeom prst="roundRect">
            <a:avLst>
              <a:gd name="adj" fmla="val 8629"/>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t">
            <a:noAutofit/>
          </a:bodyPr>
          <a:lstStyle/>
          <a:p>
            <a:pPr algn="l">
              <a:lnSpc>
                <a:spcPct val="100000"/>
              </a:lnSpc>
              <a:spcBef>
                <a:spcPts val="1000"/>
              </a:spcBef>
            </a:pPr>
            <a:endParaRPr lang="en-SK" sz="1400" err="1">
              <a:solidFill>
                <a:schemeClr val="tx1"/>
              </a:solidFill>
              <a:latin typeface="Arial" panose="020B0604020202020204" pitchFamily="34" charset="0"/>
              <a:cs typeface="Arial" panose="020B0604020202020204" pitchFamily="34" charset="0"/>
            </a:endParaRPr>
          </a:p>
        </p:txBody>
      </p:sp>
      <p:sp>
        <p:nvSpPr>
          <p:cNvPr id="48" name="Text Placeholder 16">
            <a:extLst>
              <a:ext uri="{FF2B5EF4-FFF2-40B4-BE49-F238E27FC236}">
                <a16:creationId xmlns:a16="http://schemas.microsoft.com/office/drawing/2014/main" id="{81ADF764-939C-31F5-9E58-2066B0AC5553}"/>
              </a:ext>
            </a:extLst>
          </p:cNvPr>
          <p:cNvSpPr>
            <a:spLocks noGrp="1"/>
          </p:cNvSpPr>
          <p:nvPr>
            <p:ph type="body" sz="quarter" idx="50" hasCustomPrompt="1"/>
          </p:nvPr>
        </p:nvSpPr>
        <p:spPr>
          <a:xfrm>
            <a:off x="1038560" y="4877672"/>
            <a:ext cx="2320590" cy="1140542"/>
          </a:xfrm>
        </p:spPr>
        <p:txBody>
          <a:bodyPr lIns="36000" tIns="36000" rIns="36000" bIns="36000">
            <a:noAutofit/>
          </a:bodyPr>
          <a:lstStyle>
            <a:lvl1pPr marL="9525" indent="0">
              <a:lnSpc>
                <a:spcPct val="100000"/>
              </a:lnSpc>
              <a:tabLst/>
              <a:defRPr b="0" i="0">
                <a:solidFill>
                  <a:schemeClr val="bg1"/>
                </a:solidFill>
                <a:latin typeface="Arial" panose="020B0604020202020204" pitchFamily="34" charset="0"/>
                <a:cs typeface="Arial" panose="020B0604020202020204" pitchFamily="34" charset="0"/>
              </a:defRPr>
            </a:lvl1pPr>
          </a:lstStyle>
          <a:p>
            <a:pPr lvl="0"/>
            <a:r>
              <a:rPr lang="en-GB"/>
              <a:t>Click to edit text</a:t>
            </a:r>
          </a:p>
        </p:txBody>
      </p:sp>
      <p:sp>
        <p:nvSpPr>
          <p:cNvPr id="49" name="Text Placeholder 75">
            <a:extLst>
              <a:ext uri="{FF2B5EF4-FFF2-40B4-BE49-F238E27FC236}">
                <a16:creationId xmlns:a16="http://schemas.microsoft.com/office/drawing/2014/main" id="{B0F4C3D6-8BF6-6A5D-FD0B-C381CCC9E4DC}"/>
              </a:ext>
            </a:extLst>
          </p:cNvPr>
          <p:cNvSpPr>
            <a:spLocks noGrp="1"/>
          </p:cNvSpPr>
          <p:nvPr>
            <p:ph type="body" sz="quarter" idx="51" hasCustomPrompt="1"/>
          </p:nvPr>
        </p:nvSpPr>
        <p:spPr>
          <a:xfrm>
            <a:off x="1038559" y="3938103"/>
            <a:ext cx="4794585" cy="621312"/>
          </a:xfrm>
        </p:spPr>
        <p:txBody>
          <a:bodyPr lIns="36000" tIns="36000" rIns="36000" bIns="36000">
            <a:noAutofit/>
          </a:bodyPr>
          <a:lstStyle>
            <a:lvl1pPr>
              <a:lnSpc>
                <a:spcPct val="100000"/>
              </a:lnSpc>
              <a:defRPr sz="1600" b="1" i="0">
                <a:solidFill>
                  <a:schemeClr val="bg1"/>
                </a:solidFill>
                <a:latin typeface="Arial" panose="020B0604020202020204" pitchFamily="34" charset="0"/>
                <a:cs typeface="Arial" panose="020B0604020202020204" pitchFamily="34" charset="0"/>
              </a:defRPr>
            </a:lvl1pPr>
          </a:lstStyle>
          <a:p>
            <a:pPr lvl="0"/>
            <a:r>
              <a:rPr lang="en-GB"/>
              <a:t>Click to edit text</a:t>
            </a:r>
          </a:p>
        </p:txBody>
      </p:sp>
      <p:sp>
        <p:nvSpPr>
          <p:cNvPr id="50" name="Text Placeholder 16">
            <a:extLst>
              <a:ext uri="{FF2B5EF4-FFF2-40B4-BE49-F238E27FC236}">
                <a16:creationId xmlns:a16="http://schemas.microsoft.com/office/drawing/2014/main" id="{C478DABA-A79D-0841-4FC5-E0EFCAFE7021}"/>
              </a:ext>
            </a:extLst>
          </p:cNvPr>
          <p:cNvSpPr>
            <a:spLocks noGrp="1"/>
          </p:cNvSpPr>
          <p:nvPr>
            <p:ph type="body" sz="quarter" idx="52" hasCustomPrompt="1"/>
          </p:nvPr>
        </p:nvSpPr>
        <p:spPr>
          <a:xfrm>
            <a:off x="3467439" y="4877672"/>
            <a:ext cx="2365706" cy="1140542"/>
          </a:xfrm>
        </p:spPr>
        <p:txBody>
          <a:bodyPr lIns="36000" tIns="36000" rIns="36000" bIns="36000">
            <a:noAutofit/>
          </a:bodyPr>
          <a:lstStyle>
            <a:lvl1pPr marL="9525" indent="0">
              <a:lnSpc>
                <a:spcPct val="100000"/>
              </a:lnSpc>
              <a:tabLst/>
              <a:defRPr b="0" i="0">
                <a:solidFill>
                  <a:schemeClr val="bg1"/>
                </a:solidFill>
                <a:latin typeface="Arial" panose="020B0604020202020204" pitchFamily="34" charset="0"/>
                <a:cs typeface="Arial" panose="020B0604020202020204" pitchFamily="34" charset="0"/>
              </a:defRPr>
            </a:lvl1pPr>
          </a:lstStyle>
          <a:p>
            <a:pPr lvl="0"/>
            <a:r>
              <a:rPr lang="en-GB"/>
              <a:t>Click to edit text</a:t>
            </a:r>
          </a:p>
        </p:txBody>
      </p:sp>
      <p:sp>
        <p:nvSpPr>
          <p:cNvPr id="5" name="Rounded Rectangle 4">
            <a:extLst>
              <a:ext uri="{FF2B5EF4-FFF2-40B4-BE49-F238E27FC236}">
                <a16:creationId xmlns:a16="http://schemas.microsoft.com/office/drawing/2014/main" id="{72FF0333-6BE5-5944-B18A-905F072A3A03}"/>
              </a:ext>
            </a:extLst>
          </p:cNvPr>
          <p:cNvSpPr/>
          <p:nvPr userDrawn="1"/>
        </p:nvSpPr>
        <p:spPr>
          <a:xfrm>
            <a:off x="8796678" y="1016000"/>
            <a:ext cx="2555535" cy="5221288"/>
          </a:xfrm>
          <a:prstGeom prst="roundRect">
            <a:avLst>
              <a:gd name="adj" fmla="val 8629"/>
            </a:avLst>
          </a:prstGeom>
          <a:solidFill>
            <a:srgbClr val="D0C5F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t">
            <a:noAutofit/>
          </a:bodyPr>
          <a:lstStyle/>
          <a:p>
            <a:pPr algn="l">
              <a:lnSpc>
                <a:spcPct val="100000"/>
              </a:lnSpc>
              <a:spcBef>
                <a:spcPts val="1000"/>
              </a:spcBef>
            </a:pPr>
            <a:endParaRPr lang="en-SK" sz="1400" err="1">
              <a:solidFill>
                <a:schemeClr val="tx1"/>
              </a:solidFill>
              <a:latin typeface="Arial" panose="020B0604020202020204" pitchFamily="34" charset="0"/>
              <a:cs typeface="Arial" panose="020B0604020202020204" pitchFamily="34" charset="0"/>
            </a:endParaRPr>
          </a:p>
        </p:txBody>
      </p:sp>
      <p:sp>
        <p:nvSpPr>
          <p:cNvPr id="6" name="Text Placeholder 75">
            <a:extLst>
              <a:ext uri="{FF2B5EF4-FFF2-40B4-BE49-F238E27FC236}">
                <a16:creationId xmlns:a16="http://schemas.microsoft.com/office/drawing/2014/main" id="{29B25207-ABBE-B2E4-37B6-F0ABAC2336E5}"/>
              </a:ext>
            </a:extLst>
          </p:cNvPr>
          <p:cNvSpPr>
            <a:spLocks noGrp="1"/>
          </p:cNvSpPr>
          <p:nvPr>
            <p:ph type="body" sz="quarter" idx="57" hasCustomPrompt="1"/>
          </p:nvPr>
        </p:nvSpPr>
        <p:spPr>
          <a:xfrm>
            <a:off x="9007389" y="1272690"/>
            <a:ext cx="2101290" cy="621312"/>
          </a:xfrm>
        </p:spPr>
        <p:txBody>
          <a:bodyPr lIns="36000" tIns="36000" rIns="36000" bIns="36000">
            <a:noAutofit/>
          </a:bodyPr>
          <a:lstStyle>
            <a:lvl1pPr>
              <a:lnSpc>
                <a:spcPct val="100000"/>
              </a:lnSpc>
              <a:defRPr sz="1600" b="1" i="0">
                <a:solidFill>
                  <a:schemeClr val="tx1"/>
                </a:solidFill>
                <a:latin typeface="Arial" panose="020B0604020202020204" pitchFamily="34" charset="0"/>
                <a:cs typeface="Arial" panose="020B0604020202020204" pitchFamily="34" charset="0"/>
              </a:defRPr>
            </a:lvl1pPr>
          </a:lstStyle>
          <a:p>
            <a:pPr lvl="0"/>
            <a:r>
              <a:rPr lang="en-GB"/>
              <a:t>Click to edit text</a:t>
            </a:r>
          </a:p>
        </p:txBody>
      </p:sp>
      <p:sp>
        <p:nvSpPr>
          <p:cNvPr id="8" name="Text Placeholder 16">
            <a:extLst>
              <a:ext uri="{FF2B5EF4-FFF2-40B4-BE49-F238E27FC236}">
                <a16:creationId xmlns:a16="http://schemas.microsoft.com/office/drawing/2014/main" id="{97C98631-0DB4-20C6-18BD-5B73ABA803E4}"/>
              </a:ext>
            </a:extLst>
          </p:cNvPr>
          <p:cNvSpPr>
            <a:spLocks noGrp="1"/>
          </p:cNvSpPr>
          <p:nvPr>
            <p:ph type="body" sz="quarter" idx="58" hasCustomPrompt="1"/>
          </p:nvPr>
        </p:nvSpPr>
        <p:spPr>
          <a:xfrm>
            <a:off x="9007389" y="4877672"/>
            <a:ext cx="2118876" cy="1140542"/>
          </a:xfrm>
        </p:spPr>
        <p:txBody>
          <a:bodyPr lIns="36000" tIns="36000" rIns="36000" bIns="36000">
            <a:noAutofit/>
          </a:bodyPr>
          <a:lstStyle>
            <a:lvl1pPr marL="9525" indent="0">
              <a:lnSpc>
                <a:spcPct val="100000"/>
              </a:lnSpc>
              <a:tabLst/>
              <a:defRPr b="0" i="0">
                <a:latin typeface="Arial" panose="020B0604020202020204" pitchFamily="34" charset="0"/>
                <a:cs typeface="Arial" panose="020B0604020202020204" pitchFamily="34" charset="0"/>
              </a:defRPr>
            </a:lvl1pPr>
          </a:lstStyle>
          <a:p>
            <a:pPr lvl="0"/>
            <a:r>
              <a:rPr lang="en-GB"/>
              <a:t>Click to edit text</a:t>
            </a:r>
          </a:p>
        </p:txBody>
      </p:sp>
      <p:sp>
        <p:nvSpPr>
          <p:cNvPr id="4" name="Title 3">
            <a:extLst>
              <a:ext uri="{FF2B5EF4-FFF2-40B4-BE49-F238E27FC236}">
                <a16:creationId xmlns:a16="http://schemas.microsoft.com/office/drawing/2014/main" id="{B3CE71E6-C0D0-FB6A-19B9-2163CEDA31E1}"/>
              </a:ext>
            </a:extLst>
          </p:cNvPr>
          <p:cNvSpPr>
            <a:spLocks noGrp="1"/>
          </p:cNvSpPr>
          <p:nvPr>
            <p:ph type="title"/>
          </p:nvPr>
        </p:nvSpPr>
        <p:spPr>
          <a:xfrm>
            <a:off x="803275" y="1016000"/>
            <a:ext cx="2544725" cy="2548000"/>
          </a:xfrm>
        </p:spPr>
        <p:txBody>
          <a:bodyPr/>
          <a:lstStyle/>
          <a:p>
            <a:r>
              <a:rPr lang="en-GB"/>
              <a:t>Click to edit Master title</a:t>
            </a:r>
            <a:endParaRPr lang="en-SK"/>
          </a:p>
        </p:txBody>
      </p:sp>
      <p:sp>
        <p:nvSpPr>
          <p:cNvPr id="2" name="Text Placeholder 64">
            <a:extLst>
              <a:ext uri="{FF2B5EF4-FFF2-40B4-BE49-F238E27FC236}">
                <a16:creationId xmlns:a16="http://schemas.microsoft.com/office/drawing/2014/main" id="{61B94B11-6703-7823-045C-8E0C44933196}"/>
              </a:ext>
            </a:extLst>
          </p:cNvPr>
          <p:cNvSpPr>
            <a:spLocks noGrp="1"/>
          </p:cNvSpPr>
          <p:nvPr>
            <p:ph type="body" sz="quarter" idx="115" hasCustomPrompt="1"/>
          </p:nvPr>
        </p:nvSpPr>
        <p:spPr>
          <a:xfrm>
            <a:off x="828000" y="288000"/>
            <a:ext cx="7843612" cy="360000"/>
          </a:xfrm>
        </p:spPr>
        <p:txBody>
          <a:bodyPr anchor="ctr" anchorCtr="0"/>
          <a:lstStyle>
            <a:lvl1pPr>
              <a:defRPr b="1" i="1" baseline="0">
                <a:latin typeface="+mn-lt"/>
              </a:defRPr>
            </a:lvl1pPr>
          </a:lstStyle>
          <a:p>
            <a:pPr marL="0" marR="0" lvl="0" indent="0" algn="l" defTabSz="914318"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presentation title</a:t>
            </a:r>
            <a:endParaRPr lang="en-SK"/>
          </a:p>
        </p:txBody>
      </p:sp>
    </p:spTree>
    <p:extLst>
      <p:ext uri="{BB962C8B-B14F-4D97-AF65-F5344CB8AC3E}">
        <p14:creationId xmlns:p14="http://schemas.microsoft.com/office/powerpoint/2010/main" val="3743604265"/>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lements_S">
    <p:bg>
      <p:bgPr>
        <a:solidFill>
          <a:srgbClr val="F9FAFC"/>
        </a:solidFill>
        <a:effectLst/>
      </p:bgPr>
    </p:bg>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44FF2A65-072C-9C44-2607-77E40EE3434C}"/>
              </a:ext>
            </a:extLst>
          </p:cNvPr>
          <p:cNvSpPr/>
          <p:nvPr userDrawn="1"/>
        </p:nvSpPr>
        <p:spPr>
          <a:xfrm>
            <a:off x="3469545" y="1023275"/>
            <a:ext cx="2555018" cy="2550187"/>
          </a:xfrm>
          <a:prstGeom prst="roundRect">
            <a:avLst>
              <a:gd name="adj" fmla="val 8629"/>
            </a:avLst>
          </a:prstGeom>
          <a:solidFill>
            <a:srgbClr val="33FF9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t">
            <a:noAutofit/>
          </a:bodyPr>
          <a:lstStyle/>
          <a:p>
            <a:pPr algn="l">
              <a:lnSpc>
                <a:spcPct val="100000"/>
              </a:lnSpc>
              <a:spcBef>
                <a:spcPts val="1000"/>
              </a:spcBef>
            </a:pPr>
            <a:endParaRPr lang="en-SK" sz="1400" err="1">
              <a:solidFill>
                <a:schemeClr val="tx1"/>
              </a:solidFill>
              <a:latin typeface="Arial" panose="020B0604020202020204" pitchFamily="34" charset="0"/>
              <a:cs typeface="Arial" panose="020B0604020202020204" pitchFamily="34" charset="0"/>
            </a:endParaRPr>
          </a:p>
        </p:txBody>
      </p:sp>
      <p:sp>
        <p:nvSpPr>
          <p:cNvPr id="7" name="Rounded Rectangle 6">
            <a:extLst>
              <a:ext uri="{FF2B5EF4-FFF2-40B4-BE49-F238E27FC236}">
                <a16:creationId xmlns:a16="http://schemas.microsoft.com/office/drawing/2014/main" id="{1D9CD524-78DD-D690-7D64-4E08E3832C7F}"/>
              </a:ext>
            </a:extLst>
          </p:cNvPr>
          <p:cNvSpPr/>
          <p:nvPr userDrawn="1"/>
        </p:nvSpPr>
        <p:spPr>
          <a:xfrm>
            <a:off x="6140935" y="1017412"/>
            <a:ext cx="5211278" cy="2550188"/>
          </a:xfrm>
          <a:prstGeom prst="roundRect">
            <a:avLst>
              <a:gd name="adj" fmla="val 8629"/>
            </a:avLst>
          </a:prstGeom>
          <a:solidFill>
            <a:srgbClr val="33FF9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t">
            <a:noAutofit/>
          </a:bodyPr>
          <a:lstStyle/>
          <a:p>
            <a:pPr algn="l">
              <a:lnSpc>
                <a:spcPct val="100000"/>
              </a:lnSpc>
              <a:spcBef>
                <a:spcPts val="1000"/>
              </a:spcBef>
            </a:pPr>
            <a:endParaRPr lang="en-SK" sz="1400" err="1">
              <a:solidFill>
                <a:schemeClr val="tx1"/>
              </a:solidFill>
              <a:latin typeface="Arial" panose="020B0604020202020204" pitchFamily="34" charset="0"/>
              <a:cs typeface="Arial" panose="020B0604020202020204" pitchFamily="34" charset="0"/>
            </a:endParaRPr>
          </a:p>
        </p:txBody>
      </p:sp>
      <p:sp>
        <p:nvSpPr>
          <p:cNvPr id="8" name="Rounded Rectangle 7">
            <a:extLst>
              <a:ext uri="{FF2B5EF4-FFF2-40B4-BE49-F238E27FC236}">
                <a16:creationId xmlns:a16="http://schemas.microsoft.com/office/drawing/2014/main" id="{3593A82B-DA9F-7E13-B19E-317130241471}"/>
              </a:ext>
            </a:extLst>
          </p:cNvPr>
          <p:cNvSpPr/>
          <p:nvPr userDrawn="1"/>
        </p:nvSpPr>
        <p:spPr>
          <a:xfrm>
            <a:off x="6140935" y="3681412"/>
            <a:ext cx="2547453" cy="2550187"/>
          </a:xfrm>
          <a:prstGeom prst="roundRect">
            <a:avLst>
              <a:gd name="adj" fmla="val 8629"/>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t">
            <a:noAutofit/>
          </a:bodyPr>
          <a:lstStyle/>
          <a:p>
            <a:pPr algn="l">
              <a:lnSpc>
                <a:spcPct val="100000"/>
              </a:lnSpc>
              <a:spcBef>
                <a:spcPts val="1000"/>
              </a:spcBef>
            </a:pPr>
            <a:endParaRPr lang="en-SK" sz="1400" err="1">
              <a:solidFill>
                <a:schemeClr val="tx1"/>
              </a:solidFill>
              <a:latin typeface="Arial" panose="020B0604020202020204" pitchFamily="34" charset="0"/>
              <a:cs typeface="Arial" panose="020B0604020202020204" pitchFamily="34" charset="0"/>
            </a:endParaRPr>
          </a:p>
        </p:txBody>
      </p:sp>
      <p:sp>
        <p:nvSpPr>
          <p:cNvPr id="34" name="Picture Placeholder 33">
            <a:extLst>
              <a:ext uri="{FF2B5EF4-FFF2-40B4-BE49-F238E27FC236}">
                <a16:creationId xmlns:a16="http://schemas.microsoft.com/office/drawing/2014/main" id="{56E39EC6-6542-2CEE-9B18-B9C806B3CF94}"/>
              </a:ext>
            </a:extLst>
          </p:cNvPr>
          <p:cNvSpPr>
            <a:spLocks noGrp="1"/>
          </p:cNvSpPr>
          <p:nvPr>
            <p:ph type="pic" sz="quarter" idx="45"/>
          </p:nvPr>
        </p:nvSpPr>
        <p:spPr>
          <a:xfrm>
            <a:off x="8804758" y="3681412"/>
            <a:ext cx="2547452" cy="2550187"/>
          </a:xfrm>
          <a:prstGeom prst="roundRect">
            <a:avLst>
              <a:gd name="adj" fmla="val 7648"/>
            </a:avLst>
          </a:prstGeom>
        </p:spPr>
        <p:txBody>
          <a:bodyPr lIns="36000" tIns="36000" rIns="36000" bIns="2160000" anchor="b" anchorCtr="1">
            <a:noAutofit/>
          </a:bodyPr>
          <a:lstStyle>
            <a:lvl1pPr>
              <a:lnSpc>
                <a:spcPct val="100000"/>
              </a:lnSpc>
              <a:defRPr sz="900" b="0" i="1">
                <a:latin typeface="Arial" panose="020B0604020202020204" pitchFamily="34" charset="0"/>
                <a:cs typeface="Arial" panose="020B0604020202020204" pitchFamily="34" charset="0"/>
              </a:defRPr>
            </a:lvl1pPr>
          </a:lstStyle>
          <a:p>
            <a:r>
              <a:rPr lang="en-GB"/>
              <a:t>Click icon to add picture</a:t>
            </a:r>
            <a:endParaRPr lang="en-SK"/>
          </a:p>
        </p:txBody>
      </p:sp>
      <p:sp>
        <p:nvSpPr>
          <p:cNvPr id="43" name="Text Placeholder 16">
            <a:extLst>
              <a:ext uri="{FF2B5EF4-FFF2-40B4-BE49-F238E27FC236}">
                <a16:creationId xmlns:a16="http://schemas.microsoft.com/office/drawing/2014/main" id="{6290144A-61F2-45B3-7821-3E2421D8757B}"/>
              </a:ext>
            </a:extLst>
          </p:cNvPr>
          <p:cNvSpPr>
            <a:spLocks noGrp="1"/>
          </p:cNvSpPr>
          <p:nvPr>
            <p:ph type="body" sz="quarter" idx="35" hasCustomPrompt="1"/>
          </p:nvPr>
        </p:nvSpPr>
        <p:spPr>
          <a:xfrm>
            <a:off x="6336978" y="2212259"/>
            <a:ext cx="2336520" cy="1140542"/>
          </a:xfrm>
        </p:spPr>
        <p:txBody>
          <a:bodyPr lIns="36000" tIns="36000" rIns="36000" bIns="36000">
            <a:noAutofit/>
          </a:bodyPr>
          <a:lstStyle>
            <a:lvl1pPr marL="9525" indent="0">
              <a:lnSpc>
                <a:spcPct val="100000"/>
              </a:lnSpc>
              <a:tabLst/>
              <a:defRPr b="0" i="0">
                <a:latin typeface="Arial" panose="020B0604020202020204" pitchFamily="34" charset="0"/>
                <a:cs typeface="Arial" panose="020B0604020202020204" pitchFamily="34" charset="0"/>
              </a:defRPr>
            </a:lvl1pPr>
          </a:lstStyle>
          <a:p>
            <a:pPr lvl="0"/>
            <a:r>
              <a:rPr lang="en-GB"/>
              <a:t>Click to edit text</a:t>
            </a:r>
          </a:p>
        </p:txBody>
      </p:sp>
      <p:sp>
        <p:nvSpPr>
          <p:cNvPr id="44" name="Text Placeholder 75">
            <a:extLst>
              <a:ext uri="{FF2B5EF4-FFF2-40B4-BE49-F238E27FC236}">
                <a16:creationId xmlns:a16="http://schemas.microsoft.com/office/drawing/2014/main" id="{465AEA15-54A2-C7F9-6D7D-BBCD765392FE}"/>
              </a:ext>
            </a:extLst>
          </p:cNvPr>
          <p:cNvSpPr>
            <a:spLocks noGrp="1"/>
          </p:cNvSpPr>
          <p:nvPr>
            <p:ph type="body" sz="quarter" idx="48" hasCustomPrompt="1"/>
          </p:nvPr>
        </p:nvSpPr>
        <p:spPr>
          <a:xfrm>
            <a:off x="6336977" y="1272690"/>
            <a:ext cx="4794586" cy="621312"/>
          </a:xfrm>
        </p:spPr>
        <p:txBody>
          <a:bodyPr lIns="36000" tIns="36000" rIns="36000" bIns="36000">
            <a:noAutofit/>
          </a:bodyPr>
          <a:lstStyle>
            <a:lvl1pPr>
              <a:lnSpc>
                <a:spcPct val="100000"/>
              </a:lnSpc>
              <a:defRPr sz="1600" b="1" i="0">
                <a:solidFill>
                  <a:schemeClr val="tx1"/>
                </a:solidFill>
                <a:latin typeface="Arial" panose="020B0604020202020204" pitchFamily="34" charset="0"/>
                <a:cs typeface="Arial" panose="020B0604020202020204" pitchFamily="34" charset="0"/>
              </a:defRPr>
            </a:lvl1pPr>
          </a:lstStyle>
          <a:p>
            <a:pPr lvl="0"/>
            <a:r>
              <a:rPr lang="en-GB"/>
              <a:t>Click to edit text</a:t>
            </a:r>
          </a:p>
        </p:txBody>
      </p:sp>
      <p:sp>
        <p:nvSpPr>
          <p:cNvPr id="45" name="Text Placeholder 16">
            <a:extLst>
              <a:ext uri="{FF2B5EF4-FFF2-40B4-BE49-F238E27FC236}">
                <a16:creationId xmlns:a16="http://schemas.microsoft.com/office/drawing/2014/main" id="{3652A3F9-6214-8942-B290-88EEE97F15A8}"/>
              </a:ext>
            </a:extLst>
          </p:cNvPr>
          <p:cNvSpPr>
            <a:spLocks noGrp="1"/>
          </p:cNvSpPr>
          <p:nvPr>
            <p:ph type="body" sz="quarter" idx="49" hasCustomPrompt="1"/>
          </p:nvPr>
        </p:nvSpPr>
        <p:spPr>
          <a:xfrm>
            <a:off x="8795043" y="2212259"/>
            <a:ext cx="2336520" cy="1140542"/>
          </a:xfrm>
        </p:spPr>
        <p:txBody>
          <a:bodyPr lIns="36000" tIns="36000" rIns="36000" bIns="36000">
            <a:noAutofit/>
          </a:bodyPr>
          <a:lstStyle>
            <a:lvl1pPr marL="9525" indent="0">
              <a:lnSpc>
                <a:spcPct val="100000"/>
              </a:lnSpc>
              <a:tabLst/>
              <a:defRPr b="0" i="0">
                <a:latin typeface="Arial" panose="020B0604020202020204" pitchFamily="34" charset="0"/>
                <a:cs typeface="Arial" panose="020B0604020202020204" pitchFamily="34" charset="0"/>
              </a:defRPr>
            </a:lvl1pPr>
          </a:lstStyle>
          <a:p>
            <a:pPr lvl="0"/>
            <a:r>
              <a:rPr lang="en-GB"/>
              <a:t>Click to edit text</a:t>
            </a:r>
          </a:p>
        </p:txBody>
      </p:sp>
      <p:sp>
        <p:nvSpPr>
          <p:cNvPr id="47" name="Rounded Rectangle 46">
            <a:extLst>
              <a:ext uri="{FF2B5EF4-FFF2-40B4-BE49-F238E27FC236}">
                <a16:creationId xmlns:a16="http://schemas.microsoft.com/office/drawing/2014/main" id="{4BD9CBEA-2F28-9B0C-7AE5-7FC7E66EF075}"/>
              </a:ext>
            </a:extLst>
          </p:cNvPr>
          <p:cNvSpPr/>
          <p:nvPr userDrawn="1"/>
        </p:nvSpPr>
        <p:spPr>
          <a:xfrm>
            <a:off x="803276" y="3681412"/>
            <a:ext cx="5221288" cy="2550187"/>
          </a:xfrm>
          <a:prstGeom prst="roundRect">
            <a:avLst>
              <a:gd name="adj" fmla="val 8629"/>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t">
            <a:noAutofit/>
          </a:bodyPr>
          <a:lstStyle/>
          <a:p>
            <a:pPr algn="l">
              <a:lnSpc>
                <a:spcPct val="100000"/>
              </a:lnSpc>
              <a:spcBef>
                <a:spcPts val="1000"/>
              </a:spcBef>
            </a:pPr>
            <a:endParaRPr lang="en-SK" sz="1400" err="1">
              <a:solidFill>
                <a:schemeClr val="tx1"/>
              </a:solidFill>
              <a:latin typeface="Arial" panose="020B0604020202020204" pitchFamily="34" charset="0"/>
              <a:cs typeface="Arial" panose="020B0604020202020204" pitchFamily="34" charset="0"/>
            </a:endParaRPr>
          </a:p>
        </p:txBody>
      </p:sp>
      <p:sp>
        <p:nvSpPr>
          <p:cNvPr id="48" name="Text Placeholder 16">
            <a:extLst>
              <a:ext uri="{FF2B5EF4-FFF2-40B4-BE49-F238E27FC236}">
                <a16:creationId xmlns:a16="http://schemas.microsoft.com/office/drawing/2014/main" id="{81ADF764-939C-31F5-9E58-2066B0AC5553}"/>
              </a:ext>
            </a:extLst>
          </p:cNvPr>
          <p:cNvSpPr>
            <a:spLocks noGrp="1"/>
          </p:cNvSpPr>
          <p:nvPr>
            <p:ph type="body" sz="quarter" idx="50" hasCustomPrompt="1"/>
          </p:nvPr>
        </p:nvSpPr>
        <p:spPr>
          <a:xfrm>
            <a:off x="1038560" y="4877672"/>
            <a:ext cx="2336520" cy="1140542"/>
          </a:xfrm>
        </p:spPr>
        <p:txBody>
          <a:bodyPr lIns="36000" tIns="36000" rIns="36000" bIns="36000">
            <a:noAutofit/>
          </a:bodyPr>
          <a:lstStyle>
            <a:lvl1pPr marL="9525" indent="0">
              <a:lnSpc>
                <a:spcPct val="100000"/>
              </a:lnSpc>
              <a:tabLst/>
              <a:defRPr b="0" i="0">
                <a:solidFill>
                  <a:schemeClr val="bg1"/>
                </a:solidFill>
                <a:latin typeface="Arial" panose="020B0604020202020204" pitchFamily="34" charset="0"/>
                <a:cs typeface="Arial" panose="020B0604020202020204" pitchFamily="34" charset="0"/>
              </a:defRPr>
            </a:lvl1pPr>
          </a:lstStyle>
          <a:p>
            <a:pPr lvl="0"/>
            <a:r>
              <a:rPr lang="en-GB"/>
              <a:t>Click to edit text</a:t>
            </a:r>
          </a:p>
        </p:txBody>
      </p:sp>
      <p:sp>
        <p:nvSpPr>
          <p:cNvPr id="49" name="Text Placeholder 75">
            <a:extLst>
              <a:ext uri="{FF2B5EF4-FFF2-40B4-BE49-F238E27FC236}">
                <a16:creationId xmlns:a16="http://schemas.microsoft.com/office/drawing/2014/main" id="{B0F4C3D6-8BF6-6A5D-FD0B-C381CCC9E4DC}"/>
              </a:ext>
            </a:extLst>
          </p:cNvPr>
          <p:cNvSpPr>
            <a:spLocks noGrp="1"/>
          </p:cNvSpPr>
          <p:nvPr>
            <p:ph type="body" sz="quarter" idx="51" hasCustomPrompt="1"/>
          </p:nvPr>
        </p:nvSpPr>
        <p:spPr>
          <a:xfrm>
            <a:off x="1038559" y="3938103"/>
            <a:ext cx="4794586" cy="621312"/>
          </a:xfrm>
        </p:spPr>
        <p:txBody>
          <a:bodyPr lIns="36000" tIns="36000" rIns="36000" bIns="36000">
            <a:noAutofit/>
          </a:bodyPr>
          <a:lstStyle>
            <a:lvl1pPr>
              <a:lnSpc>
                <a:spcPct val="100000"/>
              </a:lnSpc>
              <a:defRPr sz="1600" b="1" i="0">
                <a:solidFill>
                  <a:schemeClr val="bg1"/>
                </a:solidFill>
                <a:latin typeface="Arial" panose="020B0604020202020204" pitchFamily="34" charset="0"/>
                <a:cs typeface="Arial" panose="020B0604020202020204" pitchFamily="34" charset="0"/>
              </a:defRPr>
            </a:lvl1pPr>
          </a:lstStyle>
          <a:p>
            <a:pPr lvl="0"/>
            <a:r>
              <a:rPr lang="en-GB"/>
              <a:t>Click to edit text</a:t>
            </a:r>
          </a:p>
        </p:txBody>
      </p:sp>
      <p:sp>
        <p:nvSpPr>
          <p:cNvPr id="50" name="Text Placeholder 16">
            <a:extLst>
              <a:ext uri="{FF2B5EF4-FFF2-40B4-BE49-F238E27FC236}">
                <a16:creationId xmlns:a16="http://schemas.microsoft.com/office/drawing/2014/main" id="{C478DABA-A79D-0841-4FC5-E0EFCAFE7021}"/>
              </a:ext>
            </a:extLst>
          </p:cNvPr>
          <p:cNvSpPr>
            <a:spLocks noGrp="1"/>
          </p:cNvSpPr>
          <p:nvPr>
            <p:ph type="body" sz="quarter" idx="52" hasCustomPrompt="1"/>
          </p:nvPr>
        </p:nvSpPr>
        <p:spPr>
          <a:xfrm>
            <a:off x="3496625" y="4877672"/>
            <a:ext cx="2336520" cy="1140542"/>
          </a:xfrm>
        </p:spPr>
        <p:txBody>
          <a:bodyPr lIns="36000" tIns="36000" rIns="36000" bIns="36000">
            <a:noAutofit/>
          </a:bodyPr>
          <a:lstStyle>
            <a:lvl1pPr marL="9525" indent="0">
              <a:lnSpc>
                <a:spcPct val="100000"/>
              </a:lnSpc>
              <a:tabLst/>
              <a:defRPr b="0" i="0">
                <a:solidFill>
                  <a:schemeClr val="bg1"/>
                </a:solidFill>
                <a:latin typeface="Arial" panose="020B0604020202020204" pitchFamily="34" charset="0"/>
                <a:cs typeface="Arial" panose="020B0604020202020204" pitchFamily="34" charset="0"/>
              </a:defRPr>
            </a:lvl1pPr>
          </a:lstStyle>
          <a:p>
            <a:pPr lvl="0"/>
            <a:r>
              <a:rPr lang="en-GB"/>
              <a:t>Click to edit text</a:t>
            </a:r>
          </a:p>
        </p:txBody>
      </p:sp>
      <p:sp>
        <p:nvSpPr>
          <p:cNvPr id="3" name="Text Placeholder 16">
            <a:extLst>
              <a:ext uri="{FF2B5EF4-FFF2-40B4-BE49-F238E27FC236}">
                <a16:creationId xmlns:a16="http://schemas.microsoft.com/office/drawing/2014/main" id="{8F011790-4ACE-1887-A7B4-5725E0AF8443}"/>
              </a:ext>
            </a:extLst>
          </p:cNvPr>
          <p:cNvSpPr>
            <a:spLocks noGrp="1"/>
          </p:cNvSpPr>
          <p:nvPr>
            <p:ph type="body" sz="quarter" idx="79" hasCustomPrompt="1"/>
          </p:nvPr>
        </p:nvSpPr>
        <p:spPr>
          <a:xfrm>
            <a:off x="3467100" y="1272689"/>
            <a:ext cx="2557463" cy="2088000"/>
          </a:xfrm>
        </p:spPr>
        <p:txBody>
          <a:bodyPr lIns="36000" tIns="36000" rIns="36000" bIns="36000" anchor="ctr" anchorCtr="0">
            <a:noAutofit/>
          </a:bodyPr>
          <a:lstStyle>
            <a:lvl1pPr marL="9525" indent="0" algn="ctr">
              <a:lnSpc>
                <a:spcPct val="100000"/>
              </a:lnSpc>
              <a:tabLst/>
              <a:defRPr sz="9600" b="0" i="0">
                <a:solidFill>
                  <a:srgbClr val="13322B"/>
                </a:solidFill>
                <a:latin typeface="Arial" panose="020B0604020202020204" pitchFamily="34" charset="0"/>
                <a:cs typeface="Arial" panose="020B0604020202020204" pitchFamily="34" charset="0"/>
              </a:defRPr>
            </a:lvl1pPr>
          </a:lstStyle>
          <a:p>
            <a:pPr lvl="0"/>
            <a:r>
              <a:rPr lang="en-GB"/>
              <a:t>00</a:t>
            </a:r>
          </a:p>
        </p:txBody>
      </p:sp>
      <p:sp>
        <p:nvSpPr>
          <p:cNvPr id="4" name="Text Placeholder 16">
            <a:extLst>
              <a:ext uri="{FF2B5EF4-FFF2-40B4-BE49-F238E27FC236}">
                <a16:creationId xmlns:a16="http://schemas.microsoft.com/office/drawing/2014/main" id="{C06ADE59-9AA9-F690-C4A4-37C7052BA932}"/>
              </a:ext>
            </a:extLst>
          </p:cNvPr>
          <p:cNvSpPr>
            <a:spLocks noGrp="1"/>
          </p:cNvSpPr>
          <p:nvPr>
            <p:ph type="body" sz="quarter" idx="80" hasCustomPrompt="1"/>
          </p:nvPr>
        </p:nvSpPr>
        <p:spPr>
          <a:xfrm>
            <a:off x="6140934" y="3938103"/>
            <a:ext cx="2547453" cy="2088000"/>
          </a:xfrm>
        </p:spPr>
        <p:txBody>
          <a:bodyPr lIns="36000" tIns="36000" rIns="36000" bIns="36000" anchor="ctr" anchorCtr="0">
            <a:noAutofit/>
          </a:bodyPr>
          <a:lstStyle>
            <a:lvl1pPr marL="9525" indent="0" algn="ctr">
              <a:lnSpc>
                <a:spcPct val="100000"/>
              </a:lnSpc>
              <a:tabLst/>
              <a:defRPr sz="9600" b="0" i="0">
                <a:solidFill>
                  <a:schemeClr val="bg1"/>
                </a:solidFill>
                <a:latin typeface="Arial" panose="020B0604020202020204" pitchFamily="34" charset="0"/>
                <a:cs typeface="Arial" panose="020B0604020202020204" pitchFamily="34" charset="0"/>
              </a:defRPr>
            </a:lvl1pPr>
          </a:lstStyle>
          <a:p>
            <a:pPr lvl="0"/>
            <a:r>
              <a:rPr lang="en-GB"/>
              <a:t>00</a:t>
            </a:r>
          </a:p>
        </p:txBody>
      </p:sp>
      <p:sp>
        <p:nvSpPr>
          <p:cNvPr id="9" name="Title 8">
            <a:extLst>
              <a:ext uri="{FF2B5EF4-FFF2-40B4-BE49-F238E27FC236}">
                <a16:creationId xmlns:a16="http://schemas.microsoft.com/office/drawing/2014/main" id="{AFBBB623-475A-75E4-F261-408FA73340B9}"/>
              </a:ext>
            </a:extLst>
          </p:cNvPr>
          <p:cNvSpPr>
            <a:spLocks noGrp="1"/>
          </p:cNvSpPr>
          <p:nvPr>
            <p:ph type="title"/>
          </p:nvPr>
        </p:nvSpPr>
        <p:spPr>
          <a:xfrm>
            <a:off x="803275" y="1023275"/>
            <a:ext cx="2544725" cy="2550187"/>
          </a:xfrm>
        </p:spPr>
        <p:txBody>
          <a:bodyPr/>
          <a:lstStyle/>
          <a:p>
            <a:r>
              <a:rPr lang="en-GB"/>
              <a:t>Click to edit Master title</a:t>
            </a:r>
            <a:endParaRPr lang="en-SK"/>
          </a:p>
        </p:txBody>
      </p:sp>
      <p:sp>
        <p:nvSpPr>
          <p:cNvPr id="2" name="Text Placeholder 64">
            <a:extLst>
              <a:ext uri="{FF2B5EF4-FFF2-40B4-BE49-F238E27FC236}">
                <a16:creationId xmlns:a16="http://schemas.microsoft.com/office/drawing/2014/main" id="{A7EE20A7-FDA1-E0C8-17A1-22EF309B197F}"/>
              </a:ext>
            </a:extLst>
          </p:cNvPr>
          <p:cNvSpPr>
            <a:spLocks noGrp="1"/>
          </p:cNvSpPr>
          <p:nvPr>
            <p:ph type="body" sz="quarter" idx="115" hasCustomPrompt="1"/>
          </p:nvPr>
        </p:nvSpPr>
        <p:spPr>
          <a:xfrm>
            <a:off x="828000" y="288000"/>
            <a:ext cx="7843612" cy="360000"/>
          </a:xfrm>
        </p:spPr>
        <p:txBody>
          <a:bodyPr anchor="ctr" anchorCtr="0"/>
          <a:lstStyle>
            <a:lvl1pPr>
              <a:defRPr b="1" i="1" baseline="0">
                <a:latin typeface="+mn-lt"/>
              </a:defRPr>
            </a:lvl1pPr>
          </a:lstStyle>
          <a:p>
            <a:pPr marL="0" marR="0" lvl="0" indent="0" algn="l" defTabSz="914318"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presentation title</a:t>
            </a:r>
            <a:endParaRPr lang="en-SK"/>
          </a:p>
        </p:txBody>
      </p:sp>
    </p:spTree>
    <p:extLst>
      <p:ext uri="{BB962C8B-B14F-4D97-AF65-F5344CB8AC3E}">
        <p14:creationId xmlns:p14="http://schemas.microsoft.com/office/powerpoint/2010/main" val="1677312803"/>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Quote_A">
    <p:bg>
      <p:bgPr>
        <a:solidFill>
          <a:srgbClr val="F9FAFC"/>
        </a:solidFill>
        <a:effectLst/>
      </p:bgPr>
    </p:bg>
    <p:spTree>
      <p:nvGrpSpPr>
        <p:cNvPr id="1" name=""/>
        <p:cNvGrpSpPr/>
        <p:nvPr/>
      </p:nvGrpSpPr>
      <p:grpSpPr>
        <a:xfrm>
          <a:off x="0" y="0"/>
          <a:ext cx="0" cy="0"/>
          <a:chOff x="0" y="0"/>
          <a:chExt cx="0" cy="0"/>
        </a:xfrm>
      </p:grpSpPr>
      <p:sp>
        <p:nvSpPr>
          <p:cNvPr id="22" name="Rounded Rectangle 21">
            <a:extLst>
              <a:ext uri="{FF2B5EF4-FFF2-40B4-BE49-F238E27FC236}">
                <a16:creationId xmlns:a16="http://schemas.microsoft.com/office/drawing/2014/main" id="{8725AE67-9A60-991C-B841-1C11418F59B9}"/>
              </a:ext>
            </a:extLst>
          </p:cNvPr>
          <p:cNvSpPr/>
          <p:nvPr userDrawn="1"/>
        </p:nvSpPr>
        <p:spPr>
          <a:xfrm rot="16200000">
            <a:off x="3172166" y="-1332000"/>
            <a:ext cx="4500000" cy="9216000"/>
          </a:xfrm>
          <a:prstGeom prst="roundRect">
            <a:avLst>
              <a:gd name="adj" fmla="val 8629"/>
            </a:avLst>
          </a:prstGeom>
          <a:solidFill>
            <a:srgbClr val="D9E1E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t">
            <a:noAutofit/>
          </a:bodyPr>
          <a:lstStyle/>
          <a:p>
            <a:pPr algn="l">
              <a:lnSpc>
                <a:spcPct val="100000"/>
              </a:lnSpc>
              <a:spcBef>
                <a:spcPts val="1000"/>
              </a:spcBef>
            </a:pPr>
            <a:endParaRPr lang="en-SK" sz="1400" err="1">
              <a:solidFill>
                <a:schemeClr val="tx1"/>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7E950967-CB11-72BE-E19F-1A9BB264BEBB}"/>
              </a:ext>
            </a:extLst>
          </p:cNvPr>
          <p:cNvSpPr txBox="1"/>
          <p:nvPr userDrawn="1"/>
        </p:nvSpPr>
        <p:spPr>
          <a:xfrm>
            <a:off x="803275" y="1318288"/>
            <a:ext cx="1223964" cy="1303809"/>
          </a:xfrm>
          <a:prstGeom prst="rect">
            <a:avLst/>
          </a:prstGeom>
          <a:noFill/>
        </p:spPr>
        <p:txBody>
          <a:bodyPr wrap="square" lIns="36000" tIns="36000" rIns="36000" bIns="36000" rtlCol="0">
            <a:noAutofit/>
          </a:bodyPr>
          <a:lstStyle/>
          <a:p>
            <a:pPr algn="r">
              <a:lnSpc>
                <a:spcPct val="100000"/>
              </a:lnSpc>
              <a:spcBef>
                <a:spcPts val="0"/>
              </a:spcBef>
            </a:pPr>
            <a:r>
              <a:rPr lang="en-SK" sz="8000" b="0" i="0" u="none" strike="noStrike">
                <a:solidFill>
                  <a:schemeClr val="tx1"/>
                </a:solidFill>
                <a:effectLst/>
                <a:latin typeface="Arial" panose="020B0604020202020204" pitchFamily="34" charset="0"/>
                <a:cs typeface="Arial" panose="020B0604020202020204" pitchFamily="34" charset="0"/>
              </a:rPr>
              <a:t>"</a:t>
            </a:r>
            <a:endParaRPr lang="en-SK" sz="8000" b="0" i="0">
              <a:solidFill>
                <a:schemeClr val="tx1"/>
              </a:solidFill>
              <a:latin typeface="Arial" panose="020B0604020202020204" pitchFamily="34" charset="0"/>
              <a:cs typeface="Arial" panose="020B0604020202020204" pitchFamily="34" charset="0"/>
            </a:endParaRPr>
          </a:p>
        </p:txBody>
      </p:sp>
      <p:sp>
        <p:nvSpPr>
          <p:cNvPr id="3" name="Picture Placeholder 24">
            <a:extLst>
              <a:ext uri="{FF2B5EF4-FFF2-40B4-BE49-F238E27FC236}">
                <a16:creationId xmlns:a16="http://schemas.microsoft.com/office/drawing/2014/main" id="{45F5EE9D-08B7-919A-88FA-06EAE2AC17CD}"/>
              </a:ext>
            </a:extLst>
          </p:cNvPr>
          <p:cNvSpPr>
            <a:spLocks noGrp="1"/>
          </p:cNvSpPr>
          <p:nvPr>
            <p:ph type="pic" sz="quarter" idx="33"/>
          </p:nvPr>
        </p:nvSpPr>
        <p:spPr>
          <a:xfrm>
            <a:off x="9116629" y="3987071"/>
            <a:ext cx="1944000" cy="1944000"/>
          </a:xfrm>
          <a:prstGeom prst="ellipse">
            <a:avLst/>
          </a:prstGeom>
          <a:effectLst/>
        </p:spPr>
        <p:txBody>
          <a:bodyPr lIns="36000" tIns="36000" rIns="36000" bIns="36000">
            <a:noAutofit/>
          </a:bodyPr>
          <a:lstStyle>
            <a:lvl1pPr>
              <a:lnSpc>
                <a:spcPct val="100000"/>
              </a:lnSpc>
              <a:defRPr b="0" i="0">
                <a:latin typeface="Arial" panose="020B0604020202020204" pitchFamily="34" charset="0"/>
                <a:cs typeface="Arial" panose="020B0604020202020204" pitchFamily="34" charset="0"/>
              </a:defRPr>
            </a:lvl1pPr>
          </a:lstStyle>
          <a:p>
            <a:r>
              <a:rPr lang="en-GB"/>
              <a:t>Click icon to add picture</a:t>
            </a:r>
            <a:endParaRPr lang="en-SK"/>
          </a:p>
        </p:txBody>
      </p:sp>
      <p:sp>
        <p:nvSpPr>
          <p:cNvPr id="5" name="Oval 4">
            <a:extLst>
              <a:ext uri="{FF2B5EF4-FFF2-40B4-BE49-F238E27FC236}">
                <a16:creationId xmlns:a16="http://schemas.microsoft.com/office/drawing/2014/main" id="{E695580D-0E85-CE03-8CBF-8D90C1043103}"/>
              </a:ext>
            </a:extLst>
          </p:cNvPr>
          <p:cNvSpPr/>
          <p:nvPr userDrawn="1"/>
        </p:nvSpPr>
        <p:spPr>
          <a:xfrm>
            <a:off x="8810629" y="3681071"/>
            <a:ext cx="2556000" cy="2556000"/>
          </a:xfrm>
          <a:prstGeom prst="ellipse">
            <a:avLst/>
          </a:prstGeom>
          <a:noFill/>
          <a:ln w="25400">
            <a:solidFill>
              <a:srgbClr val="33FF9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000" tIns="45720" rIns="36000" bIns="45720" rtlCol="0" anchor="t">
            <a:noAutofit/>
          </a:bodyPr>
          <a:lstStyle/>
          <a:p>
            <a:pPr algn="l">
              <a:lnSpc>
                <a:spcPct val="100000"/>
              </a:lnSpc>
              <a:spcBef>
                <a:spcPts val="1000"/>
              </a:spcBef>
            </a:pPr>
            <a:endParaRPr lang="en-SK" sz="1400" err="1">
              <a:solidFill>
                <a:schemeClr val="tx1"/>
              </a:solidFill>
              <a:latin typeface="Arial" panose="020B0604020202020204" pitchFamily="34" charset="0"/>
              <a:cs typeface="Arial" panose="020B0604020202020204" pitchFamily="34" charset="0"/>
            </a:endParaRPr>
          </a:p>
        </p:txBody>
      </p:sp>
      <p:sp>
        <p:nvSpPr>
          <p:cNvPr id="6" name="Text Placeholder 20">
            <a:extLst>
              <a:ext uri="{FF2B5EF4-FFF2-40B4-BE49-F238E27FC236}">
                <a16:creationId xmlns:a16="http://schemas.microsoft.com/office/drawing/2014/main" id="{8338CF40-CF2D-A94E-E7AD-4C1A535AEB87}"/>
              </a:ext>
            </a:extLst>
          </p:cNvPr>
          <p:cNvSpPr>
            <a:spLocks noGrp="1"/>
          </p:cNvSpPr>
          <p:nvPr>
            <p:ph type="body" sz="quarter" idx="32" hasCustomPrompt="1"/>
          </p:nvPr>
        </p:nvSpPr>
        <p:spPr>
          <a:xfrm>
            <a:off x="2136292" y="1985672"/>
            <a:ext cx="6553200" cy="2556000"/>
          </a:xfrm>
        </p:spPr>
        <p:txBody>
          <a:bodyPr lIns="36000" tIns="36000" rIns="36000" bIns="36000">
            <a:noAutofit/>
          </a:bodyPr>
          <a:lstStyle>
            <a:lvl1pPr>
              <a:lnSpc>
                <a:spcPct val="100000"/>
              </a:lnSpc>
              <a:defRPr sz="2800" b="0" i="0">
                <a:latin typeface="Arial" panose="020B0604020202020204" pitchFamily="34" charset="0"/>
                <a:cs typeface="Arial" panose="020B0604020202020204" pitchFamily="34" charset="0"/>
              </a:defRPr>
            </a:lvl1pPr>
          </a:lstStyle>
          <a:p>
            <a:pPr lvl="0"/>
            <a:r>
              <a:rPr lang="en-GB"/>
              <a:t>Click to edit text</a:t>
            </a:r>
          </a:p>
        </p:txBody>
      </p:sp>
      <p:sp>
        <p:nvSpPr>
          <p:cNvPr id="7" name="Text Placeholder 27">
            <a:extLst>
              <a:ext uri="{FF2B5EF4-FFF2-40B4-BE49-F238E27FC236}">
                <a16:creationId xmlns:a16="http://schemas.microsoft.com/office/drawing/2014/main" id="{EFEAE019-D1BC-BF79-B29A-A1B1EB63657A}"/>
              </a:ext>
            </a:extLst>
          </p:cNvPr>
          <p:cNvSpPr>
            <a:spLocks noGrp="1"/>
          </p:cNvSpPr>
          <p:nvPr>
            <p:ph type="body" sz="quarter" idx="34" hasCustomPrompt="1"/>
          </p:nvPr>
        </p:nvSpPr>
        <p:spPr>
          <a:xfrm>
            <a:off x="4801704" y="4721672"/>
            <a:ext cx="3887788" cy="219259"/>
          </a:xfrm>
        </p:spPr>
        <p:txBody>
          <a:bodyPr lIns="36000" tIns="36000" rIns="36000" bIns="36000" anchor="ctr" anchorCtr="0">
            <a:noAutofit/>
          </a:bodyPr>
          <a:lstStyle>
            <a:lvl1pPr algn="r">
              <a:lnSpc>
                <a:spcPct val="100000"/>
              </a:lnSpc>
              <a:defRPr sz="1600" b="1" i="0">
                <a:latin typeface="Arial" panose="020B0604020202020204" pitchFamily="34" charset="0"/>
                <a:cs typeface="Arial" panose="020B0604020202020204" pitchFamily="34" charset="0"/>
              </a:defRPr>
            </a:lvl1pPr>
          </a:lstStyle>
          <a:p>
            <a:pPr lvl="0"/>
            <a:r>
              <a:rPr lang="en-GB"/>
              <a:t>Click to edit text</a:t>
            </a:r>
          </a:p>
        </p:txBody>
      </p:sp>
      <p:sp>
        <p:nvSpPr>
          <p:cNvPr id="8" name="Text Placeholder 27">
            <a:extLst>
              <a:ext uri="{FF2B5EF4-FFF2-40B4-BE49-F238E27FC236}">
                <a16:creationId xmlns:a16="http://schemas.microsoft.com/office/drawing/2014/main" id="{3AB02090-4F3B-EDE5-E049-7C4AF7C72EB3}"/>
              </a:ext>
            </a:extLst>
          </p:cNvPr>
          <p:cNvSpPr>
            <a:spLocks noGrp="1"/>
          </p:cNvSpPr>
          <p:nvPr>
            <p:ph type="body" sz="quarter" idx="35" hasCustomPrompt="1"/>
          </p:nvPr>
        </p:nvSpPr>
        <p:spPr>
          <a:xfrm>
            <a:off x="4801704" y="4977580"/>
            <a:ext cx="3887788" cy="219259"/>
          </a:xfrm>
        </p:spPr>
        <p:txBody>
          <a:bodyPr lIns="36000" tIns="36000" rIns="36000" bIns="36000" anchor="ctr" anchorCtr="0">
            <a:noAutofit/>
          </a:bodyPr>
          <a:lstStyle>
            <a:lvl1pPr algn="r">
              <a:lnSpc>
                <a:spcPct val="100000"/>
              </a:lnSpc>
              <a:defRPr sz="1100" b="0" i="0">
                <a:latin typeface="Arial" panose="020B0604020202020204" pitchFamily="34" charset="0"/>
                <a:cs typeface="Arial" panose="020B0604020202020204" pitchFamily="34" charset="0"/>
              </a:defRPr>
            </a:lvl1pPr>
          </a:lstStyle>
          <a:p>
            <a:pPr lvl="0"/>
            <a:r>
              <a:rPr lang="en-GB"/>
              <a:t>Click to edit text</a:t>
            </a:r>
          </a:p>
        </p:txBody>
      </p:sp>
      <p:sp>
        <p:nvSpPr>
          <p:cNvPr id="2" name="Text Placeholder 64">
            <a:extLst>
              <a:ext uri="{FF2B5EF4-FFF2-40B4-BE49-F238E27FC236}">
                <a16:creationId xmlns:a16="http://schemas.microsoft.com/office/drawing/2014/main" id="{FC2FE227-2AC5-9D5F-B35A-2D702AE7754F}"/>
              </a:ext>
            </a:extLst>
          </p:cNvPr>
          <p:cNvSpPr>
            <a:spLocks noGrp="1"/>
          </p:cNvSpPr>
          <p:nvPr>
            <p:ph type="body" sz="quarter" idx="115" hasCustomPrompt="1"/>
          </p:nvPr>
        </p:nvSpPr>
        <p:spPr>
          <a:xfrm>
            <a:off x="828000" y="288000"/>
            <a:ext cx="7843612" cy="360000"/>
          </a:xfrm>
        </p:spPr>
        <p:txBody>
          <a:bodyPr anchor="ctr" anchorCtr="0"/>
          <a:lstStyle>
            <a:lvl1pPr>
              <a:defRPr b="1" i="1" baseline="0">
                <a:latin typeface="+mn-lt"/>
              </a:defRPr>
            </a:lvl1pPr>
          </a:lstStyle>
          <a:p>
            <a:pPr marL="0" marR="0" lvl="0" indent="0" algn="l" defTabSz="914318"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presentation title</a:t>
            </a:r>
            <a:endParaRPr lang="en-SK"/>
          </a:p>
        </p:txBody>
      </p:sp>
    </p:spTree>
    <p:extLst>
      <p:ext uri="{BB962C8B-B14F-4D97-AF65-F5344CB8AC3E}">
        <p14:creationId xmlns:p14="http://schemas.microsoft.com/office/powerpoint/2010/main" val="711068448"/>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Quote_B">
    <p:bg>
      <p:bgPr>
        <a:solidFill>
          <a:srgbClr val="F9FAFC"/>
        </a:solidFill>
        <a:effectLst/>
      </p:bgPr>
    </p:bg>
    <p:spTree>
      <p:nvGrpSpPr>
        <p:cNvPr id="1" name=""/>
        <p:cNvGrpSpPr/>
        <p:nvPr/>
      </p:nvGrpSpPr>
      <p:grpSpPr>
        <a:xfrm>
          <a:off x="0" y="0"/>
          <a:ext cx="0" cy="0"/>
          <a:chOff x="0" y="0"/>
          <a:chExt cx="0" cy="0"/>
        </a:xfrm>
      </p:grpSpPr>
      <p:sp>
        <p:nvSpPr>
          <p:cNvPr id="22" name="Rounded Rectangle 21">
            <a:extLst>
              <a:ext uri="{FF2B5EF4-FFF2-40B4-BE49-F238E27FC236}">
                <a16:creationId xmlns:a16="http://schemas.microsoft.com/office/drawing/2014/main" id="{8725AE67-9A60-991C-B841-1C11418F59B9}"/>
              </a:ext>
            </a:extLst>
          </p:cNvPr>
          <p:cNvSpPr/>
          <p:nvPr userDrawn="1"/>
        </p:nvSpPr>
        <p:spPr>
          <a:xfrm rot="16200000">
            <a:off x="4500000" y="-1332000"/>
            <a:ext cx="4500000" cy="9216000"/>
          </a:xfrm>
          <a:prstGeom prst="roundRect">
            <a:avLst>
              <a:gd name="adj" fmla="val 8629"/>
            </a:avLst>
          </a:prstGeom>
          <a:solidFill>
            <a:srgbClr val="D0C5F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t">
            <a:noAutofit/>
          </a:bodyPr>
          <a:lstStyle/>
          <a:p>
            <a:pPr algn="l">
              <a:lnSpc>
                <a:spcPct val="100000"/>
              </a:lnSpc>
              <a:spcBef>
                <a:spcPts val="1000"/>
              </a:spcBef>
            </a:pPr>
            <a:endParaRPr lang="en-SK" sz="1400" err="1">
              <a:solidFill>
                <a:schemeClr val="tx1"/>
              </a:solidFill>
              <a:latin typeface="Arial" panose="020B0604020202020204" pitchFamily="34" charset="0"/>
              <a:cs typeface="Arial" panose="020B0604020202020204" pitchFamily="34" charset="0"/>
            </a:endParaRPr>
          </a:p>
        </p:txBody>
      </p:sp>
      <p:sp>
        <p:nvSpPr>
          <p:cNvPr id="25" name="Picture Placeholder 24">
            <a:extLst>
              <a:ext uri="{FF2B5EF4-FFF2-40B4-BE49-F238E27FC236}">
                <a16:creationId xmlns:a16="http://schemas.microsoft.com/office/drawing/2014/main" id="{8B70C300-450A-599D-A642-E69554983F00}"/>
              </a:ext>
            </a:extLst>
          </p:cNvPr>
          <p:cNvSpPr>
            <a:spLocks noGrp="1"/>
          </p:cNvSpPr>
          <p:nvPr>
            <p:ph type="pic" sz="quarter" idx="33"/>
          </p:nvPr>
        </p:nvSpPr>
        <p:spPr>
          <a:xfrm>
            <a:off x="1110826" y="3987071"/>
            <a:ext cx="1944000" cy="1944000"/>
          </a:xfrm>
          <a:prstGeom prst="ellipse">
            <a:avLst/>
          </a:prstGeom>
          <a:effectLst/>
        </p:spPr>
        <p:txBody>
          <a:bodyPr lIns="36000" tIns="36000" rIns="36000" bIns="36000">
            <a:noAutofit/>
          </a:bodyPr>
          <a:lstStyle>
            <a:lvl1pPr>
              <a:lnSpc>
                <a:spcPct val="100000"/>
              </a:lnSpc>
              <a:defRPr b="0" i="0">
                <a:latin typeface="Arial" panose="020B0604020202020204" pitchFamily="34" charset="0"/>
                <a:cs typeface="Arial" panose="020B0604020202020204" pitchFamily="34" charset="0"/>
              </a:defRPr>
            </a:lvl1pPr>
          </a:lstStyle>
          <a:p>
            <a:r>
              <a:rPr lang="en-GB"/>
              <a:t>Click icon to add picture</a:t>
            </a:r>
            <a:endParaRPr lang="en-SK"/>
          </a:p>
        </p:txBody>
      </p:sp>
      <p:sp>
        <p:nvSpPr>
          <p:cNvPr id="10" name="TextBox 9">
            <a:extLst>
              <a:ext uri="{FF2B5EF4-FFF2-40B4-BE49-F238E27FC236}">
                <a16:creationId xmlns:a16="http://schemas.microsoft.com/office/drawing/2014/main" id="{7E950967-CB11-72BE-E19F-1A9BB264BEBB}"/>
              </a:ext>
            </a:extLst>
          </p:cNvPr>
          <p:cNvSpPr txBox="1"/>
          <p:nvPr userDrawn="1"/>
        </p:nvSpPr>
        <p:spPr>
          <a:xfrm>
            <a:off x="2135189" y="1318288"/>
            <a:ext cx="1225638" cy="1340161"/>
          </a:xfrm>
          <a:prstGeom prst="rect">
            <a:avLst/>
          </a:prstGeom>
          <a:noFill/>
        </p:spPr>
        <p:txBody>
          <a:bodyPr wrap="square" lIns="36000" tIns="36000" rIns="36000" bIns="36000" rtlCol="0">
            <a:noAutofit/>
          </a:bodyPr>
          <a:lstStyle/>
          <a:p>
            <a:pPr algn="r">
              <a:lnSpc>
                <a:spcPct val="100000"/>
              </a:lnSpc>
              <a:spcBef>
                <a:spcPts val="0"/>
              </a:spcBef>
            </a:pPr>
            <a:r>
              <a:rPr lang="en-SK" sz="8800" b="0" i="0" u="none" strike="noStrike">
                <a:solidFill>
                  <a:schemeClr val="tx1"/>
                </a:solidFill>
                <a:effectLst/>
                <a:latin typeface="Arial" panose="020B0604020202020204" pitchFamily="34" charset="0"/>
                <a:cs typeface="Arial" panose="020B0604020202020204" pitchFamily="34" charset="0"/>
              </a:rPr>
              <a:t>"</a:t>
            </a:r>
            <a:endParaRPr lang="en-SK" sz="8800" b="0" i="0">
              <a:solidFill>
                <a:schemeClr val="tx1"/>
              </a:solidFill>
              <a:latin typeface="Arial" panose="020B0604020202020204" pitchFamily="34" charset="0"/>
              <a:cs typeface="Arial" panose="020B0604020202020204" pitchFamily="34" charset="0"/>
            </a:endParaRPr>
          </a:p>
        </p:txBody>
      </p:sp>
      <p:sp>
        <p:nvSpPr>
          <p:cNvPr id="21" name="Text Placeholder 20">
            <a:extLst>
              <a:ext uri="{FF2B5EF4-FFF2-40B4-BE49-F238E27FC236}">
                <a16:creationId xmlns:a16="http://schemas.microsoft.com/office/drawing/2014/main" id="{92E82833-3FFB-CF7E-ED41-A616F75DA1D5}"/>
              </a:ext>
            </a:extLst>
          </p:cNvPr>
          <p:cNvSpPr>
            <a:spLocks noGrp="1"/>
          </p:cNvSpPr>
          <p:nvPr>
            <p:ph type="body" sz="quarter" idx="32" hasCustomPrompt="1"/>
          </p:nvPr>
        </p:nvSpPr>
        <p:spPr>
          <a:xfrm>
            <a:off x="3467100" y="1985672"/>
            <a:ext cx="6553200" cy="2556000"/>
          </a:xfrm>
        </p:spPr>
        <p:txBody>
          <a:bodyPr lIns="36000" tIns="36000" rIns="36000" bIns="36000">
            <a:noAutofit/>
          </a:bodyPr>
          <a:lstStyle>
            <a:lvl1pPr>
              <a:lnSpc>
                <a:spcPct val="100000"/>
              </a:lnSpc>
              <a:defRPr sz="2800" b="0" i="0">
                <a:latin typeface="Arial" panose="020B0604020202020204" pitchFamily="34" charset="0"/>
                <a:cs typeface="Arial" panose="020B0604020202020204" pitchFamily="34" charset="0"/>
              </a:defRPr>
            </a:lvl1pPr>
          </a:lstStyle>
          <a:p>
            <a:pPr lvl="0"/>
            <a:r>
              <a:rPr lang="en-GB"/>
              <a:t>Click to edit text</a:t>
            </a:r>
          </a:p>
        </p:txBody>
      </p:sp>
      <p:sp>
        <p:nvSpPr>
          <p:cNvPr id="28" name="Text Placeholder 27">
            <a:extLst>
              <a:ext uri="{FF2B5EF4-FFF2-40B4-BE49-F238E27FC236}">
                <a16:creationId xmlns:a16="http://schemas.microsoft.com/office/drawing/2014/main" id="{28838749-4F19-5C90-B549-89A6B20BC78F}"/>
              </a:ext>
            </a:extLst>
          </p:cNvPr>
          <p:cNvSpPr>
            <a:spLocks noGrp="1"/>
          </p:cNvSpPr>
          <p:nvPr>
            <p:ph type="body" sz="quarter" idx="34" hasCustomPrompt="1"/>
          </p:nvPr>
        </p:nvSpPr>
        <p:spPr>
          <a:xfrm>
            <a:off x="3473369" y="4721672"/>
            <a:ext cx="3887788" cy="219259"/>
          </a:xfrm>
        </p:spPr>
        <p:txBody>
          <a:bodyPr lIns="36000" tIns="36000" rIns="36000" bIns="36000" anchor="ctr" anchorCtr="0">
            <a:noAutofit/>
          </a:bodyPr>
          <a:lstStyle>
            <a:lvl1pPr algn="l">
              <a:lnSpc>
                <a:spcPct val="100000"/>
              </a:lnSpc>
              <a:defRPr sz="1600" b="1" i="0">
                <a:latin typeface="Arial" panose="020B0604020202020204" pitchFamily="34" charset="0"/>
                <a:cs typeface="Arial" panose="020B0604020202020204" pitchFamily="34" charset="0"/>
              </a:defRPr>
            </a:lvl1pPr>
          </a:lstStyle>
          <a:p>
            <a:pPr lvl="0"/>
            <a:r>
              <a:rPr lang="en-GB"/>
              <a:t>Click to edit text</a:t>
            </a:r>
          </a:p>
        </p:txBody>
      </p:sp>
      <p:sp>
        <p:nvSpPr>
          <p:cNvPr id="30" name="Text Placeholder 27">
            <a:extLst>
              <a:ext uri="{FF2B5EF4-FFF2-40B4-BE49-F238E27FC236}">
                <a16:creationId xmlns:a16="http://schemas.microsoft.com/office/drawing/2014/main" id="{54D4DED2-D1F0-C879-F4F4-8882C3725344}"/>
              </a:ext>
            </a:extLst>
          </p:cNvPr>
          <p:cNvSpPr>
            <a:spLocks noGrp="1"/>
          </p:cNvSpPr>
          <p:nvPr>
            <p:ph type="body" sz="quarter" idx="35" hasCustomPrompt="1"/>
          </p:nvPr>
        </p:nvSpPr>
        <p:spPr>
          <a:xfrm>
            <a:off x="3473369" y="4977580"/>
            <a:ext cx="3887788" cy="219259"/>
          </a:xfrm>
        </p:spPr>
        <p:txBody>
          <a:bodyPr lIns="36000" tIns="36000" rIns="36000" bIns="36000" anchor="ctr" anchorCtr="0">
            <a:noAutofit/>
          </a:bodyPr>
          <a:lstStyle>
            <a:lvl1pPr algn="l">
              <a:lnSpc>
                <a:spcPct val="100000"/>
              </a:lnSpc>
              <a:defRPr sz="1100" b="0" i="0">
                <a:latin typeface="Arial" panose="020B0604020202020204" pitchFamily="34" charset="0"/>
                <a:cs typeface="Arial" panose="020B0604020202020204" pitchFamily="34" charset="0"/>
              </a:defRPr>
            </a:lvl1pPr>
          </a:lstStyle>
          <a:p>
            <a:pPr lvl="0"/>
            <a:r>
              <a:rPr lang="en-GB"/>
              <a:t>Click to edit text</a:t>
            </a:r>
          </a:p>
        </p:txBody>
      </p:sp>
      <p:sp>
        <p:nvSpPr>
          <p:cNvPr id="4" name="Oval 3">
            <a:extLst>
              <a:ext uri="{FF2B5EF4-FFF2-40B4-BE49-F238E27FC236}">
                <a16:creationId xmlns:a16="http://schemas.microsoft.com/office/drawing/2014/main" id="{29A956B8-9269-4781-B622-9E9413DEA31B}"/>
              </a:ext>
            </a:extLst>
          </p:cNvPr>
          <p:cNvSpPr/>
          <p:nvPr userDrawn="1"/>
        </p:nvSpPr>
        <p:spPr>
          <a:xfrm>
            <a:off x="804826" y="3681071"/>
            <a:ext cx="2556000" cy="2556000"/>
          </a:xfrm>
          <a:prstGeom prst="ellipse">
            <a:avLst/>
          </a:prstGeom>
          <a:noFill/>
          <a:ln w="25400">
            <a:solidFill>
              <a:srgbClr val="33FF9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000" tIns="45720" rIns="36000" bIns="45720" rtlCol="0" anchor="t">
            <a:noAutofit/>
          </a:bodyPr>
          <a:lstStyle/>
          <a:p>
            <a:pPr algn="l">
              <a:lnSpc>
                <a:spcPct val="100000"/>
              </a:lnSpc>
              <a:spcBef>
                <a:spcPts val="1000"/>
              </a:spcBef>
            </a:pPr>
            <a:endParaRPr lang="en-SK" sz="1400" err="1">
              <a:solidFill>
                <a:schemeClr val="tx1"/>
              </a:solidFill>
              <a:latin typeface="Arial" panose="020B0604020202020204" pitchFamily="34" charset="0"/>
              <a:cs typeface="Arial" panose="020B0604020202020204" pitchFamily="34" charset="0"/>
            </a:endParaRPr>
          </a:p>
        </p:txBody>
      </p:sp>
      <p:sp>
        <p:nvSpPr>
          <p:cNvPr id="2" name="Text Placeholder 64">
            <a:extLst>
              <a:ext uri="{FF2B5EF4-FFF2-40B4-BE49-F238E27FC236}">
                <a16:creationId xmlns:a16="http://schemas.microsoft.com/office/drawing/2014/main" id="{43B8A4DD-7249-34FC-083F-23D78C30C8EA}"/>
              </a:ext>
            </a:extLst>
          </p:cNvPr>
          <p:cNvSpPr>
            <a:spLocks noGrp="1"/>
          </p:cNvSpPr>
          <p:nvPr>
            <p:ph type="body" sz="quarter" idx="115" hasCustomPrompt="1"/>
          </p:nvPr>
        </p:nvSpPr>
        <p:spPr>
          <a:xfrm>
            <a:off x="828000" y="288000"/>
            <a:ext cx="7843612" cy="360000"/>
          </a:xfrm>
        </p:spPr>
        <p:txBody>
          <a:bodyPr anchor="ctr" anchorCtr="0"/>
          <a:lstStyle>
            <a:lvl1pPr>
              <a:defRPr b="1" i="1" baseline="0">
                <a:latin typeface="+mn-lt"/>
              </a:defRPr>
            </a:lvl1pPr>
          </a:lstStyle>
          <a:p>
            <a:pPr marL="0" marR="0" lvl="0" indent="0" algn="l" defTabSz="914318"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presentation title</a:t>
            </a:r>
            <a:endParaRPr lang="en-SK"/>
          </a:p>
        </p:txBody>
      </p:sp>
    </p:spTree>
    <p:extLst>
      <p:ext uri="{BB962C8B-B14F-4D97-AF65-F5344CB8AC3E}">
        <p14:creationId xmlns:p14="http://schemas.microsoft.com/office/powerpoint/2010/main" val="3198256149"/>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hapter_A">
    <p:spTree>
      <p:nvGrpSpPr>
        <p:cNvPr id="1" name=""/>
        <p:cNvGrpSpPr/>
        <p:nvPr/>
      </p:nvGrpSpPr>
      <p:grpSpPr>
        <a:xfrm>
          <a:off x="0" y="0"/>
          <a:ext cx="0" cy="0"/>
          <a:chOff x="0" y="0"/>
          <a:chExt cx="0" cy="0"/>
        </a:xfrm>
      </p:grpSpPr>
      <p:sp>
        <p:nvSpPr>
          <p:cNvPr id="26" name="Text Placeholder 10">
            <a:extLst>
              <a:ext uri="{FF2B5EF4-FFF2-40B4-BE49-F238E27FC236}">
                <a16:creationId xmlns:a16="http://schemas.microsoft.com/office/drawing/2014/main" id="{32E7FA9A-CA1A-CC04-64AE-84B32ECB28D4}"/>
              </a:ext>
            </a:extLst>
          </p:cNvPr>
          <p:cNvSpPr>
            <a:spLocks noGrp="1"/>
          </p:cNvSpPr>
          <p:nvPr>
            <p:ph type="body" sz="quarter" idx="16" hasCustomPrompt="1"/>
          </p:nvPr>
        </p:nvSpPr>
        <p:spPr>
          <a:xfrm>
            <a:off x="828000" y="2079888"/>
            <a:ext cx="5220000" cy="324000"/>
          </a:xfrm>
          <a:prstGeom prst="rect">
            <a:avLst/>
          </a:prstGeom>
          <a:noFill/>
          <a:ln>
            <a:noFill/>
          </a:ln>
        </p:spPr>
        <p:txBody>
          <a:bodyPr wrap="square" anchor="t" anchorCtr="0">
            <a:noAutofit/>
          </a:bodyPr>
          <a:lstStyle>
            <a:lvl1pPr>
              <a:lnSpc>
                <a:spcPct val="100000"/>
              </a:lnSpc>
              <a:defRPr sz="1600" b="0" i="0" spc="0">
                <a:solidFill>
                  <a:srgbClr val="00C08B"/>
                </a:solidFill>
                <a:latin typeface="Arial" panose="020B0604020202020204" pitchFamily="34" charset="0"/>
                <a:cs typeface="Arial" panose="020B0604020202020204" pitchFamily="34" charset="0"/>
              </a:defRPr>
            </a:lvl1pPr>
            <a:lvl2pPr>
              <a:defRPr sz="1600">
                <a:solidFill>
                  <a:schemeClr val="accent1"/>
                </a:solidFill>
              </a:defRPr>
            </a:lvl2pPr>
            <a:lvl3pPr>
              <a:defRPr sz="1600">
                <a:solidFill>
                  <a:schemeClr val="accent1"/>
                </a:solidFill>
              </a:defRPr>
            </a:lvl3pPr>
            <a:lvl4pPr>
              <a:defRPr sz="1600">
                <a:solidFill>
                  <a:schemeClr val="accent1"/>
                </a:solidFill>
              </a:defRPr>
            </a:lvl4pPr>
            <a:lvl5pPr>
              <a:defRPr sz="1600">
                <a:solidFill>
                  <a:schemeClr val="accent1"/>
                </a:solidFill>
              </a:defRPr>
            </a:lvl5pPr>
          </a:lstStyle>
          <a:p>
            <a:pPr lvl="0"/>
            <a:r>
              <a:rPr lang="en-GB" err="1"/>
              <a:t>Subheader</a:t>
            </a:r>
            <a:r>
              <a:rPr lang="en-GB"/>
              <a:t> – Click to edit text</a:t>
            </a:r>
          </a:p>
        </p:txBody>
      </p:sp>
      <p:sp>
        <p:nvSpPr>
          <p:cNvPr id="2" name="Text Placeholder 16">
            <a:extLst>
              <a:ext uri="{FF2B5EF4-FFF2-40B4-BE49-F238E27FC236}">
                <a16:creationId xmlns:a16="http://schemas.microsoft.com/office/drawing/2014/main" id="{EF97189D-6D3E-1772-59E7-375D5EC63D93}"/>
              </a:ext>
            </a:extLst>
          </p:cNvPr>
          <p:cNvSpPr>
            <a:spLocks noGrp="1"/>
          </p:cNvSpPr>
          <p:nvPr>
            <p:ph type="body" sz="quarter" idx="50" hasCustomPrompt="1"/>
          </p:nvPr>
        </p:nvSpPr>
        <p:spPr>
          <a:xfrm>
            <a:off x="828000" y="3711560"/>
            <a:ext cx="5220000" cy="1948457"/>
          </a:xfrm>
        </p:spPr>
        <p:txBody>
          <a:bodyPr>
            <a:noAutofit/>
          </a:bodyPr>
          <a:lstStyle>
            <a:lvl1pPr marL="9525" indent="0">
              <a:lnSpc>
                <a:spcPct val="100000"/>
              </a:lnSpc>
              <a:tabLst/>
              <a:defRPr b="0" i="0">
                <a:solidFill>
                  <a:schemeClr val="tx1"/>
                </a:solidFill>
                <a:latin typeface="Arial" panose="020B0604020202020204" pitchFamily="34" charset="0"/>
                <a:cs typeface="Arial" panose="020B0604020202020204" pitchFamily="34" charset="0"/>
              </a:defRPr>
            </a:lvl1pPr>
          </a:lstStyle>
          <a:p>
            <a:pPr lvl="0"/>
            <a:r>
              <a:rPr lang="en-GB"/>
              <a:t>Click to edit text</a:t>
            </a:r>
          </a:p>
        </p:txBody>
      </p:sp>
      <p:sp>
        <p:nvSpPr>
          <p:cNvPr id="12" name="Oval 11">
            <a:extLst>
              <a:ext uri="{FF2B5EF4-FFF2-40B4-BE49-F238E27FC236}">
                <a16:creationId xmlns:a16="http://schemas.microsoft.com/office/drawing/2014/main" id="{D1F9F911-3326-D903-3A88-4CD3A48517AC}"/>
              </a:ext>
            </a:extLst>
          </p:cNvPr>
          <p:cNvSpPr/>
          <p:nvPr userDrawn="1"/>
        </p:nvSpPr>
        <p:spPr>
          <a:xfrm>
            <a:off x="7484665" y="1016000"/>
            <a:ext cx="7808118" cy="7808118"/>
          </a:xfrm>
          <a:prstGeom prst="ellipse">
            <a:avLst/>
          </a:prstGeom>
          <a:blipFill dpi="0" rotWithShape="1">
            <a:blip r:embed="rId2" cstate="screen">
              <a:extLst>
                <a:ext uri="{28A0092B-C50C-407E-A947-70E740481C1C}">
                  <a14:useLocalDpi xmlns:a14="http://schemas.microsoft.com/office/drawing/2010/main"/>
                </a:ext>
              </a:extLst>
            </a:blip>
            <a:srcRect/>
            <a:stretch>
              <a:fillRect/>
            </a:stretch>
          </a:blipFill>
          <a:ln>
            <a:noFill/>
          </a:ln>
          <a:effectLst>
            <a:outerShdw blurRad="38100" dist="12700" dir="5400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algn="l">
              <a:lnSpc>
                <a:spcPct val="100000"/>
              </a:lnSpc>
              <a:spcBef>
                <a:spcPts val="1000"/>
              </a:spcBef>
            </a:pPr>
            <a:endParaRPr lang="en-SK" sz="1400" err="1">
              <a:solidFill>
                <a:schemeClr val="tx1"/>
              </a:solidFill>
              <a:latin typeface="Visuelt Pro Light" panose="020B0303040202040104" pitchFamily="34" charset="0"/>
            </a:endParaRPr>
          </a:p>
        </p:txBody>
      </p:sp>
      <p:sp>
        <p:nvSpPr>
          <p:cNvPr id="11" name="Oval 10">
            <a:extLst>
              <a:ext uri="{FF2B5EF4-FFF2-40B4-BE49-F238E27FC236}">
                <a16:creationId xmlns:a16="http://schemas.microsoft.com/office/drawing/2014/main" id="{C3094270-2EAF-C2FD-D344-66558AC5EDFF}"/>
              </a:ext>
            </a:extLst>
          </p:cNvPr>
          <p:cNvSpPr/>
          <p:nvPr userDrawn="1"/>
        </p:nvSpPr>
        <p:spPr>
          <a:xfrm>
            <a:off x="7494495" y="2199233"/>
            <a:ext cx="1193893" cy="1193893"/>
          </a:xfrm>
          <a:prstGeom prst="ellipse">
            <a:avLst/>
          </a:prstGeom>
          <a:solidFill>
            <a:srgbClr val="00C08B"/>
          </a:solidFill>
          <a:ln>
            <a:noFill/>
          </a:ln>
          <a:effectLst>
            <a:outerShdw blurRad="63500" dist="254000" dir="8100000" algn="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algn="l">
              <a:lnSpc>
                <a:spcPct val="100000"/>
              </a:lnSpc>
              <a:spcBef>
                <a:spcPts val="1000"/>
              </a:spcBef>
            </a:pPr>
            <a:endParaRPr lang="en-SK" sz="1400" err="1">
              <a:solidFill>
                <a:schemeClr val="tx1"/>
              </a:solidFill>
              <a:latin typeface="Visuelt Pro Light" panose="020B0303040202040104" pitchFamily="34" charset="0"/>
            </a:endParaRPr>
          </a:p>
        </p:txBody>
      </p:sp>
      <p:sp>
        <p:nvSpPr>
          <p:cNvPr id="4" name="Title 3">
            <a:extLst>
              <a:ext uri="{FF2B5EF4-FFF2-40B4-BE49-F238E27FC236}">
                <a16:creationId xmlns:a16="http://schemas.microsoft.com/office/drawing/2014/main" id="{AEA4EC66-FD84-3ED4-B04F-A381D557A6A9}"/>
              </a:ext>
            </a:extLst>
          </p:cNvPr>
          <p:cNvSpPr>
            <a:spLocks noGrp="1"/>
          </p:cNvSpPr>
          <p:nvPr>
            <p:ph type="title"/>
          </p:nvPr>
        </p:nvSpPr>
        <p:spPr>
          <a:xfrm>
            <a:off x="828000" y="2553724"/>
            <a:ext cx="5220568" cy="1008000"/>
          </a:xfrm>
          <a:prstGeom prst="rect">
            <a:avLst/>
          </a:prstGeom>
        </p:spPr>
        <p:txBody>
          <a:bodyPr/>
          <a:lstStyle/>
          <a:p>
            <a:r>
              <a:rPr lang="en-GB"/>
              <a:t>Click to edit Master title style</a:t>
            </a:r>
            <a:endParaRPr lang="en-SK"/>
          </a:p>
        </p:txBody>
      </p:sp>
      <p:sp>
        <p:nvSpPr>
          <p:cNvPr id="5" name="Text Placeholder 5">
            <a:extLst>
              <a:ext uri="{FF2B5EF4-FFF2-40B4-BE49-F238E27FC236}">
                <a16:creationId xmlns:a16="http://schemas.microsoft.com/office/drawing/2014/main" id="{B6C56385-660B-C7E0-A3CF-EEA29B2DBFD9}"/>
              </a:ext>
            </a:extLst>
          </p:cNvPr>
          <p:cNvSpPr txBox="1">
            <a:spLocks/>
          </p:cNvSpPr>
          <p:nvPr userDrawn="1"/>
        </p:nvSpPr>
        <p:spPr>
          <a:xfrm>
            <a:off x="432000" y="6336000"/>
            <a:ext cx="2047875" cy="360000"/>
          </a:xfrm>
          <a:prstGeom prst="rect">
            <a:avLst/>
          </a:prstGeom>
        </p:spPr>
        <p:txBody>
          <a:bodyPr lIns="36000" tIns="36000" rIns="36000" bIns="36000" anchor="ctr" anchorCtr="0"/>
          <a:lstStyle>
            <a:lvl1pPr marL="9525" indent="0" algn="r" defTabSz="914318" rtl="0" eaLnBrk="1" latinLnBrk="0" hangingPunct="1">
              <a:lnSpc>
                <a:spcPct val="100000"/>
              </a:lnSpc>
              <a:spcBef>
                <a:spcPts val="1000"/>
              </a:spcBef>
              <a:buFont typeface="Arial" panose="020B0604020202020204" pitchFamily="34" charset="0"/>
              <a:buNone/>
              <a:tabLst/>
              <a:defRPr sz="1100" b="0" i="0" kern="1200" baseline="0">
                <a:solidFill>
                  <a:schemeClr val="tx1"/>
                </a:solidFill>
                <a:latin typeface="Arial" panose="020B0604020202020204" pitchFamily="34" charset="0"/>
                <a:ea typeface="+mn-ea"/>
                <a:cs typeface="Arial" panose="020B0604020202020204" pitchFamily="34" charset="0"/>
              </a:defRPr>
            </a:lvl1pPr>
            <a:lvl2pPr marL="9525" indent="0" algn="l" defTabSz="914318" rtl="0" eaLnBrk="1" latinLnBrk="0" hangingPunct="1">
              <a:lnSpc>
                <a:spcPct val="100000"/>
              </a:lnSpc>
              <a:spcBef>
                <a:spcPts val="499"/>
              </a:spcBef>
              <a:buFont typeface="Arial" panose="020B0604020202020204" pitchFamily="34" charset="0"/>
              <a:buNone/>
              <a:tabLst/>
              <a:defRPr sz="1100" b="1" i="0" kern="1200" baseline="0">
                <a:solidFill>
                  <a:schemeClr val="tx1"/>
                </a:solidFill>
                <a:latin typeface="Arial" panose="020B0604020202020204" pitchFamily="34" charset="0"/>
                <a:ea typeface="+mn-ea"/>
                <a:cs typeface="Arial" panose="020B0604020202020204" pitchFamily="34" charset="0"/>
              </a:defRPr>
            </a:lvl2pPr>
            <a:lvl3pPr marL="9525" indent="0" algn="l" defTabSz="914318" rtl="0" eaLnBrk="1" latinLnBrk="0" hangingPunct="1">
              <a:lnSpc>
                <a:spcPct val="100000"/>
              </a:lnSpc>
              <a:spcBef>
                <a:spcPts val="499"/>
              </a:spcBef>
              <a:buFont typeface="Arial" panose="020B0604020202020204" pitchFamily="34" charset="0"/>
              <a:buNone/>
              <a:tabLst/>
              <a:defRPr sz="1400" b="0" i="0" kern="1200" baseline="0">
                <a:solidFill>
                  <a:srgbClr val="33FF99"/>
                </a:solidFill>
                <a:latin typeface="Arial" panose="020B0604020202020204" pitchFamily="34" charset="0"/>
                <a:ea typeface="+mn-ea"/>
                <a:cs typeface="Arial" panose="020B0604020202020204" pitchFamily="34" charset="0"/>
              </a:defRPr>
            </a:lvl3pPr>
            <a:lvl4pPr marL="9525" indent="0" algn="l" defTabSz="914318" rtl="0" eaLnBrk="1" latinLnBrk="0" hangingPunct="1">
              <a:lnSpc>
                <a:spcPct val="100000"/>
              </a:lnSpc>
              <a:spcBef>
                <a:spcPts val="499"/>
              </a:spcBef>
              <a:buFont typeface="Arial" panose="020B0604020202020204" pitchFamily="34" charset="0"/>
              <a:buNone/>
              <a:tabLst/>
              <a:defRPr sz="1100" b="0" i="1" kern="1200" baseline="0">
                <a:solidFill>
                  <a:schemeClr val="tx1"/>
                </a:solidFill>
                <a:latin typeface="Arial" panose="020B0604020202020204" pitchFamily="34" charset="0"/>
                <a:ea typeface="+mn-ea"/>
                <a:cs typeface="Arial" panose="020B0604020202020204" pitchFamily="34" charset="0"/>
              </a:defRPr>
            </a:lvl4pPr>
            <a:lvl5pPr marL="180975" indent="-171450" algn="l" defTabSz="914318" rtl="0" eaLnBrk="1" latinLnBrk="0" hangingPunct="1">
              <a:lnSpc>
                <a:spcPct val="100000"/>
              </a:lnSpc>
              <a:spcBef>
                <a:spcPts val="499"/>
              </a:spcBef>
              <a:buFont typeface="Arial" panose="020B0604020202020204" pitchFamily="34" charset="0"/>
              <a:buChar char="•"/>
              <a:tabLst/>
              <a:defRPr sz="1100" b="0" i="0" kern="1200" baseline="0">
                <a:solidFill>
                  <a:schemeClr val="tx1"/>
                </a:solidFill>
                <a:latin typeface="Arial" panose="020B0604020202020204" pitchFamily="34" charset="0"/>
                <a:ea typeface="+mn-ea"/>
                <a:cs typeface="Arial" panose="020B0604020202020204" pitchFamily="34" charset="0"/>
              </a:defRPr>
            </a:lvl5pPr>
            <a:lvl6pPr marL="251437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6pPr>
            <a:lvl7pPr marL="297153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7pPr>
            <a:lvl8pPr marL="3428692"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8pPr>
            <a:lvl9pPr marL="3885850"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9pPr>
          </a:lstStyle>
          <a:p>
            <a:pPr algn="l"/>
            <a:r>
              <a:rPr lang="en-GB"/>
              <a:t>© </a:t>
            </a:r>
            <a:r>
              <a:rPr lang="en-GB" err="1"/>
              <a:t>Ohpen</a:t>
            </a:r>
            <a:endParaRPr lang="en-SK"/>
          </a:p>
        </p:txBody>
      </p:sp>
      <p:sp>
        <p:nvSpPr>
          <p:cNvPr id="3" name="Text Placeholder 64">
            <a:extLst>
              <a:ext uri="{FF2B5EF4-FFF2-40B4-BE49-F238E27FC236}">
                <a16:creationId xmlns:a16="http://schemas.microsoft.com/office/drawing/2014/main" id="{D51F9974-DA87-495D-659A-EBE9BF0A1129}"/>
              </a:ext>
            </a:extLst>
          </p:cNvPr>
          <p:cNvSpPr>
            <a:spLocks noGrp="1"/>
          </p:cNvSpPr>
          <p:nvPr>
            <p:ph type="body" sz="quarter" idx="115" hasCustomPrompt="1"/>
          </p:nvPr>
        </p:nvSpPr>
        <p:spPr>
          <a:xfrm>
            <a:off x="828000" y="288000"/>
            <a:ext cx="7843612" cy="360000"/>
          </a:xfrm>
        </p:spPr>
        <p:txBody>
          <a:bodyPr anchor="ctr" anchorCtr="0"/>
          <a:lstStyle>
            <a:lvl1pPr>
              <a:defRPr b="1" i="1" baseline="0">
                <a:latin typeface="+mn-lt"/>
              </a:defRPr>
            </a:lvl1pPr>
          </a:lstStyle>
          <a:p>
            <a:pPr marL="0" marR="0" lvl="0" indent="0" algn="l" defTabSz="914318"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presentation title</a:t>
            </a:r>
            <a:endParaRPr lang="en-SK"/>
          </a:p>
        </p:txBody>
      </p:sp>
    </p:spTree>
    <p:extLst>
      <p:ext uri="{BB962C8B-B14F-4D97-AF65-F5344CB8AC3E}">
        <p14:creationId xmlns:p14="http://schemas.microsoft.com/office/powerpoint/2010/main" val="2652790120"/>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hapter_B">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8C2E1F7-E536-1640-9F55-57B49B5D6652}"/>
              </a:ext>
            </a:extLst>
          </p:cNvPr>
          <p:cNvSpPr>
            <a:spLocks noGrp="1"/>
          </p:cNvSpPr>
          <p:nvPr>
            <p:ph type="title"/>
          </p:nvPr>
        </p:nvSpPr>
        <p:spPr>
          <a:xfrm>
            <a:off x="828000" y="1008000"/>
            <a:ext cx="10620000" cy="5220000"/>
          </a:xfrm>
          <a:prstGeom prst="rect">
            <a:avLst/>
          </a:prstGeom>
        </p:spPr>
        <p:txBody>
          <a:bodyPr anchor="ctr" anchorCtr="1">
            <a:normAutofit/>
          </a:bodyPr>
          <a:lstStyle/>
          <a:p>
            <a:r>
              <a:rPr lang="en-GB"/>
              <a:t>Click to edit</a:t>
            </a:r>
            <a:endParaRPr lang="en-SK"/>
          </a:p>
        </p:txBody>
      </p:sp>
      <p:sp>
        <p:nvSpPr>
          <p:cNvPr id="2" name="Text Placeholder 64">
            <a:extLst>
              <a:ext uri="{FF2B5EF4-FFF2-40B4-BE49-F238E27FC236}">
                <a16:creationId xmlns:a16="http://schemas.microsoft.com/office/drawing/2014/main" id="{6AE5BAB0-9BFC-C7CF-8B9C-EDFD3B1E1F13}"/>
              </a:ext>
            </a:extLst>
          </p:cNvPr>
          <p:cNvSpPr>
            <a:spLocks noGrp="1"/>
          </p:cNvSpPr>
          <p:nvPr>
            <p:ph type="body" sz="quarter" idx="115" hasCustomPrompt="1"/>
          </p:nvPr>
        </p:nvSpPr>
        <p:spPr>
          <a:xfrm>
            <a:off x="828000" y="288000"/>
            <a:ext cx="7843612" cy="360000"/>
          </a:xfrm>
        </p:spPr>
        <p:txBody>
          <a:bodyPr anchor="ctr" anchorCtr="0"/>
          <a:lstStyle>
            <a:lvl1pPr>
              <a:defRPr b="1" i="1" baseline="0">
                <a:latin typeface="+mn-lt"/>
              </a:defRPr>
            </a:lvl1pPr>
          </a:lstStyle>
          <a:p>
            <a:pPr marL="0" marR="0" lvl="0" indent="0" algn="l" defTabSz="914318"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presentation title</a:t>
            </a:r>
            <a:endParaRPr lang="en-SK"/>
          </a:p>
        </p:txBody>
      </p:sp>
    </p:spTree>
    <p:extLst>
      <p:ext uri="{BB962C8B-B14F-4D97-AF65-F5344CB8AC3E}">
        <p14:creationId xmlns:p14="http://schemas.microsoft.com/office/powerpoint/2010/main" val="1156620064"/>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ED22F95-9061-DC64-EFDF-A2271BDA9218}"/>
              </a:ext>
            </a:extLst>
          </p:cNvPr>
          <p:cNvSpPr/>
          <p:nvPr userDrawn="1"/>
        </p:nvSpPr>
        <p:spPr>
          <a:xfrm flipV="1">
            <a:off x="-11805" y="4624245"/>
            <a:ext cx="12203805" cy="2233755"/>
          </a:xfrm>
          <a:prstGeom prst="rect">
            <a:avLst/>
          </a:prstGeom>
          <a:solidFill>
            <a:srgbClr val="F6F8F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spcBef>
                <a:spcPts val="1000"/>
              </a:spcBef>
            </a:pPr>
            <a:endParaRPr lang="en-NL" sz="1400" b="0" i="0">
              <a:solidFill>
                <a:srgbClr val="13322B"/>
              </a:solidFill>
              <a:latin typeface="Arial" panose="020B0604020202020204" pitchFamily="34" charset="0"/>
              <a:cs typeface="Arial" panose="020B0604020202020204" pitchFamily="34" charset="0"/>
            </a:endParaRPr>
          </a:p>
        </p:txBody>
      </p:sp>
      <p:sp>
        <p:nvSpPr>
          <p:cNvPr id="7" name="Rounded Rectangle 6">
            <a:extLst>
              <a:ext uri="{FF2B5EF4-FFF2-40B4-BE49-F238E27FC236}">
                <a16:creationId xmlns:a16="http://schemas.microsoft.com/office/drawing/2014/main" id="{B6046F21-475B-52B5-429E-2677E3712DC3}"/>
              </a:ext>
            </a:extLst>
          </p:cNvPr>
          <p:cNvSpPr/>
          <p:nvPr userDrawn="1"/>
        </p:nvSpPr>
        <p:spPr>
          <a:xfrm rot="16200000">
            <a:off x="4473011" y="-261144"/>
            <a:ext cx="3209467" cy="7885113"/>
          </a:xfrm>
          <a:prstGeom prst="roundRect">
            <a:avLst>
              <a:gd name="adj" fmla="val 8629"/>
            </a:avLst>
          </a:prstGeom>
          <a:solidFill>
            <a:srgbClr val="D9E1E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algn="l">
              <a:lnSpc>
                <a:spcPct val="100000"/>
              </a:lnSpc>
              <a:spcBef>
                <a:spcPts val="1000"/>
              </a:spcBef>
            </a:pPr>
            <a:endParaRPr lang="en-SK" sz="1400" err="1">
              <a:solidFill>
                <a:srgbClr val="13322B"/>
              </a:solidFill>
              <a:latin typeface="Arial" panose="020B0604020202020204" pitchFamily="34" charset="0"/>
              <a:cs typeface="Arial" panose="020B0604020202020204" pitchFamily="34" charset="0"/>
            </a:endParaRPr>
          </a:p>
        </p:txBody>
      </p:sp>
      <p:cxnSp>
        <p:nvCxnSpPr>
          <p:cNvPr id="9" name="Straight Connector 8">
            <a:extLst>
              <a:ext uri="{FF2B5EF4-FFF2-40B4-BE49-F238E27FC236}">
                <a16:creationId xmlns:a16="http://schemas.microsoft.com/office/drawing/2014/main" id="{E8A627B2-3B59-549F-E072-1A8CA059CD31}"/>
              </a:ext>
            </a:extLst>
          </p:cNvPr>
          <p:cNvCxnSpPr>
            <a:cxnSpLocks/>
          </p:cNvCxnSpPr>
          <p:nvPr userDrawn="1"/>
        </p:nvCxnSpPr>
        <p:spPr>
          <a:xfrm>
            <a:off x="6132513" y="2286695"/>
            <a:ext cx="0" cy="2808288"/>
          </a:xfrm>
          <a:prstGeom prst="line">
            <a:avLst/>
          </a:prstGeom>
          <a:ln w="12700">
            <a:solidFill>
              <a:srgbClr val="33FF99"/>
            </a:solidFill>
          </a:ln>
        </p:spPr>
        <p:style>
          <a:lnRef idx="1">
            <a:schemeClr val="accent1"/>
          </a:lnRef>
          <a:fillRef idx="0">
            <a:schemeClr val="accent1"/>
          </a:fillRef>
          <a:effectRef idx="0">
            <a:schemeClr val="accent1"/>
          </a:effectRef>
          <a:fontRef idx="minor">
            <a:schemeClr val="tx1"/>
          </a:fontRef>
        </p:style>
      </p:cxnSp>
      <p:sp>
        <p:nvSpPr>
          <p:cNvPr id="12" name="Picture Placeholder 24">
            <a:extLst>
              <a:ext uri="{FF2B5EF4-FFF2-40B4-BE49-F238E27FC236}">
                <a16:creationId xmlns:a16="http://schemas.microsoft.com/office/drawing/2014/main" id="{2BEDD3AB-9B36-50A1-9CA0-92869D96C42B}"/>
              </a:ext>
            </a:extLst>
          </p:cNvPr>
          <p:cNvSpPr>
            <a:spLocks noGrp="1"/>
          </p:cNvSpPr>
          <p:nvPr>
            <p:ph type="pic" sz="quarter" idx="33"/>
          </p:nvPr>
        </p:nvSpPr>
        <p:spPr>
          <a:xfrm>
            <a:off x="9315386" y="1554840"/>
            <a:ext cx="1215293" cy="1216059"/>
          </a:xfrm>
          <a:prstGeom prst="ellipse">
            <a:avLst/>
          </a:prstGeom>
          <a:ln w="19050">
            <a:noFill/>
          </a:ln>
          <a:effectLst/>
        </p:spPr>
        <p:txBody>
          <a:bodyPr>
            <a:noAutofit/>
          </a:bodyPr>
          <a:lstStyle>
            <a:lvl1pPr>
              <a:lnSpc>
                <a:spcPct val="100000"/>
              </a:lnSpc>
              <a:defRPr b="0" i="0">
                <a:solidFill>
                  <a:schemeClr val="tx1"/>
                </a:solidFill>
                <a:latin typeface="Arial" panose="020B0604020202020204" pitchFamily="34" charset="0"/>
                <a:cs typeface="Arial" panose="020B0604020202020204" pitchFamily="34" charset="0"/>
              </a:defRPr>
            </a:lvl1pPr>
          </a:lstStyle>
          <a:p>
            <a:r>
              <a:rPr lang="en-GB"/>
              <a:t>Click icon to add picture</a:t>
            </a:r>
            <a:endParaRPr lang="en-SK"/>
          </a:p>
        </p:txBody>
      </p:sp>
      <p:sp>
        <p:nvSpPr>
          <p:cNvPr id="13" name="Text Placeholder 75">
            <a:extLst>
              <a:ext uri="{FF2B5EF4-FFF2-40B4-BE49-F238E27FC236}">
                <a16:creationId xmlns:a16="http://schemas.microsoft.com/office/drawing/2014/main" id="{361A72C0-417A-C9C4-360F-16693A7DAD7A}"/>
              </a:ext>
            </a:extLst>
          </p:cNvPr>
          <p:cNvSpPr>
            <a:spLocks noGrp="1"/>
          </p:cNvSpPr>
          <p:nvPr>
            <p:ph type="body" sz="quarter" idx="57" hasCustomPrompt="1"/>
          </p:nvPr>
        </p:nvSpPr>
        <p:spPr>
          <a:xfrm>
            <a:off x="2556005" y="3013274"/>
            <a:ext cx="3081219" cy="562458"/>
          </a:xfrm>
        </p:spPr>
        <p:txBody>
          <a:bodyPr>
            <a:noAutofit/>
          </a:bodyPr>
          <a:lstStyle>
            <a:lvl1pPr>
              <a:lnSpc>
                <a:spcPct val="100000"/>
              </a:lnSpc>
              <a:defRPr sz="1100" b="1" i="0">
                <a:solidFill>
                  <a:srgbClr val="13322B"/>
                </a:solidFill>
                <a:latin typeface="Arial" panose="020B0604020202020204" pitchFamily="34" charset="0"/>
                <a:cs typeface="Arial" panose="020B0604020202020204" pitchFamily="34" charset="0"/>
              </a:defRPr>
            </a:lvl1pPr>
          </a:lstStyle>
          <a:p>
            <a:pPr lvl="0"/>
            <a:r>
              <a:rPr lang="en-GB"/>
              <a:t>Lorem ipsum </a:t>
            </a:r>
            <a:r>
              <a:rPr lang="en-GB" err="1"/>
              <a:t>dolor</a:t>
            </a:r>
            <a:endParaRPr lang="en-GB"/>
          </a:p>
        </p:txBody>
      </p:sp>
      <p:sp>
        <p:nvSpPr>
          <p:cNvPr id="14" name="Text Placeholder 16">
            <a:extLst>
              <a:ext uri="{FF2B5EF4-FFF2-40B4-BE49-F238E27FC236}">
                <a16:creationId xmlns:a16="http://schemas.microsoft.com/office/drawing/2014/main" id="{7A7CC968-FCFC-AB7C-F2AE-35D13396F14B}"/>
              </a:ext>
            </a:extLst>
          </p:cNvPr>
          <p:cNvSpPr>
            <a:spLocks noGrp="1"/>
          </p:cNvSpPr>
          <p:nvPr>
            <p:ph type="body" sz="quarter" idx="58"/>
          </p:nvPr>
        </p:nvSpPr>
        <p:spPr>
          <a:xfrm>
            <a:off x="2563236" y="3728686"/>
            <a:ext cx="3081209" cy="944140"/>
          </a:xfrm>
        </p:spPr>
        <p:txBody>
          <a:bodyPr>
            <a:noAutofit/>
          </a:bodyPr>
          <a:lstStyle>
            <a:lvl1pPr marL="9525" indent="0">
              <a:lnSpc>
                <a:spcPct val="100000"/>
              </a:lnSpc>
              <a:tabLst/>
              <a:defRPr sz="1100" b="0" i="0">
                <a:solidFill>
                  <a:srgbClr val="13322B"/>
                </a:solidFill>
                <a:latin typeface="Arial" panose="020B0604020202020204" pitchFamily="34" charset="0"/>
                <a:cs typeface="Arial" panose="020B0604020202020204" pitchFamily="34" charset="0"/>
              </a:defRPr>
            </a:lvl1pPr>
          </a:lstStyle>
          <a:p>
            <a:pPr lvl="0"/>
            <a:r>
              <a:rPr lang="en-GB"/>
              <a:t>Click to edit Master text styles</a:t>
            </a:r>
          </a:p>
        </p:txBody>
      </p:sp>
      <p:sp>
        <p:nvSpPr>
          <p:cNvPr id="15" name="Text Placeholder 75">
            <a:extLst>
              <a:ext uri="{FF2B5EF4-FFF2-40B4-BE49-F238E27FC236}">
                <a16:creationId xmlns:a16="http://schemas.microsoft.com/office/drawing/2014/main" id="{D1359A46-CABE-C4C5-A150-874270A8399C}"/>
              </a:ext>
            </a:extLst>
          </p:cNvPr>
          <p:cNvSpPr>
            <a:spLocks noGrp="1"/>
          </p:cNvSpPr>
          <p:nvPr>
            <p:ph type="body" sz="quarter" idx="59" hasCustomPrompt="1"/>
          </p:nvPr>
        </p:nvSpPr>
        <p:spPr>
          <a:xfrm>
            <a:off x="6413779" y="2327771"/>
            <a:ext cx="2541677" cy="346370"/>
          </a:xfrm>
        </p:spPr>
        <p:txBody>
          <a:bodyPr>
            <a:noAutofit/>
          </a:bodyPr>
          <a:lstStyle>
            <a:lvl1pPr>
              <a:lnSpc>
                <a:spcPct val="100000"/>
              </a:lnSpc>
              <a:defRPr sz="1100" b="1" i="0">
                <a:solidFill>
                  <a:srgbClr val="13322B"/>
                </a:solidFill>
                <a:latin typeface="Arial" panose="020B0604020202020204" pitchFamily="34" charset="0"/>
                <a:cs typeface="Arial" panose="020B0604020202020204" pitchFamily="34" charset="0"/>
              </a:defRPr>
            </a:lvl1pPr>
          </a:lstStyle>
          <a:p>
            <a:pPr lvl="0"/>
            <a:r>
              <a:rPr lang="en-GB"/>
              <a:t>Name</a:t>
            </a:r>
          </a:p>
        </p:txBody>
      </p:sp>
      <p:sp>
        <p:nvSpPr>
          <p:cNvPr id="38" name="Text Placeholder 16">
            <a:extLst>
              <a:ext uri="{FF2B5EF4-FFF2-40B4-BE49-F238E27FC236}">
                <a16:creationId xmlns:a16="http://schemas.microsoft.com/office/drawing/2014/main" id="{F97F0CE7-5262-5453-540D-9457E3C5BC02}"/>
              </a:ext>
            </a:extLst>
          </p:cNvPr>
          <p:cNvSpPr>
            <a:spLocks noGrp="1"/>
          </p:cNvSpPr>
          <p:nvPr>
            <p:ph type="body" sz="quarter" idx="63"/>
          </p:nvPr>
        </p:nvSpPr>
        <p:spPr>
          <a:xfrm>
            <a:off x="6413780" y="4847166"/>
            <a:ext cx="3179501" cy="243639"/>
          </a:xfrm>
        </p:spPr>
        <p:txBody>
          <a:bodyPr>
            <a:noAutofit/>
          </a:bodyPr>
          <a:lstStyle>
            <a:lvl1pPr marL="9525" indent="0">
              <a:lnSpc>
                <a:spcPct val="100000"/>
              </a:lnSpc>
              <a:tabLst/>
              <a:defRPr sz="1100" b="1" i="0">
                <a:solidFill>
                  <a:srgbClr val="13322B"/>
                </a:solidFill>
                <a:latin typeface="Arial" panose="020B0604020202020204" pitchFamily="34" charset="0"/>
                <a:cs typeface="Arial" panose="020B0604020202020204" pitchFamily="34" charset="0"/>
              </a:defRPr>
            </a:lvl1pPr>
          </a:lstStyle>
          <a:p>
            <a:pPr lvl="0"/>
            <a:r>
              <a:rPr lang="en-GB"/>
              <a:t>Click to edit Master text styles</a:t>
            </a:r>
          </a:p>
        </p:txBody>
      </p:sp>
      <p:sp>
        <p:nvSpPr>
          <p:cNvPr id="44" name="Text Placeholder 16">
            <a:extLst>
              <a:ext uri="{FF2B5EF4-FFF2-40B4-BE49-F238E27FC236}">
                <a16:creationId xmlns:a16="http://schemas.microsoft.com/office/drawing/2014/main" id="{0E9822B0-2AB2-386A-26CE-B6D477B6EB8D}"/>
              </a:ext>
            </a:extLst>
          </p:cNvPr>
          <p:cNvSpPr>
            <a:spLocks noGrp="1"/>
          </p:cNvSpPr>
          <p:nvPr>
            <p:ph type="body" sz="quarter" idx="64"/>
          </p:nvPr>
        </p:nvSpPr>
        <p:spPr>
          <a:xfrm>
            <a:off x="6413780" y="4163663"/>
            <a:ext cx="3179501" cy="243639"/>
          </a:xfrm>
        </p:spPr>
        <p:txBody>
          <a:bodyPr>
            <a:noAutofit/>
          </a:bodyPr>
          <a:lstStyle>
            <a:lvl1pPr marL="9525" indent="0">
              <a:lnSpc>
                <a:spcPct val="100000"/>
              </a:lnSpc>
              <a:tabLst/>
              <a:defRPr sz="1100" b="1" i="0">
                <a:solidFill>
                  <a:srgbClr val="13322B"/>
                </a:solidFill>
                <a:latin typeface="Arial" panose="020B0604020202020204" pitchFamily="34" charset="0"/>
                <a:cs typeface="Arial" panose="020B0604020202020204" pitchFamily="34" charset="0"/>
              </a:defRPr>
            </a:lvl1pPr>
          </a:lstStyle>
          <a:p>
            <a:pPr lvl="0"/>
            <a:r>
              <a:rPr lang="en-GB"/>
              <a:t>Click to edit Master text styles</a:t>
            </a:r>
          </a:p>
        </p:txBody>
      </p:sp>
      <p:sp>
        <p:nvSpPr>
          <p:cNvPr id="46" name="Text Placeholder 16">
            <a:extLst>
              <a:ext uri="{FF2B5EF4-FFF2-40B4-BE49-F238E27FC236}">
                <a16:creationId xmlns:a16="http://schemas.microsoft.com/office/drawing/2014/main" id="{56F5068F-74E2-0039-F491-4C8A0A613F76}"/>
              </a:ext>
            </a:extLst>
          </p:cNvPr>
          <p:cNvSpPr>
            <a:spLocks noGrp="1"/>
          </p:cNvSpPr>
          <p:nvPr>
            <p:ph type="body" sz="quarter" idx="65"/>
          </p:nvPr>
        </p:nvSpPr>
        <p:spPr>
          <a:xfrm>
            <a:off x="6413780" y="3485047"/>
            <a:ext cx="3179501" cy="243639"/>
          </a:xfrm>
        </p:spPr>
        <p:txBody>
          <a:bodyPr>
            <a:noAutofit/>
          </a:bodyPr>
          <a:lstStyle>
            <a:lvl1pPr marL="9525" indent="0">
              <a:lnSpc>
                <a:spcPct val="100000"/>
              </a:lnSpc>
              <a:tabLst/>
              <a:defRPr sz="1100" b="1" i="0">
                <a:solidFill>
                  <a:srgbClr val="13322B"/>
                </a:solidFill>
                <a:latin typeface="Arial" panose="020B0604020202020204" pitchFamily="34" charset="0"/>
                <a:cs typeface="Arial" panose="020B0604020202020204" pitchFamily="34" charset="0"/>
              </a:defRPr>
            </a:lvl1pPr>
          </a:lstStyle>
          <a:p>
            <a:pPr lvl="0"/>
            <a:r>
              <a:rPr lang="en-GB"/>
              <a:t>Click to edit Master text styles</a:t>
            </a:r>
          </a:p>
        </p:txBody>
      </p:sp>
      <p:sp>
        <p:nvSpPr>
          <p:cNvPr id="49" name="Text Placeholder 16">
            <a:extLst>
              <a:ext uri="{FF2B5EF4-FFF2-40B4-BE49-F238E27FC236}">
                <a16:creationId xmlns:a16="http://schemas.microsoft.com/office/drawing/2014/main" id="{6772D7AF-719B-9C58-2F30-A6C1A889D606}"/>
              </a:ext>
            </a:extLst>
          </p:cNvPr>
          <p:cNvSpPr>
            <a:spLocks noGrp="1"/>
          </p:cNvSpPr>
          <p:nvPr>
            <p:ph type="body" sz="quarter" idx="66" hasCustomPrompt="1"/>
          </p:nvPr>
        </p:nvSpPr>
        <p:spPr>
          <a:xfrm>
            <a:off x="6413780" y="2759183"/>
            <a:ext cx="3179501" cy="243639"/>
          </a:xfrm>
        </p:spPr>
        <p:txBody>
          <a:bodyPr>
            <a:noAutofit/>
          </a:bodyPr>
          <a:lstStyle>
            <a:lvl1pPr marL="9525" indent="0">
              <a:lnSpc>
                <a:spcPct val="100000"/>
              </a:lnSpc>
              <a:tabLst/>
              <a:defRPr sz="1100" b="0" i="0">
                <a:solidFill>
                  <a:srgbClr val="13322B"/>
                </a:solidFill>
                <a:latin typeface="Arial" panose="020B0604020202020204" pitchFamily="34" charset="0"/>
                <a:cs typeface="Arial" panose="020B0604020202020204" pitchFamily="34" charset="0"/>
              </a:defRPr>
            </a:lvl1pPr>
          </a:lstStyle>
          <a:p>
            <a:pPr lvl="0"/>
            <a:r>
              <a:rPr lang="en-GB"/>
              <a:t>Position</a:t>
            </a:r>
          </a:p>
        </p:txBody>
      </p:sp>
      <p:sp>
        <p:nvSpPr>
          <p:cNvPr id="16" name="Oval 15">
            <a:extLst>
              <a:ext uri="{FF2B5EF4-FFF2-40B4-BE49-F238E27FC236}">
                <a16:creationId xmlns:a16="http://schemas.microsoft.com/office/drawing/2014/main" id="{6BF02E24-7EE0-8587-9D73-413E8BFF75D1}"/>
              </a:ext>
            </a:extLst>
          </p:cNvPr>
          <p:cNvSpPr>
            <a:spLocks noChangeAspect="1"/>
          </p:cNvSpPr>
          <p:nvPr userDrawn="1"/>
        </p:nvSpPr>
        <p:spPr>
          <a:xfrm>
            <a:off x="9113032" y="1352869"/>
            <a:ext cx="1620000" cy="1620000"/>
          </a:xfrm>
          <a:prstGeom prst="ellipse">
            <a:avLst/>
          </a:prstGeom>
          <a:noFill/>
          <a:ln w="25400">
            <a:solidFill>
              <a:srgbClr val="33FF9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000" tIns="45720" rIns="36000" bIns="45720" rtlCol="0" anchor="t">
            <a:noAutofit/>
          </a:bodyPr>
          <a:lstStyle/>
          <a:p>
            <a:pPr algn="l">
              <a:lnSpc>
                <a:spcPct val="100000"/>
              </a:lnSpc>
              <a:spcBef>
                <a:spcPts val="1000"/>
              </a:spcBef>
            </a:pPr>
            <a:endParaRPr lang="en-SK" sz="1400" err="1">
              <a:solidFill>
                <a:schemeClr val="tx1"/>
              </a:solidFill>
              <a:latin typeface="Arial" panose="020B0604020202020204" pitchFamily="34" charset="0"/>
              <a:cs typeface="Arial" panose="020B0604020202020204" pitchFamily="34" charset="0"/>
            </a:endParaRPr>
          </a:p>
        </p:txBody>
      </p:sp>
      <p:sp>
        <p:nvSpPr>
          <p:cNvPr id="17" name="Text Placeholder 16">
            <a:extLst>
              <a:ext uri="{FF2B5EF4-FFF2-40B4-BE49-F238E27FC236}">
                <a16:creationId xmlns:a16="http://schemas.microsoft.com/office/drawing/2014/main" id="{17A5A220-ECE1-7C67-955C-DD89CC210071}"/>
              </a:ext>
            </a:extLst>
          </p:cNvPr>
          <p:cNvSpPr>
            <a:spLocks noGrp="1"/>
          </p:cNvSpPr>
          <p:nvPr>
            <p:ph type="body" sz="quarter" idx="68" hasCustomPrompt="1"/>
          </p:nvPr>
        </p:nvSpPr>
        <p:spPr>
          <a:xfrm>
            <a:off x="6413779" y="3200478"/>
            <a:ext cx="3179501" cy="243639"/>
          </a:xfrm>
        </p:spPr>
        <p:txBody>
          <a:bodyPr>
            <a:noAutofit/>
          </a:bodyPr>
          <a:lstStyle>
            <a:lvl1pPr marL="9525" indent="0">
              <a:lnSpc>
                <a:spcPct val="100000"/>
              </a:lnSpc>
              <a:tabLst/>
              <a:defRPr sz="1100" b="0" i="0">
                <a:solidFill>
                  <a:srgbClr val="13322B"/>
                </a:solidFill>
                <a:latin typeface="Arial" panose="020B0604020202020204" pitchFamily="34" charset="0"/>
                <a:cs typeface="Arial" panose="020B0604020202020204" pitchFamily="34" charset="0"/>
              </a:defRPr>
            </a:lvl1pPr>
          </a:lstStyle>
          <a:p>
            <a:pPr lvl="0"/>
            <a:r>
              <a:rPr lang="en-GB"/>
              <a:t>Email</a:t>
            </a:r>
          </a:p>
        </p:txBody>
      </p:sp>
      <p:sp>
        <p:nvSpPr>
          <p:cNvPr id="19" name="Text Placeholder 16">
            <a:extLst>
              <a:ext uri="{FF2B5EF4-FFF2-40B4-BE49-F238E27FC236}">
                <a16:creationId xmlns:a16="http://schemas.microsoft.com/office/drawing/2014/main" id="{236A6F59-42EE-6785-DFDE-D2D74139AF2D}"/>
              </a:ext>
            </a:extLst>
          </p:cNvPr>
          <p:cNvSpPr>
            <a:spLocks noGrp="1"/>
          </p:cNvSpPr>
          <p:nvPr>
            <p:ph type="body" sz="quarter" idx="69" hasCustomPrompt="1"/>
          </p:nvPr>
        </p:nvSpPr>
        <p:spPr>
          <a:xfrm>
            <a:off x="6413779" y="3887717"/>
            <a:ext cx="3179501" cy="243639"/>
          </a:xfrm>
        </p:spPr>
        <p:txBody>
          <a:bodyPr>
            <a:noAutofit/>
          </a:bodyPr>
          <a:lstStyle>
            <a:lvl1pPr marL="9525" indent="0">
              <a:lnSpc>
                <a:spcPct val="100000"/>
              </a:lnSpc>
              <a:tabLst/>
              <a:defRPr sz="1100" b="0" i="0">
                <a:solidFill>
                  <a:srgbClr val="13322B"/>
                </a:solidFill>
                <a:latin typeface="Arial" panose="020B0604020202020204" pitchFamily="34" charset="0"/>
                <a:cs typeface="Arial" panose="020B0604020202020204" pitchFamily="34" charset="0"/>
              </a:defRPr>
            </a:lvl1pPr>
          </a:lstStyle>
          <a:p>
            <a:pPr lvl="0"/>
            <a:r>
              <a:rPr lang="en-GB"/>
              <a:t>Website</a:t>
            </a:r>
          </a:p>
        </p:txBody>
      </p:sp>
      <p:sp>
        <p:nvSpPr>
          <p:cNvPr id="20" name="Text Placeholder 16">
            <a:extLst>
              <a:ext uri="{FF2B5EF4-FFF2-40B4-BE49-F238E27FC236}">
                <a16:creationId xmlns:a16="http://schemas.microsoft.com/office/drawing/2014/main" id="{4DC8731D-BAFD-D674-9F77-74A19673AF94}"/>
              </a:ext>
            </a:extLst>
          </p:cNvPr>
          <p:cNvSpPr>
            <a:spLocks noGrp="1"/>
          </p:cNvSpPr>
          <p:nvPr>
            <p:ph type="body" sz="quarter" idx="70" hasCustomPrompt="1"/>
          </p:nvPr>
        </p:nvSpPr>
        <p:spPr>
          <a:xfrm>
            <a:off x="6413779" y="4575313"/>
            <a:ext cx="3179501" cy="243639"/>
          </a:xfrm>
        </p:spPr>
        <p:txBody>
          <a:bodyPr>
            <a:noAutofit/>
          </a:bodyPr>
          <a:lstStyle>
            <a:lvl1pPr marL="9525" indent="0">
              <a:lnSpc>
                <a:spcPct val="100000"/>
              </a:lnSpc>
              <a:tabLst/>
              <a:defRPr sz="1100" b="0" i="0">
                <a:solidFill>
                  <a:srgbClr val="13322B"/>
                </a:solidFill>
                <a:latin typeface="Arial" panose="020B0604020202020204" pitchFamily="34" charset="0"/>
                <a:cs typeface="Arial" panose="020B0604020202020204" pitchFamily="34" charset="0"/>
              </a:defRPr>
            </a:lvl1pPr>
          </a:lstStyle>
          <a:p>
            <a:pPr lvl="0"/>
            <a:r>
              <a:rPr lang="en-GB" err="1"/>
              <a:t>Linkedin</a:t>
            </a:r>
            <a:endParaRPr lang="en-GB"/>
          </a:p>
        </p:txBody>
      </p:sp>
      <p:sp>
        <p:nvSpPr>
          <p:cNvPr id="4" name="Title 3">
            <a:extLst>
              <a:ext uri="{FF2B5EF4-FFF2-40B4-BE49-F238E27FC236}">
                <a16:creationId xmlns:a16="http://schemas.microsoft.com/office/drawing/2014/main" id="{83CB6297-3CB7-550B-E108-29C9EB690634}"/>
              </a:ext>
            </a:extLst>
          </p:cNvPr>
          <p:cNvSpPr>
            <a:spLocks noGrp="1"/>
          </p:cNvSpPr>
          <p:nvPr>
            <p:ph type="title"/>
          </p:nvPr>
        </p:nvSpPr>
        <p:spPr>
          <a:xfrm>
            <a:off x="792000" y="1008000"/>
            <a:ext cx="5232563" cy="1008000"/>
          </a:xfrm>
          <a:prstGeom prst="rect">
            <a:avLst/>
          </a:prstGeom>
        </p:spPr>
        <p:txBody>
          <a:bodyPr/>
          <a:lstStyle/>
          <a:p>
            <a:r>
              <a:rPr lang="en-GB"/>
              <a:t>Click to edit Master title style</a:t>
            </a:r>
            <a:endParaRPr lang="en-SK"/>
          </a:p>
        </p:txBody>
      </p:sp>
      <p:sp>
        <p:nvSpPr>
          <p:cNvPr id="2" name="Text Placeholder 64">
            <a:extLst>
              <a:ext uri="{FF2B5EF4-FFF2-40B4-BE49-F238E27FC236}">
                <a16:creationId xmlns:a16="http://schemas.microsoft.com/office/drawing/2014/main" id="{281DC4ED-C016-0973-1BEE-AE10539AF188}"/>
              </a:ext>
            </a:extLst>
          </p:cNvPr>
          <p:cNvSpPr>
            <a:spLocks noGrp="1"/>
          </p:cNvSpPr>
          <p:nvPr>
            <p:ph type="body" sz="quarter" idx="115" hasCustomPrompt="1"/>
          </p:nvPr>
        </p:nvSpPr>
        <p:spPr>
          <a:xfrm>
            <a:off x="828000" y="288000"/>
            <a:ext cx="7843612" cy="360000"/>
          </a:xfrm>
        </p:spPr>
        <p:txBody>
          <a:bodyPr anchor="ctr" anchorCtr="0"/>
          <a:lstStyle>
            <a:lvl1pPr>
              <a:defRPr b="1" i="1" baseline="0">
                <a:latin typeface="+mn-lt"/>
              </a:defRPr>
            </a:lvl1pPr>
          </a:lstStyle>
          <a:p>
            <a:pPr marL="0" marR="0" lvl="0" indent="0" algn="l" defTabSz="914318"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presentation title</a:t>
            </a:r>
            <a:endParaRPr lang="en-SK"/>
          </a:p>
        </p:txBody>
      </p:sp>
    </p:spTree>
    <p:extLst>
      <p:ext uri="{BB962C8B-B14F-4D97-AF65-F5344CB8AC3E}">
        <p14:creationId xmlns:p14="http://schemas.microsoft.com/office/powerpoint/2010/main" val="2656705354"/>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C3AF6D-2BEF-7049-86B4-BA8E93A54A93}"/>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p>
        </p:txBody>
      </p:sp>
      <p:sp>
        <p:nvSpPr>
          <p:cNvPr id="5" name="Text Placeholder 3">
            <a:extLst>
              <a:ext uri="{FF2B5EF4-FFF2-40B4-BE49-F238E27FC236}">
                <a16:creationId xmlns:a16="http://schemas.microsoft.com/office/drawing/2014/main" id="{984EADBC-1FCF-4148-AFB8-F0370FE66BDA}"/>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TITLE STYLE</a:t>
            </a:r>
          </a:p>
        </p:txBody>
      </p:sp>
      <p:pic>
        <p:nvPicPr>
          <p:cNvPr id="7" name="Picture 6">
            <a:extLst>
              <a:ext uri="{FF2B5EF4-FFF2-40B4-BE49-F238E27FC236}">
                <a16:creationId xmlns:a16="http://schemas.microsoft.com/office/drawing/2014/main" id="{63FC9937-4309-1345-9FFE-12A8DD2FC6B5}"/>
              </a:ext>
            </a:extLst>
          </p:cNvPr>
          <p:cNvPicPr>
            <a:picLocks noChangeAspect="1"/>
          </p:cNvPicPr>
          <p:nvPr userDrawn="1"/>
        </p:nvPicPr>
        <p:blipFill>
          <a:blip r:embed="rId4"/>
          <a:stretch>
            <a:fillRect/>
          </a:stretch>
        </p:blipFill>
        <p:spPr>
          <a:xfrm>
            <a:off x="9931098" y="6089839"/>
            <a:ext cx="1772656" cy="449073"/>
          </a:xfrm>
          <a:prstGeom prst="rect">
            <a:avLst/>
          </a:prstGeom>
        </p:spPr>
      </p:pic>
      <p:sp>
        <p:nvSpPr>
          <p:cNvPr id="3" name="Footer Placeholder 2"/>
          <p:cNvSpPr>
            <a:spLocks noGrp="1"/>
          </p:cNvSpPr>
          <p:nvPr>
            <p:ph type="ftr" sz="quarter" idx="11"/>
          </p:nvPr>
        </p:nvSpPr>
        <p:spPr/>
        <p:txBody>
          <a:bodyPr/>
          <a:lstStyle>
            <a:lvl1pPr>
              <a:defRPr>
                <a:latin typeface="Amazon Ember" panose="02000000000000000000" pitchFamily="2" charset="0"/>
                <a:ea typeface="Amazon Ember" panose="02000000000000000000" pitchFamily="2" charset="0"/>
              </a:defRPr>
            </a:lvl1pPr>
          </a:lstStyle>
          <a:p>
            <a:pPr>
              <a:defRPr/>
            </a:pPr>
            <a:r>
              <a:rPr lang="en-US">
                <a:solidFill>
                  <a:srgbClr val="000000">
                    <a:tint val="75000"/>
                  </a:srgbClr>
                </a:solidFill>
              </a:rPr>
              <a:t>© 2019 Amazon Web Services, Inc. or its Affiliates. All rights reserved.</a:t>
            </a:r>
          </a:p>
        </p:txBody>
      </p:sp>
      <p:sp>
        <p:nvSpPr>
          <p:cNvPr id="6" name="Slide Number Placeholder 5"/>
          <p:cNvSpPr>
            <a:spLocks noGrp="1"/>
          </p:cNvSpPr>
          <p:nvPr>
            <p:ph type="sldNum" sz="quarter" idx="12"/>
          </p:nvPr>
        </p:nvSpPr>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2944955692"/>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58223B2-799A-5246-A4C6-C8BB64215826}"/>
              </a:ext>
            </a:extLst>
          </p:cNvPr>
          <p:cNvSpPr/>
          <p:nvPr userDrawn="1"/>
        </p:nvSpPr>
        <p:spPr>
          <a:xfrm>
            <a:off x="0" y="0"/>
            <a:ext cx="12192000" cy="6858000"/>
          </a:xfrm>
          <a:prstGeom prst="rect">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panose="02000000000000000000" pitchFamily="2" charset="0"/>
              <a:ea typeface="+mn-ea"/>
              <a:cs typeface="+mn-cs"/>
            </a:endParaRPr>
          </a:p>
        </p:txBody>
      </p:sp>
      <p:sp>
        <p:nvSpPr>
          <p:cNvPr id="14" name="Title 1">
            <a:extLst>
              <a:ext uri="{FF2B5EF4-FFF2-40B4-BE49-F238E27FC236}">
                <a16:creationId xmlns:a16="http://schemas.microsoft.com/office/drawing/2014/main" id="{B407F2DB-F618-9B42-B761-D4AC79DC349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p>
        </p:txBody>
      </p:sp>
      <p:sp>
        <p:nvSpPr>
          <p:cNvPr id="15" name="Text Placeholder 3">
            <a:extLst>
              <a:ext uri="{FF2B5EF4-FFF2-40B4-BE49-F238E27FC236}">
                <a16:creationId xmlns:a16="http://schemas.microsoft.com/office/drawing/2014/main" id="{7A5CC2AB-7462-6949-B0CC-D453D58B64D6}"/>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TITLE STYLE</a:t>
            </a:r>
          </a:p>
        </p:txBody>
      </p:sp>
      <p:sp>
        <p:nvSpPr>
          <p:cNvPr id="6" name="Footer Placeholder 4">
            <a:extLst>
              <a:ext uri="{FF2B5EF4-FFF2-40B4-BE49-F238E27FC236}">
                <a16:creationId xmlns:a16="http://schemas.microsoft.com/office/drawing/2014/main" id="{6636900F-FBBE-9846-A194-AC5CF173B39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FFFFFF"/>
                </a:solidFill>
              </a:rPr>
              <a:t>© 2019 Amazon Web Services, Inc. or its Affiliates. All rights reserved.</a:t>
            </a:r>
          </a:p>
        </p:txBody>
      </p:sp>
      <p:pic>
        <p:nvPicPr>
          <p:cNvPr id="8" name="Picture 7">
            <a:extLst>
              <a:ext uri="{FF2B5EF4-FFF2-40B4-BE49-F238E27FC236}">
                <a16:creationId xmlns:a16="http://schemas.microsoft.com/office/drawing/2014/main" id="{68A38432-CE99-3E4B-B087-73EB0F09CDB2}"/>
              </a:ext>
            </a:extLst>
          </p:cNvPr>
          <p:cNvPicPr>
            <a:picLocks noChangeAspect="1"/>
          </p:cNvPicPr>
          <p:nvPr userDrawn="1"/>
        </p:nvPicPr>
        <p:blipFill>
          <a:blip r:embed="rId3"/>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173421240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57AF45B-C20A-5F4E-906A-B043D9D7F28E}"/>
              </a:ext>
            </a:extLst>
          </p:cNvPr>
          <p:cNvSpPr/>
          <p:nvPr userDrawn="1"/>
        </p:nvSpPr>
        <p:spPr>
          <a:xfrm>
            <a:off x="-2" y="0"/>
            <a:ext cx="5125762" cy="6875492"/>
          </a:xfrm>
          <a:prstGeom prst="rect">
            <a:avLst/>
          </a:prstGeom>
          <a:solidFill>
            <a:srgbClr val="232F3E"/>
          </a:solidFill>
          <a:ln w="9525" cap="flat" cmpd="sng" algn="ctr">
            <a:no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panose="02000000000000000000" pitchFamily="2" charset="0"/>
              <a:ea typeface="+mn-ea"/>
              <a:cs typeface="+mn-cs"/>
            </a:endParaRPr>
          </a:p>
        </p:txBody>
      </p:sp>
      <p:pic>
        <p:nvPicPr>
          <p:cNvPr id="13" name="Picture 12" descr="A circuit board&#10;&#10;Description automatically generated">
            <a:extLst>
              <a:ext uri="{FF2B5EF4-FFF2-40B4-BE49-F238E27FC236}">
                <a16:creationId xmlns:a16="http://schemas.microsoft.com/office/drawing/2014/main" id="{C0EC8262-9538-E343-BCD0-0911ADA9E7A6}"/>
              </a:ext>
            </a:extLst>
          </p:cNvPr>
          <p:cNvPicPr>
            <a:picLocks noChangeAspect="1"/>
          </p:cNvPicPr>
          <p:nvPr userDrawn="1"/>
        </p:nvPicPr>
        <p:blipFill rotWithShape="1">
          <a:blip r:embed="rId3"/>
          <a:srcRect l="39690" t="3208" r="5228" b="21597"/>
          <a:stretch/>
        </p:blipFill>
        <p:spPr>
          <a:xfrm>
            <a:off x="588712" y="3159360"/>
            <a:ext cx="4537048" cy="3716132"/>
          </a:xfrm>
          <a:prstGeom prst="rect">
            <a:avLst/>
          </a:prstGeom>
        </p:spPr>
      </p:pic>
      <p:sp>
        <p:nvSpPr>
          <p:cNvPr id="4" name="Footer Placeholder 3">
            <a:extLst>
              <a:ext uri="{FF2B5EF4-FFF2-40B4-BE49-F238E27FC236}">
                <a16:creationId xmlns:a16="http://schemas.microsoft.com/office/drawing/2014/main" id="{7D651C47-09F6-C947-968C-92FC59515123}"/>
              </a:ext>
            </a:extLst>
          </p:cNvPr>
          <p:cNvSpPr>
            <a:spLocks noGrp="1"/>
          </p:cNvSpPr>
          <p:nvPr>
            <p:ph type="ftr" sz="quarter" idx="11"/>
          </p:nvPr>
        </p:nvSpPr>
        <p:spPr>
          <a:xfrm>
            <a:off x="7997728" y="6356350"/>
            <a:ext cx="3775172" cy="365125"/>
          </a:xfrm>
          <a:prstGeom prst="rect">
            <a:avLst/>
          </a:prstGeom>
        </p:spPr>
        <p:txBody>
          <a:bodyPr/>
          <a:lstStyle>
            <a:lvl1pPr algn="r">
              <a:defRPr>
                <a:latin typeface="Amazon Ember" panose="02000000000000000000" pitchFamily="2" charset="0"/>
                <a:ea typeface="Amazon Ember" panose="02000000000000000000" pitchFamily="2" charset="0"/>
              </a:defRPr>
            </a:lvl1pPr>
          </a:lstStyle>
          <a:p>
            <a:pPr>
              <a:defRPr/>
            </a:pPr>
            <a:r>
              <a:rPr lang="en-US">
                <a:solidFill>
                  <a:srgbClr val="000000">
                    <a:tint val="75000"/>
                  </a:srgbClr>
                </a:solidFill>
              </a:rPr>
              <a:t>© 2019 Amazon Web Services, Inc. or its Affiliates. All rights reserved.</a:t>
            </a:r>
          </a:p>
        </p:txBody>
      </p:sp>
      <p:sp>
        <p:nvSpPr>
          <p:cNvPr id="2" name="Title 1">
            <a:extLst>
              <a:ext uri="{FF2B5EF4-FFF2-40B4-BE49-F238E27FC236}">
                <a16:creationId xmlns:a16="http://schemas.microsoft.com/office/drawing/2014/main" id="{E454C7EF-17C6-3647-B5A6-45AFD1AE22A3}"/>
              </a:ext>
            </a:extLst>
          </p:cNvPr>
          <p:cNvSpPr>
            <a:spLocks noGrp="1"/>
          </p:cNvSpPr>
          <p:nvPr>
            <p:ph type="title"/>
          </p:nvPr>
        </p:nvSpPr>
        <p:spPr>
          <a:xfrm>
            <a:off x="419100" y="1178376"/>
            <a:ext cx="4268647" cy="1325563"/>
          </a:xfrm>
          <a:prstGeom prst="rect">
            <a:avLst/>
          </a:prstGeom>
        </p:spPr>
        <p:txBody>
          <a:bodyPr/>
          <a:lstStyle>
            <a:lvl1pPr>
              <a:defRPr>
                <a:solidFill>
                  <a:schemeClr val="bg1"/>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FFDB7B2F-8327-B54A-A6DB-5F4F68ECD970}"/>
              </a:ext>
            </a:extLst>
          </p:cNvPr>
          <p:cNvSpPr>
            <a:spLocks noGrp="1"/>
          </p:cNvSpPr>
          <p:nvPr>
            <p:ph type="sldNum" sz="quarter" idx="10"/>
          </p:nvPr>
        </p:nvSpPr>
        <p:spPr>
          <a:xfrm>
            <a:off x="423657" y="6356350"/>
            <a:ext cx="2743200" cy="365125"/>
          </a:xfrm>
          <a:prstGeom prst="rect">
            <a:avLst/>
          </a:prstGeom>
        </p:spPr>
        <p:txBody>
          <a:bodyPr/>
          <a:lstStyle>
            <a:lvl1pPr algn="l">
              <a:defRPr>
                <a:solidFill>
                  <a:schemeClr val="bg1"/>
                </a:solidFill>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FFFFFF"/>
                </a:solidFill>
              </a:rPr>
              <a:pPr>
                <a:defRPr/>
              </a:pPr>
              <a:t>‹#›</a:t>
            </a:fld>
            <a:endParaRPr lang="en-US">
              <a:solidFill>
                <a:srgbClr val="FFFFFF"/>
              </a:solidFill>
            </a:endParaRPr>
          </a:p>
        </p:txBody>
      </p:sp>
      <p:sp>
        <p:nvSpPr>
          <p:cNvPr id="22" name="Content Placeholder 2">
            <a:extLst>
              <a:ext uri="{FF2B5EF4-FFF2-40B4-BE49-F238E27FC236}">
                <a16:creationId xmlns:a16="http://schemas.microsoft.com/office/drawing/2014/main" id="{0EB2737B-E9EB-5940-81B3-90715BFD4CAC}"/>
              </a:ext>
            </a:extLst>
          </p:cNvPr>
          <p:cNvSpPr>
            <a:spLocks noGrp="1"/>
          </p:cNvSpPr>
          <p:nvPr>
            <p:ph idx="16"/>
          </p:nvPr>
        </p:nvSpPr>
        <p:spPr>
          <a:xfrm>
            <a:off x="5714474" y="1178376"/>
            <a:ext cx="5767612" cy="4814920"/>
          </a:xfrm>
          <a:prstGeom prst="rect">
            <a:avLst/>
          </a:prstGeo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280E0825-B265-3846-8BB3-B9ECFCCA9B2D}"/>
              </a:ext>
            </a:extLst>
          </p:cNvPr>
          <p:cNvPicPr>
            <a:picLocks noChangeAspect="1"/>
          </p:cNvPicPr>
          <p:nvPr userDrawn="1"/>
        </p:nvPicPr>
        <p:blipFill>
          <a:blip r:embed="rId4"/>
          <a:stretch>
            <a:fillRect/>
          </a:stretch>
        </p:blipFill>
        <p:spPr>
          <a:xfrm>
            <a:off x="9909200" y="365126"/>
            <a:ext cx="1772652" cy="449072"/>
          </a:xfrm>
          <a:prstGeom prst="rect">
            <a:avLst/>
          </a:prstGeom>
        </p:spPr>
      </p:pic>
    </p:spTree>
    <p:custDataLst>
      <p:tags r:id="rId1"/>
    </p:custDataLst>
    <p:extLst>
      <p:ext uri="{BB962C8B-B14F-4D97-AF65-F5344CB8AC3E}">
        <p14:creationId xmlns:p14="http://schemas.microsoft.com/office/powerpoint/2010/main" val="30798528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ubsection Header">
    <p:spTree>
      <p:nvGrpSpPr>
        <p:cNvPr id="1" name=""/>
        <p:cNvGrpSpPr/>
        <p:nvPr/>
      </p:nvGrpSpPr>
      <p:grpSpPr>
        <a:xfrm>
          <a:off x="0" y="0"/>
          <a:ext cx="0" cy="0"/>
          <a:chOff x="0" y="0"/>
          <a:chExt cx="0" cy="0"/>
        </a:xfrm>
      </p:grpSpPr>
      <p:sp>
        <p:nvSpPr>
          <p:cNvPr id="31" name="Footer Placeholder 4">
            <a:extLst>
              <a:ext uri="{FF2B5EF4-FFF2-40B4-BE49-F238E27FC236}">
                <a16:creationId xmlns:a16="http://schemas.microsoft.com/office/drawing/2014/main" id="{A9C4F210-2650-3942-9632-6074E8F12704}"/>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sp>
        <p:nvSpPr>
          <p:cNvPr id="10" name="Title 1">
            <a:extLst>
              <a:ext uri="{FF2B5EF4-FFF2-40B4-BE49-F238E27FC236}">
                <a16:creationId xmlns:a16="http://schemas.microsoft.com/office/drawing/2014/main" id="{D0B1C5D0-123C-C948-8FE9-A354E18700B1}"/>
              </a:ext>
            </a:extLst>
          </p:cNvPr>
          <p:cNvSpPr>
            <a:spLocks noGrp="1"/>
          </p:cNvSpPr>
          <p:nvPr>
            <p:ph type="title"/>
          </p:nvPr>
        </p:nvSpPr>
        <p:spPr>
          <a:xfrm>
            <a:off x="419100" y="3191940"/>
            <a:ext cx="11353800" cy="474119"/>
          </a:xfrm>
        </p:spPr>
        <p:txBody>
          <a:bodyPr>
            <a:noAutofit/>
          </a:bodyPr>
          <a:lstStyle>
            <a:lvl1pPr>
              <a:defRPr sz="6000">
                <a:solidFill>
                  <a:schemeClr val="tx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B9293C6B-D94F-304A-A8F4-8745DAD9DF47}"/>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pic>
        <p:nvPicPr>
          <p:cNvPr id="7" name="Picture 6">
            <a:extLst>
              <a:ext uri="{FF2B5EF4-FFF2-40B4-BE49-F238E27FC236}">
                <a16:creationId xmlns:a16="http://schemas.microsoft.com/office/drawing/2014/main" id="{3AA315D3-3937-1747-9C2E-0067F12A02F0}"/>
              </a:ext>
            </a:extLst>
          </p:cNvPr>
          <p:cNvPicPr>
            <a:picLocks noChangeAspect="1"/>
          </p:cNvPicPr>
          <p:nvPr userDrawn="1"/>
        </p:nvPicPr>
        <p:blipFill rotWithShape="1">
          <a:blip r:embed="rId3"/>
          <a:srcRect l="75552" t="60520" r="3438" b="3809"/>
          <a:stretch/>
        </p:blipFill>
        <p:spPr>
          <a:xfrm rot="10800000">
            <a:off x="-1" y="-2"/>
            <a:ext cx="2268187" cy="2166103"/>
          </a:xfrm>
          <a:prstGeom prst="rect">
            <a:avLst/>
          </a:prstGeom>
        </p:spPr>
      </p:pic>
      <p:pic>
        <p:nvPicPr>
          <p:cNvPr id="9" name="Picture 8">
            <a:extLst>
              <a:ext uri="{FF2B5EF4-FFF2-40B4-BE49-F238E27FC236}">
                <a16:creationId xmlns:a16="http://schemas.microsoft.com/office/drawing/2014/main" id="{83936176-BBC4-344F-8FD9-CD6D76107A13}"/>
              </a:ext>
            </a:extLst>
          </p:cNvPr>
          <p:cNvPicPr>
            <a:picLocks noChangeAspect="1"/>
          </p:cNvPicPr>
          <p:nvPr userDrawn="1"/>
        </p:nvPicPr>
        <p:blipFill>
          <a:blip r:embed="rId4"/>
          <a:stretch>
            <a:fillRect/>
          </a:stretch>
        </p:blipFill>
        <p:spPr>
          <a:xfrm>
            <a:off x="9909200" y="365126"/>
            <a:ext cx="1772652" cy="449072"/>
          </a:xfrm>
          <a:prstGeom prst="rect">
            <a:avLst/>
          </a:prstGeom>
        </p:spPr>
      </p:pic>
    </p:spTree>
    <p:custDataLst>
      <p:tags r:id="rId1"/>
    </p:custDataLst>
    <p:extLst>
      <p:ext uri="{BB962C8B-B14F-4D97-AF65-F5344CB8AC3E}">
        <p14:creationId xmlns:p14="http://schemas.microsoft.com/office/powerpoint/2010/main" val="18770308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One Colum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p:nvPr>
        </p:nvSpPr>
        <p:spPr>
          <a:xfrm>
            <a:off x="419100" y="1528175"/>
            <a:ext cx="11353800"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909198" y="365125"/>
            <a:ext cx="1772656" cy="449073"/>
          </a:xfrm>
          <a:prstGeom prst="rect">
            <a:avLst/>
          </a:prstGeom>
        </p:spPr>
      </p:pic>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spTree>
    <p:custDataLst>
      <p:tags r:id="rId1"/>
    </p:custDataLst>
    <p:extLst>
      <p:ext uri="{BB962C8B-B14F-4D97-AF65-F5344CB8AC3E}">
        <p14:creationId xmlns:p14="http://schemas.microsoft.com/office/powerpoint/2010/main" val="291559678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p:nvPr>
        </p:nvSpPr>
        <p:spPr>
          <a:xfrm>
            <a:off x="6246312" y="1524228"/>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16" name="Picture 15">
            <a:extLst>
              <a:ext uri="{FF2B5EF4-FFF2-40B4-BE49-F238E27FC236}">
                <a16:creationId xmlns:a16="http://schemas.microsoft.com/office/drawing/2014/main" id="{BF6D2BA4-6287-854B-A5A3-81A95726CF44}"/>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42572221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4BB6E3-A058-A34B-A1A1-FE195D499725}"/>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1" y="365125"/>
            <a:ext cx="9037416" cy="474119"/>
          </a:xfrm>
        </p:spPr>
        <p:txBody>
          <a:bodyPr>
            <a:noAutofit/>
          </a:bodyPr>
          <a:lstStyle>
            <a:lvl1pPr>
              <a:defRPr sz="4000">
                <a:solidFill>
                  <a:schemeClr val="bg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3593592" cy="4645152"/>
          </a:xfrm>
        </p:spPr>
        <p:txBody>
          <a:bodyPr>
            <a:noAutofit/>
          </a:bodyPr>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15" name="Content Placeholder 2">
            <a:extLst>
              <a:ext uri="{FF2B5EF4-FFF2-40B4-BE49-F238E27FC236}">
                <a16:creationId xmlns:a16="http://schemas.microsoft.com/office/drawing/2014/main" id="{0C6EC767-E7A4-C245-BAA4-960E5F2420E0}"/>
              </a:ext>
            </a:extLst>
          </p:cNvPr>
          <p:cNvSpPr>
            <a:spLocks noGrp="1"/>
          </p:cNvSpPr>
          <p:nvPr>
            <p:ph idx="13"/>
          </p:nvPr>
        </p:nvSpPr>
        <p:spPr>
          <a:xfrm>
            <a:off x="8173686" y="1528175"/>
            <a:ext cx="3593592" cy="4645152"/>
          </a:xfrm>
        </p:spPr>
        <p:txBody>
          <a:bodyPr>
            <a:noAutofit/>
          </a:bodyPr>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F3CCBCC6-BD7A-204B-A666-6793093190FD}"/>
              </a:ext>
            </a:extLst>
          </p:cNvPr>
          <p:cNvSpPr>
            <a:spLocks noGrp="1"/>
          </p:cNvSpPr>
          <p:nvPr>
            <p:ph idx="14"/>
          </p:nvPr>
        </p:nvSpPr>
        <p:spPr>
          <a:xfrm>
            <a:off x="4314209" y="1528175"/>
            <a:ext cx="3593592" cy="4645152"/>
          </a:xfrm>
        </p:spPr>
        <p:txBody>
          <a:bodyPr>
            <a:noAutofit/>
          </a:bodyPr>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EAED9FF8-3030-4E4D-ADC0-FA2315FD54F2}"/>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14" name="Picture 13">
            <a:extLst>
              <a:ext uri="{FF2B5EF4-FFF2-40B4-BE49-F238E27FC236}">
                <a16:creationId xmlns:a16="http://schemas.microsoft.com/office/drawing/2014/main" id="{BCD2DB21-CEFB-4A4D-B8DA-776FFE4E65ED}"/>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207963582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B7529A25-CD85-DB42-9175-A545162F4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100"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1"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sp>
        <p:nvSpPr>
          <p:cNvPr id="14" name="Content Placeholder 2">
            <a:extLst>
              <a:ext uri="{FF2B5EF4-FFF2-40B4-BE49-F238E27FC236}">
                <a16:creationId xmlns:a16="http://schemas.microsoft.com/office/drawing/2014/main" id="{E73D202D-7B57-2643-80ED-BF68CDD1CDB3}"/>
              </a:ext>
            </a:extLst>
          </p:cNvPr>
          <p:cNvSpPr>
            <a:spLocks noGrp="1"/>
          </p:cNvSpPr>
          <p:nvPr>
            <p:ph idx="16"/>
          </p:nvPr>
        </p:nvSpPr>
        <p:spPr>
          <a:xfrm>
            <a:off x="6249885"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2">
            <a:extLst>
              <a:ext uri="{FF2B5EF4-FFF2-40B4-BE49-F238E27FC236}">
                <a16:creationId xmlns:a16="http://schemas.microsoft.com/office/drawing/2014/main" id="{DDC3C2DA-3EB0-FE4D-8393-500CDB18693C}"/>
              </a:ext>
            </a:extLst>
          </p:cNvPr>
          <p:cNvSpPr>
            <a:spLocks noGrp="1"/>
          </p:cNvSpPr>
          <p:nvPr>
            <p:ph type="body" sz="quarter" idx="17"/>
          </p:nvPr>
        </p:nvSpPr>
        <p:spPr>
          <a:xfrm>
            <a:off x="6249886"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sp>
        <p:nvSpPr>
          <p:cNvPr id="10" name="Footer Placeholder 4">
            <a:extLst>
              <a:ext uri="{FF2B5EF4-FFF2-40B4-BE49-F238E27FC236}">
                <a16:creationId xmlns:a16="http://schemas.microsoft.com/office/drawing/2014/main" id="{6552EEA6-13B7-F947-9C14-50FE8967965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16" name="Picture 15">
            <a:extLst>
              <a:ext uri="{FF2B5EF4-FFF2-40B4-BE49-F238E27FC236}">
                <a16:creationId xmlns:a16="http://schemas.microsoft.com/office/drawing/2014/main" id="{503D402F-215B-FB47-825A-3E2774C59C1B}"/>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325841518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ubtitle">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2704F4F9-D03D-9741-91BE-D52E962C5051}"/>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099" y="2041932"/>
            <a:ext cx="11335473"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0" y="1524000"/>
            <a:ext cx="11335473"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sp>
        <p:nvSpPr>
          <p:cNvPr id="10" name="Footer Placeholder 4">
            <a:extLst>
              <a:ext uri="{FF2B5EF4-FFF2-40B4-BE49-F238E27FC236}">
                <a16:creationId xmlns:a16="http://schemas.microsoft.com/office/drawing/2014/main" id="{99B9B80A-7CBE-8F4D-B2B0-66F7C285B4DD}"/>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15" name="Picture 14">
            <a:extLst>
              <a:ext uri="{FF2B5EF4-FFF2-40B4-BE49-F238E27FC236}">
                <a16:creationId xmlns:a16="http://schemas.microsoft.com/office/drawing/2014/main" id="{2D28D2B2-887B-C449-B54F-A6016CBDBCB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137086512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Co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EC45EB5-28C4-4544-A323-D73218CA9315}"/>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hasCustomPrompt="1"/>
          </p:nvPr>
        </p:nvSpPr>
        <p:spPr>
          <a:xfrm>
            <a:off x="419100" y="1528175"/>
            <a:ext cx="11353800" cy="4648788"/>
          </a:xfrm>
        </p:spPr>
        <p:txBody>
          <a:bodyPr>
            <a:noAutofit/>
          </a:bodyPr>
          <a:lstStyle>
            <a:lvl1pPr marL="0" indent="0">
              <a:buNone/>
              <a:defRPr sz="1400">
                <a:solidFill>
                  <a:schemeClr val="tx1"/>
                </a:solidFill>
                <a:latin typeface="Lucida Console" panose="020B0609040504020204" pitchFamily="49" charset="0"/>
              </a:defRPr>
            </a:lvl1pPr>
          </a:lstStyle>
          <a:p>
            <a:pPr lvl="0"/>
            <a:r>
              <a:rPr lang="en-US"/>
              <a:t>; Syntax Test file for 68k Assembly code</a:t>
            </a:r>
          </a:p>
          <a:p>
            <a:pPr lvl="0"/>
            <a:r>
              <a:rPr lang="en-US"/>
              <a:t>; Some comments about this file</a:t>
            </a:r>
          </a:p>
          <a:p>
            <a:pPr lvl="0"/>
            <a:r>
              <a:rPr lang="en-US"/>
              <a:t>.D0 00000000</a:t>
            </a:r>
          </a:p>
          <a:p>
            <a:pPr lvl="0"/>
            <a:r>
              <a:rPr lang="en-US"/>
              <a:t>MS 2100 00000002</a:t>
            </a:r>
          </a:p>
          <a:p>
            <a:pPr lvl="0"/>
            <a:r>
              <a:rPr lang="en-US"/>
              <a:t>MM 2000;DI</a:t>
            </a:r>
          </a:p>
          <a:p>
            <a:pPr lvl="0"/>
            <a:r>
              <a:rPr lang="en-US"/>
              <a:t>LEA.L $002100,A1</a:t>
            </a:r>
          </a:p>
          <a:p>
            <a:pPr lvl="0"/>
            <a:r>
              <a:rPr lang="en-US"/>
              <a:t>MOVE.L #2,-(A1)</a:t>
            </a:r>
          </a:p>
          <a:p>
            <a:pPr lvl="0"/>
            <a:r>
              <a:rPr lang="en-US"/>
              <a:t>BSR $00002050</a:t>
            </a:r>
          </a:p>
          <a:p>
            <a:pPr lvl="0"/>
            <a:r>
              <a:rPr lang="en-US"/>
              <a:t>MM 2050;DI</a:t>
            </a:r>
          </a:p>
          <a:p>
            <a:pPr lvl="0"/>
            <a:r>
              <a:rPr lang="en-US"/>
              <a:t>MOVE.L (A1)+,D1</a:t>
            </a:r>
          </a:p>
          <a:p>
            <a:pPr lvl="0"/>
            <a:r>
              <a:rPr lang="en-US"/>
              <a:t>MOVE.L (A1),D2</a:t>
            </a:r>
          </a:p>
          <a:p>
            <a:pPr lvl="0"/>
            <a:r>
              <a:rPr lang="en-US"/>
              <a:t>ADD.L D1,D2</a:t>
            </a:r>
          </a:p>
          <a:p>
            <a:pPr lvl="0"/>
            <a:r>
              <a:rPr lang="en-US"/>
              <a:t>MOVE.L D2,D0</a:t>
            </a:r>
          </a:p>
          <a:p>
            <a:pPr lvl="0"/>
            <a:r>
              <a:rPr lang="en-US"/>
              <a:t>RTS</a:t>
            </a:r>
          </a:p>
        </p:txBody>
      </p:sp>
      <p:sp>
        <p:nvSpPr>
          <p:cNvPr id="6" name="Slide Number Placeholder 5">
            <a:extLst>
              <a:ext uri="{FF2B5EF4-FFF2-40B4-BE49-F238E27FC236}">
                <a16:creationId xmlns:a16="http://schemas.microsoft.com/office/drawing/2014/main" id="{F93D8A33-23FE-0C4F-9E8F-25B4C5AE7E2D}"/>
              </a:ext>
            </a:extLst>
          </p:cNvPr>
          <p:cNvSpPr>
            <a:spLocks noGrp="1"/>
          </p:cNvSpPr>
          <p:nvPr>
            <p:ph type="sldNum" sz="quarter" idx="12"/>
          </p:nvPr>
        </p:nvSpPr>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7" name="Footer Placeholder 4">
            <a:extLst>
              <a:ext uri="{FF2B5EF4-FFF2-40B4-BE49-F238E27FC236}">
                <a16:creationId xmlns:a16="http://schemas.microsoft.com/office/drawing/2014/main" id="{BE8EE179-7D32-EC44-9957-395A214B62C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8" name="Picture 7">
            <a:extLst>
              <a:ext uri="{FF2B5EF4-FFF2-40B4-BE49-F238E27FC236}">
                <a16:creationId xmlns:a16="http://schemas.microsoft.com/office/drawing/2014/main" id="{FD64CDEF-A244-5649-B243-5BDF609659DF}"/>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92334015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de 2 Up">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hasCustomPrompt="1"/>
          </p:nvPr>
        </p:nvSpPr>
        <p:spPr>
          <a:xfrm>
            <a:off x="419100" y="1528175"/>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 Syntax Test file for 68k Assembly code</a:t>
            </a:r>
          </a:p>
          <a:p>
            <a:pPr lvl="0"/>
            <a:r>
              <a:rPr lang="en-US"/>
              <a:t>; Some comments about this file</a:t>
            </a:r>
          </a:p>
          <a:p>
            <a:pPr lvl="0"/>
            <a:r>
              <a:rPr lang="en-US"/>
              <a:t>.D0 00000000</a:t>
            </a:r>
          </a:p>
          <a:p>
            <a:pPr lvl="0"/>
            <a:r>
              <a:rPr lang="en-US"/>
              <a:t>MS 2100 00000002</a:t>
            </a:r>
          </a:p>
          <a:p>
            <a:pPr lvl="0"/>
            <a:r>
              <a:rPr lang="en-US"/>
              <a:t>MM 2000;DI</a:t>
            </a:r>
          </a:p>
          <a:p>
            <a:pPr lvl="0"/>
            <a:r>
              <a:rPr lang="en-US"/>
              <a:t>LEA.L $002100,A1</a:t>
            </a:r>
          </a:p>
          <a:p>
            <a:pPr lvl="0"/>
            <a:r>
              <a:rPr lang="en-US"/>
              <a:t>MOVE.L #2,-(A1)</a:t>
            </a:r>
          </a:p>
          <a:p>
            <a:pPr lvl="0"/>
            <a:r>
              <a:rPr lang="en-US"/>
              <a:t>BSR $00002050</a:t>
            </a:r>
          </a:p>
          <a:p>
            <a:pPr lvl="0"/>
            <a:r>
              <a:rPr lang="en-US"/>
              <a:t>MM 2050;DI</a:t>
            </a:r>
          </a:p>
          <a:p>
            <a:pPr lvl="0"/>
            <a:r>
              <a:rPr lang="en-US"/>
              <a:t>MOVE.L (A1)+,D1</a:t>
            </a:r>
          </a:p>
          <a:p>
            <a:pPr lvl="0"/>
            <a:r>
              <a:rPr lang="en-US"/>
              <a:t>MOVE.L (A1),D2</a:t>
            </a:r>
          </a:p>
          <a:p>
            <a:pPr lvl="0"/>
            <a:r>
              <a:rPr lang="en-US"/>
              <a:t>ADD.L D1,D2</a:t>
            </a:r>
          </a:p>
          <a:p>
            <a:pPr lvl="0"/>
            <a:r>
              <a:rPr lang="en-US"/>
              <a:t>MOVE.L D2,D0</a:t>
            </a:r>
          </a:p>
          <a:p>
            <a:pPr lvl="0"/>
            <a:r>
              <a:rPr lang="en-US"/>
              <a:t>RTS</a:t>
            </a:r>
          </a:p>
          <a:p>
            <a:pPr lvl="0"/>
            <a:endParaRPr lang="en-US"/>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hasCustomPrompt="1"/>
          </p:nvPr>
        </p:nvSpPr>
        <p:spPr>
          <a:xfrm>
            <a:off x="6246312" y="1524228"/>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 Syntax Test file for 68k Assembly code</a:t>
            </a:r>
          </a:p>
          <a:p>
            <a:pPr lvl="0"/>
            <a:r>
              <a:rPr lang="en-US"/>
              <a:t>; Some comments about this file</a:t>
            </a:r>
          </a:p>
          <a:p>
            <a:pPr lvl="0"/>
            <a:r>
              <a:rPr lang="en-US"/>
              <a:t>.D0 00000000</a:t>
            </a:r>
          </a:p>
          <a:p>
            <a:pPr lvl="0"/>
            <a:r>
              <a:rPr lang="en-US"/>
              <a:t>MS 2100 00000002</a:t>
            </a:r>
          </a:p>
          <a:p>
            <a:pPr lvl="0"/>
            <a:r>
              <a:rPr lang="en-US"/>
              <a:t>MM 2000;DI</a:t>
            </a:r>
          </a:p>
          <a:p>
            <a:pPr lvl="0"/>
            <a:r>
              <a:rPr lang="en-US"/>
              <a:t>LEA.L $002100,A1</a:t>
            </a:r>
          </a:p>
          <a:p>
            <a:pPr lvl="0"/>
            <a:r>
              <a:rPr lang="en-US"/>
              <a:t>MOVE.L #2,-(A1)</a:t>
            </a:r>
          </a:p>
          <a:p>
            <a:pPr lvl="0"/>
            <a:r>
              <a:rPr lang="en-US"/>
              <a:t>BSR $00002050</a:t>
            </a:r>
          </a:p>
          <a:p>
            <a:pPr lvl="0"/>
            <a:r>
              <a:rPr lang="en-US"/>
              <a:t>MM 2050;DI</a:t>
            </a:r>
          </a:p>
          <a:p>
            <a:pPr lvl="0"/>
            <a:r>
              <a:rPr lang="en-US"/>
              <a:t>MOVE.L (A1)+,D1</a:t>
            </a:r>
          </a:p>
          <a:p>
            <a:pPr lvl="0"/>
            <a:r>
              <a:rPr lang="en-US"/>
              <a:t>MOVE.L (A1),D2</a:t>
            </a:r>
          </a:p>
          <a:p>
            <a:pPr lvl="0"/>
            <a:r>
              <a:rPr lang="en-US"/>
              <a:t>ADD.L D1,D2</a:t>
            </a:r>
          </a:p>
          <a:p>
            <a:pPr lvl="0"/>
            <a:r>
              <a:rPr lang="en-US"/>
              <a:t>MOVE.L D2,D0</a:t>
            </a:r>
          </a:p>
          <a:p>
            <a:pPr lvl="0"/>
            <a:r>
              <a:rPr lang="en-US"/>
              <a:t>RTS</a:t>
            </a:r>
          </a:p>
        </p:txBody>
      </p:sp>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16" name="Picture 15">
            <a:extLst>
              <a:ext uri="{FF2B5EF4-FFF2-40B4-BE49-F238E27FC236}">
                <a16:creationId xmlns:a16="http://schemas.microsoft.com/office/drawing/2014/main" id="{B49C5B5F-9EDC-CD4D-BA0B-49411FD11BBC}"/>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103222159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 Pictur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E071635C-7AC2-B54A-9C0A-2EECB1A91D6A}"/>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2679192" cy="2103120"/>
          </a:xfrm>
        </p:spPr>
        <p:txBody>
          <a:bodyPr>
            <a:noAutofit/>
          </a:bodyPr>
          <a:lstStyle>
            <a:lvl1pPr marL="0" indent="0">
              <a:buNone/>
              <a:defRPr/>
            </a:lvl1pPr>
          </a:lstStyle>
          <a:p>
            <a:endParaRPr lang="en-US"/>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2" name="Picture Placeholder 3">
            <a:extLst>
              <a:ext uri="{FF2B5EF4-FFF2-40B4-BE49-F238E27FC236}">
                <a16:creationId xmlns:a16="http://schemas.microsoft.com/office/drawing/2014/main" id="{2FA06701-76A6-3548-BF51-E4429F8C741A}"/>
              </a:ext>
            </a:extLst>
          </p:cNvPr>
          <p:cNvSpPr>
            <a:spLocks noGrp="1"/>
          </p:cNvSpPr>
          <p:nvPr>
            <p:ph type="pic" sz="quarter" idx="20"/>
          </p:nvPr>
        </p:nvSpPr>
        <p:spPr>
          <a:xfrm>
            <a:off x="9093708" y="1524000"/>
            <a:ext cx="2679192" cy="2103120"/>
          </a:xfrm>
        </p:spPr>
        <p:txBody>
          <a:bodyPr>
            <a:noAutofit/>
          </a:bodyPr>
          <a:lstStyle>
            <a:lvl1pPr marL="0" indent="0">
              <a:buNone/>
              <a:defRPr/>
            </a:lvl1pPr>
          </a:lstStyle>
          <a:p>
            <a:endParaRPr lang="en-US"/>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200777"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4" name="Picture Placeholder 3">
            <a:extLst>
              <a:ext uri="{FF2B5EF4-FFF2-40B4-BE49-F238E27FC236}">
                <a16:creationId xmlns:a16="http://schemas.microsoft.com/office/drawing/2014/main" id="{47F48B9A-256D-954A-AA08-55B5777556AD}"/>
              </a:ext>
            </a:extLst>
          </p:cNvPr>
          <p:cNvSpPr>
            <a:spLocks noGrp="1"/>
          </p:cNvSpPr>
          <p:nvPr>
            <p:ph type="pic" sz="quarter" idx="22"/>
          </p:nvPr>
        </p:nvSpPr>
        <p:spPr>
          <a:xfrm>
            <a:off x="6210469" y="1524000"/>
            <a:ext cx="2679192" cy="2103120"/>
          </a:xfrm>
        </p:spPr>
        <p:txBody>
          <a:bodyPr>
            <a:noAutofit/>
          </a:bodyPr>
          <a:lstStyle>
            <a:lvl1pPr marL="0" indent="0">
              <a:buNone/>
              <a:defRPr/>
            </a:lvl1pPr>
          </a:lstStyle>
          <a:p>
            <a:endParaRPr lang="en-US"/>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6" name="Picture Placeholder 3">
            <a:extLst>
              <a:ext uri="{FF2B5EF4-FFF2-40B4-BE49-F238E27FC236}">
                <a16:creationId xmlns:a16="http://schemas.microsoft.com/office/drawing/2014/main" id="{C1BCDD9F-46DB-5745-913B-E11E7BEBDA8C}"/>
              </a:ext>
            </a:extLst>
          </p:cNvPr>
          <p:cNvSpPr>
            <a:spLocks noGrp="1"/>
          </p:cNvSpPr>
          <p:nvPr>
            <p:ph type="pic" sz="quarter" idx="24"/>
          </p:nvPr>
        </p:nvSpPr>
        <p:spPr>
          <a:xfrm>
            <a:off x="3322302" y="1524000"/>
            <a:ext cx="2679192" cy="2103120"/>
          </a:xfrm>
        </p:spPr>
        <p:txBody>
          <a:bodyPr>
            <a:noAutofit/>
          </a:bodyPr>
          <a:lstStyle>
            <a:lvl1pPr marL="0" indent="0">
              <a:buNone/>
              <a:defRPr/>
            </a:lvl1pPr>
          </a:lstStyle>
          <a:p>
            <a:endParaRPr lang="en-US"/>
          </a:p>
        </p:txBody>
      </p:sp>
      <p:sp>
        <p:nvSpPr>
          <p:cNvPr id="14" name="Footer Placeholder 4">
            <a:extLst>
              <a:ext uri="{FF2B5EF4-FFF2-40B4-BE49-F238E27FC236}">
                <a16:creationId xmlns:a16="http://schemas.microsoft.com/office/drawing/2014/main" id="{075ED423-869B-CA42-83F6-A40BF01C3EB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16" name="Picture 15">
            <a:extLst>
              <a:ext uri="{FF2B5EF4-FFF2-40B4-BE49-F238E27FC236}">
                <a16:creationId xmlns:a16="http://schemas.microsoft.com/office/drawing/2014/main" id="{49A7927A-C274-E848-B9FC-75CF0763AED5}"/>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205675728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6 Picture">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67E9E421-0C28-B445-BB5D-267DD5F8BA23}"/>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446471"/>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3611880" cy="1755648"/>
          </a:xfrm>
        </p:spPr>
        <p:txBody>
          <a:bodyPr>
            <a:noAutofit/>
          </a:bodyPr>
          <a:lstStyle>
            <a:lvl1pPr marL="0" indent="0">
              <a:buNone/>
              <a:defRPr>
                <a:solidFill>
                  <a:schemeClr val="tx1"/>
                </a:solidFill>
              </a:defRPr>
            </a:lvl1pPr>
          </a:lstStyle>
          <a:p>
            <a:endParaRPr lang="en-US"/>
          </a:p>
        </p:txBody>
      </p:sp>
      <p:sp>
        <p:nvSpPr>
          <p:cNvPr id="18" name="Text Placeholder 2">
            <a:extLst>
              <a:ext uri="{FF2B5EF4-FFF2-40B4-BE49-F238E27FC236}">
                <a16:creationId xmlns:a16="http://schemas.microsoft.com/office/drawing/2014/main" id="{CEC6ED8A-9A35-254F-9CF6-1EFE9B38709A}"/>
              </a:ext>
            </a:extLst>
          </p:cNvPr>
          <p:cNvSpPr>
            <a:spLocks noGrp="1"/>
          </p:cNvSpPr>
          <p:nvPr>
            <p:ph type="body" sz="quarter" idx="19"/>
          </p:nvPr>
        </p:nvSpPr>
        <p:spPr>
          <a:xfrm>
            <a:off x="8153796" y="3446471"/>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19" name="Picture Placeholder 3">
            <a:extLst>
              <a:ext uri="{FF2B5EF4-FFF2-40B4-BE49-F238E27FC236}">
                <a16:creationId xmlns:a16="http://schemas.microsoft.com/office/drawing/2014/main" id="{1F03C714-8C12-1648-A7BE-ED7D107E4A53}"/>
              </a:ext>
            </a:extLst>
          </p:cNvPr>
          <p:cNvSpPr>
            <a:spLocks noGrp="1"/>
          </p:cNvSpPr>
          <p:nvPr>
            <p:ph type="pic" sz="quarter" idx="20"/>
          </p:nvPr>
        </p:nvSpPr>
        <p:spPr>
          <a:xfrm>
            <a:off x="8161020" y="1524000"/>
            <a:ext cx="3611880" cy="1755648"/>
          </a:xfrm>
        </p:spPr>
        <p:txBody>
          <a:bodyPr>
            <a:noAutofit/>
          </a:bodyPr>
          <a:lstStyle>
            <a:lvl1pPr marL="0" indent="0">
              <a:buNone/>
              <a:defRPr/>
            </a:lvl1pPr>
          </a:lstStyle>
          <a:p>
            <a:endParaRPr lang="en-US"/>
          </a:p>
        </p:txBody>
      </p:sp>
      <p:sp>
        <p:nvSpPr>
          <p:cNvPr id="20" name="Text Placeholder 2">
            <a:extLst>
              <a:ext uri="{FF2B5EF4-FFF2-40B4-BE49-F238E27FC236}">
                <a16:creationId xmlns:a16="http://schemas.microsoft.com/office/drawing/2014/main" id="{22929504-2B50-874B-A16E-F37A03279EC7}"/>
              </a:ext>
            </a:extLst>
          </p:cNvPr>
          <p:cNvSpPr>
            <a:spLocks noGrp="1"/>
          </p:cNvSpPr>
          <p:nvPr>
            <p:ph type="body" sz="quarter" idx="21"/>
          </p:nvPr>
        </p:nvSpPr>
        <p:spPr>
          <a:xfrm>
            <a:off x="4294312" y="3446471"/>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7" name="Picture Placeholder 3">
            <a:extLst>
              <a:ext uri="{FF2B5EF4-FFF2-40B4-BE49-F238E27FC236}">
                <a16:creationId xmlns:a16="http://schemas.microsoft.com/office/drawing/2014/main" id="{B331369C-8691-264D-B80A-CEAC8AD3CDE6}"/>
              </a:ext>
            </a:extLst>
          </p:cNvPr>
          <p:cNvSpPr>
            <a:spLocks noGrp="1"/>
          </p:cNvSpPr>
          <p:nvPr>
            <p:ph type="pic" sz="quarter" idx="22"/>
          </p:nvPr>
        </p:nvSpPr>
        <p:spPr>
          <a:xfrm>
            <a:off x="4301536" y="1524000"/>
            <a:ext cx="3611880" cy="1755648"/>
          </a:xfrm>
        </p:spPr>
        <p:txBody>
          <a:bodyPr>
            <a:noAutofit/>
          </a:bodyPr>
          <a:lstStyle>
            <a:lvl1pPr marL="0" indent="0">
              <a:buNone/>
              <a:defRPr/>
            </a:lvl1pPr>
          </a:lstStyle>
          <a:p>
            <a:endParaRPr lang="en-US"/>
          </a:p>
        </p:txBody>
      </p:sp>
      <p:sp>
        <p:nvSpPr>
          <p:cNvPr id="34" name="Text Placeholder 2">
            <a:extLst>
              <a:ext uri="{FF2B5EF4-FFF2-40B4-BE49-F238E27FC236}">
                <a16:creationId xmlns:a16="http://schemas.microsoft.com/office/drawing/2014/main" id="{B9AA5E4E-EA30-7144-B43C-3BC38200353D}"/>
              </a:ext>
            </a:extLst>
          </p:cNvPr>
          <p:cNvSpPr>
            <a:spLocks noGrp="1"/>
          </p:cNvSpPr>
          <p:nvPr>
            <p:ph type="body" sz="quarter" idx="23"/>
          </p:nvPr>
        </p:nvSpPr>
        <p:spPr>
          <a:xfrm>
            <a:off x="411876" y="5857160"/>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35" name="Picture Placeholder 3">
            <a:extLst>
              <a:ext uri="{FF2B5EF4-FFF2-40B4-BE49-F238E27FC236}">
                <a16:creationId xmlns:a16="http://schemas.microsoft.com/office/drawing/2014/main" id="{57601697-5763-1649-956A-0E3F39DE563B}"/>
              </a:ext>
            </a:extLst>
          </p:cNvPr>
          <p:cNvSpPr>
            <a:spLocks noGrp="1"/>
          </p:cNvSpPr>
          <p:nvPr>
            <p:ph type="pic" sz="quarter" idx="24"/>
          </p:nvPr>
        </p:nvSpPr>
        <p:spPr>
          <a:xfrm>
            <a:off x="419100" y="3934689"/>
            <a:ext cx="3611880" cy="1755648"/>
          </a:xfrm>
        </p:spPr>
        <p:txBody>
          <a:bodyPr>
            <a:noAutofit/>
          </a:bodyPr>
          <a:lstStyle>
            <a:lvl1pPr marL="0" indent="0">
              <a:buNone/>
              <a:defRPr>
                <a:solidFill>
                  <a:schemeClr val="tx1"/>
                </a:solidFill>
              </a:defRPr>
            </a:lvl1pPr>
          </a:lstStyle>
          <a:p>
            <a:endParaRPr lang="en-US"/>
          </a:p>
        </p:txBody>
      </p:sp>
      <p:sp>
        <p:nvSpPr>
          <p:cNvPr id="36" name="Text Placeholder 2">
            <a:extLst>
              <a:ext uri="{FF2B5EF4-FFF2-40B4-BE49-F238E27FC236}">
                <a16:creationId xmlns:a16="http://schemas.microsoft.com/office/drawing/2014/main" id="{09672F95-1B0D-D44F-96FA-DEB0E07403A7}"/>
              </a:ext>
            </a:extLst>
          </p:cNvPr>
          <p:cNvSpPr>
            <a:spLocks noGrp="1"/>
          </p:cNvSpPr>
          <p:nvPr>
            <p:ph type="body" sz="quarter" idx="25"/>
          </p:nvPr>
        </p:nvSpPr>
        <p:spPr>
          <a:xfrm>
            <a:off x="8153796" y="5857160"/>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37" name="Picture Placeholder 3">
            <a:extLst>
              <a:ext uri="{FF2B5EF4-FFF2-40B4-BE49-F238E27FC236}">
                <a16:creationId xmlns:a16="http://schemas.microsoft.com/office/drawing/2014/main" id="{D8042A93-9BD7-0147-8441-5442B29A69DE}"/>
              </a:ext>
            </a:extLst>
          </p:cNvPr>
          <p:cNvSpPr>
            <a:spLocks noGrp="1"/>
          </p:cNvSpPr>
          <p:nvPr>
            <p:ph type="pic" sz="quarter" idx="26"/>
          </p:nvPr>
        </p:nvSpPr>
        <p:spPr>
          <a:xfrm>
            <a:off x="8161020" y="3934689"/>
            <a:ext cx="3611880" cy="1755648"/>
          </a:xfrm>
        </p:spPr>
        <p:txBody>
          <a:bodyPr>
            <a:noAutofit/>
          </a:bodyPr>
          <a:lstStyle>
            <a:lvl1pPr marL="0" indent="0">
              <a:buNone/>
              <a:defRPr>
                <a:solidFill>
                  <a:schemeClr val="tx1"/>
                </a:solidFill>
              </a:defRPr>
            </a:lvl1pPr>
          </a:lstStyle>
          <a:p>
            <a:endParaRPr lang="en-US"/>
          </a:p>
        </p:txBody>
      </p:sp>
      <p:sp>
        <p:nvSpPr>
          <p:cNvPr id="38" name="Text Placeholder 2">
            <a:extLst>
              <a:ext uri="{FF2B5EF4-FFF2-40B4-BE49-F238E27FC236}">
                <a16:creationId xmlns:a16="http://schemas.microsoft.com/office/drawing/2014/main" id="{2B0D6062-BB69-D146-8060-14598F894BC4}"/>
              </a:ext>
            </a:extLst>
          </p:cNvPr>
          <p:cNvSpPr>
            <a:spLocks noGrp="1"/>
          </p:cNvSpPr>
          <p:nvPr>
            <p:ph type="body" sz="quarter" idx="27"/>
          </p:nvPr>
        </p:nvSpPr>
        <p:spPr>
          <a:xfrm>
            <a:off x="4294312" y="5857160"/>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39" name="Picture Placeholder 3">
            <a:extLst>
              <a:ext uri="{FF2B5EF4-FFF2-40B4-BE49-F238E27FC236}">
                <a16:creationId xmlns:a16="http://schemas.microsoft.com/office/drawing/2014/main" id="{750D7242-278D-B24F-A07C-549ACB16E63A}"/>
              </a:ext>
            </a:extLst>
          </p:cNvPr>
          <p:cNvSpPr>
            <a:spLocks noGrp="1"/>
          </p:cNvSpPr>
          <p:nvPr>
            <p:ph type="pic" sz="quarter" idx="28"/>
          </p:nvPr>
        </p:nvSpPr>
        <p:spPr>
          <a:xfrm>
            <a:off x="4301536" y="3934689"/>
            <a:ext cx="3611880" cy="1755648"/>
          </a:xfrm>
        </p:spPr>
        <p:txBody>
          <a:bodyPr>
            <a:noAutofit/>
          </a:bodyPr>
          <a:lstStyle>
            <a:lvl1pPr marL="0" indent="0">
              <a:buNone/>
              <a:defRPr>
                <a:solidFill>
                  <a:schemeClr val="tx1"/>
                </a:solidFill>
              </a:defRPr>
            </a:lvl1pPr>
          </a:lstStyle>
          <a:p>
            <a:endParaRPr lang="en-US"/>
          </a:p>
        </p:txBody>
      </p:sp>
      <p:sp>
        <p:nvSpPr>
          <p:cNvPr id="21" name="Footer Placeholder 4">
            <a:extLst>
              <a:ext uri="{FF2B5EF4-FFF2-40B4-BE49-F238E27FC236}">
                <a16:creationId xmlns:a16="http://schemas.microsoft.com/office/drawing/2014/main" id="{FBF3F200-BB4F-664F-876E-B587463197ED}"/>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23" name="Picture 22">
            <a:extLst>
              <a:ext uri="{FF2B5EF4-FFF2-40B4-BE49-F238E27FC236}">
                <a16:creationId xmlns:a16="http://schemas.microsoft.com/office/drawing/2014/main" id="{C99A9892-B85D-B746-B8F0-8DD0CF1EABE7}"/>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134186962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co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4011163"/>
            <a:ext cx="2686416" cy="303043"/>
          </a:xfrm>
        </p:spPr>
        <p:txBody>
          <a:bodyPr>
            <a:noAutofit/>
          </a:bodyPr>
          <a:lstStyle>
            <a:lvl1pPr marL="0" indent="0" algn="ctr">
              <a:buNone/>
              <a:defRPr sz="2000" b="0"/>
            </a:lvl1pPr>
          </a:lstStyle>
          <a:p>
            <a:pPr lvl="0"/>
            <a:r>
              <a:rPr lang="en-US"/>
              <a:t>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hasCustomPrompt="1"/>
          </p:nvPr>
        </p:nvSpPr>
        <p:spPr>
          <a:xfrm>
            <a:off x="1069259" y="2626296"/>
            <a:ext cx="1188720" cy="1188720"/>
          </a:xfrm>
        </p:spPr>
        <p:txBody>
          <a:bodyPr>
            <a:noAutofit/>
          </a:bodyPr>
          <a:lstStyle>
            <a:lvl1pPr marL="0" indent="0">
              <a:buNone/>
              <a:defRPr/>
            </a:lvl1pPr>
          </a:lstStyle>
          <a:p>
            <a:r>
              <a:rPr lang="en-US"/>
              <a:t>Icon</a:t>
            </a:r>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4011163"/>
            <a:ext cx="2686416" cy="303043"/>
          </a:xfrm>
        </p:spPr>
        <p:txBody>
          <a:bodyPr>
            <a:noAutofit/>
          </a:bodyPr>
          <a:lstStyle>
            <a:lvl1pPr marL="0" indent="0" algn="ctr">
              <a:buNone/>
              <a:defRPr sz="2000" b="0"/>
            </a:lvl1pPr>
          </a:lstStyle>
          <a:p>
            <a:pPr lvl="0"/>
            <a:r>
              <a:rPr lang="en-US"/>
              <a:t>Edit Master text styles</a:t>
            </a:r>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177027" y="4011163"/>
            <a:ext cx="2686416" cy="303043"/>
          </a:xfrm>
        </p:spPr>
        <p:txBody>
          <a:bodyPr>
            <a:noAutofit/>
          </a:bodyPr>
          <a:lstStyle>
            <a:lvl1pPr marL="0" indent="0" algn="ctr">
              <a:buNone/>
              <a:defRPr sz="2000" b="0"/>
            </a:lvl1pPr>
          </a:lstStyle>
          <a:p>
            <a:pPr lvl="0"/>
            <a:r>
              <a:rPr lang="en-US"/>
              <a:t>Edit Master text styles</a:t>
            </a:r>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4011163"/>
            <a:ext cx="2686416" cy="303043"/>
          </a:xfrm>
        </p:spPr>
        <p:txBody>
          <a:bodyPr>
            <a:noAutofit/>
          </a:bodyPr>
          <a:lstStyle>
            <a:lvl1pPr marL="0" indent="0" algn="ctr">
              <a:buNone/>
              <a:defRPr sz="2000" b="0"/>
            </a:lvl1pPr>
          </a:lstStyle>
          <a:p>
            <a:pPr lvl="0"/>
            <a:r>
              <a:rPr lang="en-US"/>
              <a:t>Edit Master text styles</a:t>
            </a:r>
          </a:p>
        </p:txBody>
      </p:sp>
      <p:sp>
        <p:nvSpPr>
          <p:cNvPr id="14" name="Picture Placeholder 3">
            <a:extLst>
              <a:ext uri="{FF2B5EF4-FFF2-40B4-BE49-F238E27FC236}">
                <a16:creationId xmlns:a16="http://schemas.microsoft.com/office/drawing/2014/main" id="{3E6CE5FE-ED8C-0D40-862B-9F5EC40C7E82}"/>
              </a:ext>
            </a:extLst>
          </p:cNvPr>
          <p:cNvSpPr>
            <a:spLocks noGrp="1"/>
          </p:cNvSpPr>
          <p:nvPr>
            <p:ph type="pic" sz="quarter" idx="24" hasCustomPrompt="1"/>
          </p:nvPr>
        </p:nvSpPr>
        <p:spPr>
          <a:xfrm>
            <a:off x="4049966" y="2626296"/>
            <a:ext cx="1188720" cy="1188720"/>
          </a:xfrm>
        </p:spPr>
        <p:txBody>
          <a:bodyPr>
            <a:noAutofit/>
          </a:bodyPr>
          <a:lstStyle>
            <a:lvl1pPr marL="0" indent="0">
              <a:buNone/>
              <a:defRPr/>
            </a:lvl1pPr>
          </a:lstStyle>
          <a:p>
            <a:r>
              <a:rPr lang="en-US"/>
              <a:t>Icon</a:t>
            </a:r>
          </a:p>
        </p:txBody>
      </p:sp>
      <p:sp>
        <p:nvSpPr>
          <p:cNvPr id="15" name="Picture Placeholder 3">
            <a:extLst>
              <a:ext uri="{FF2B5EF4-FFF2-40B4-BE49-F238E27FC236}">
                <a16:creationId xmlns:a16="http://schemas.microsoft.com/office/drawing/2014/main" id="{91DC684E-A5F4-864A-894C-5CD232FB9BEB}"/>
              </a:ext>
            </a:extLst>
          </p:cNvPr>
          <p:cNvSpPr>
            <a:spLocks noGrp="1"/>
          </p:cNvSpPr>
          <p:nvPr>
            <p:ph type="pic" sz="quarter" idx="25" hasCustomPrompt="1"/>
          </p:nvPr>
        </p:nvSpPr>
        <p:spPr>
          <a:xfrm>
            <a:off x="6911919" y="2626296"/>
            <a:ext cx="1188720" cy="1188720"/>
          </a:xfrm>
        </p:spPr>
        <p:txBody>
          <a:bodyPr>
            <a:noAutofit/>
          </a:bodyPr>
          <a:lstStyle>
            <a:lvl1pPr marL="0" indent="0">
              <a:buNone/>
              <a:defRPr/>
            </a:lvl1pPr>
          </a:lstStyle>
          <a:p>
            <a:r>
              <a:rPr lang="en-US"/>
              <a:t>Icon</a:t>
            </a:r>
          </a:p>
        </p:txBody>
      </p:sp>
      <p:sp>
        <p:nvSpPr>
          <p:cNvPr id="16" name="Picture Placeholder 3">
            <a:extLst>
              <a:ext uri="{FF2B5EF4-FFF2-40B4-BE49-F238E27FC236}">
                <a16:creationId xmlns:a16="http://schemas.microsoft.com/office/drawing/2014/main" id="{A6B5BB37-EE1B-6B45-A7CF-E416B4D0D678}"/>
              </a:ext>
            </a:extLst>
          </p:cNvPr>
          <p:cNvSpPr>
            <a:spLocks noGrp="1"/>
          </p:cNvSpPr>
          <p:nvPr>
            <p:ph type="pic" sz="quarter" idx="26" hasCustomPrompt="1"/>
          </p:nvPr>
        </p:nvSpPr>
        <p:spPr>
          <a:xfrm>
            <a:off x="9773872" y="2626296"/>
            <a:ext cx="1188720" cy="1188720"/>
          </a:xfrm>
        </p:spPr>
        <p:txBody>
          <a:bodyPr>
            <a:noAutofit/>
          </a:bodyPr>
          <a:lstStyle>
            <a:lvl1pPr marL="0" indent="0">
              <a:buNone/>
              <a:defRPr/>
            </a:lvl1pPr>
          </a:lstStyle>
          <a:p>
            <a:r>
              <a:rPr lang="en-US"/>
              <a:t>Icon</a:t>
            </a:r>
          </a:p>
        </p:txBody>
      </p:sp>
      <p:sp>
        <p:nvSpPr>
          <p:cNvPr id="31" name="Footer Placeholder 4">
            <a:extLst>
              <a:ext uri="{FF2B5EF4-FFF2-40B4-BE49-F238E27FC236}">
                <a16:creationId xmlns:a16="http://schemas.microsoft.com/office/drawing/2014/main" id="{A9C4F210-2650-3942-9632-6074E8F12704}"/>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34" name="Picture 33">
            <a:extLst>
              <a:ext uri="{FF2B5EF4-FFF2-40B4-BE49-F238E27FC236}">
                <a16:creationId xmlns:a16="http://schemas.microsoft.com/office/drawing/2014/main" id="{F7CCF82A-4490-0644-8968-C198DF5F3F30}"/>
              </a:ext>
            </a:extLst>
          </p:cNvPr>
          <p:cNvPicPr>
            <a:picLocks noChangeAspect="1"/>
          </p:cNvPicPr>
          <p:nvPr userDrawn="1"/>
        </p:nvPicPr>
        <p:blipFill>
          <a:blip r:embed="rId3"/>
          <a:stretch>
            <a:fillRect/>
          </a:stretch>
        </p:blipFill>
        <p:spPr>
          <a:xfrm>
            <a:off x="9909200" y="365126"/>
            <a:ext cx="1772652" cy="449072"/>
          </a:xfrm>
          <a:prstGeom prst="rect">
            <a:avLst/>
          </a:prstGeom>
        </p:spPr>
      </p:pic>
      <p:pic>
        <p:nvPicPr>
          <p:cNvPr id="13" name="Picture 12">
            <a:extLst>
              <a:ext uri="{FF2B5EF4-FFF2-40B4-BE49-F238E27FC236}">
                <a16:creationId xmlns:a16="http://schemas.microsoft.com/office/drawing/2014/main" id="{76EEF212-16FA-C546-A6BD-253C80A1A8FF}"/>
              </a:ext>
            </a:extLst>
          </p:cNvPr>
          <p:cNvPicPr>
            <a:picLocks noChangeAspect="1"/>
          </p:cNvPicPr>
          <p:nvPr userDrawn="1"/>
        </p:nvPicPr>
        <p:blipFill rotWithShape="1">
          <a:blip r:embed="rId4"/>
          <a:srcRect l="75552" t="60520" r="3438" b="3809"/>
          <a:stretch/>
        </p:blipFill>
        <p:spPr>
          <a:xfrm rot="10800000">
            <a:off x="-1" y="-2"/>
            <a:ext cx="2268187" cy="2166103"/>
          </a:xfrm>
          <a:prstGeom prst="rect">
            <a:avLst/>
          </a:prstGeom>
        </p:spPr>
      </p:pic>
      <p:sp>
        <p:nvSpPr>
          <p:cNvPr id="17"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102310438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able 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909198" y="365126"/>
            <a:ext cx="1772656" cy="449073"/>
          </a:xfrm>
          <a:prstGeom prst="rect">
            <a:avLst/>
          </a:prstGeom>
        </p:spPr>
      </p:pic>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1" y="6356351"/>
            <a:ext cx="3735457" cy="365125"/>
          </a:xfrm>
          <a:prstGeom prst="rect">
            <a:avLst/>
          </a:prstGeom>
        </p:spPr>
        <p:txBody>
          <a:bodyPr vert="horz" lIns="91440" tIns="45720" rIns="91440" bIns="45720" rtlCol="0" anchor="ctr"/>
          <a:lstStyle>
            <a:lvl1pPr algn="l">
              <a:defRPr sz="881"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graphicFrame>
        <p:nvGraphicFramePr>
          <p:cNvPr id="12" name="Table 11">
            <a:extLst>
              <a:ext uri="{FF2B5EF4-FFF2-40B4-BE49-F238E27FC236}">
                <a16:creationId xmlns:a16="http://schemas.microsoft.com/office/drawing/2014/main" id="{0370ABAC-E7FF-4E74-94C9-7BD9C8392BD8}"/>
              </a:ext>
            </a:extLst>
          </p:cNvPr>
          <p:cNvGraphicFramePr>
            <a:graphicFrameLocks noGrp="1"/>
          </p:cNvGraphicFramePr>
          <p:nvPr userDrawn="1"/>
        </p:nvGraphicFramePr>
        <p:xfrm>
          <a:off x="420045" y="1782218"/>
          <a:ext cx="11348967" cy="3934918"/>
        </p:xfrm>
        <a:graphic>
          <a:graphicData uri="http://schemas.openxmlformats.org/drawingml/2006/table">
            <a:tbl>
              <a:tblPr firstRow="1" bandRow="1"/>
              <a:tblGrid>
                <a:gridCol w="2418520">
                  <a:extLst>
                    <a:ext uri="{9D8B030D-6E8A-4147-A177-3AD203B41FA5}">
                      <a16:colId xmlns:a16="http://schemas.microsoft.com/office/drawing/2014/main" val="3005986539"/>
                    </a:ext>
                  </a:extLst>
                </a:gridCol>
                <a:gridCol w="8930447">
                  <a:extLst>
                    <a:ext uri="{9D8B030D-6E8A-4147-A177-3AD203B41FA5}">
                      <a16:colId xmlns:a16="http://schemas.microsoft.com/office/drawing/2014/main" val="62459987"/>
                    </a:ext>
                  </a:extLst>
                </a:gridCol>
              </a:tblGrid>
              <a:tr h="723802">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kern="120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90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73625043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38100" cmpd="sng">
                      <a:noFill/>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646983266"/>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4290187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209532838"/>
                  </a:ext>
                </a:extLst>
              </a:tr>
            </a:tbl>
          </a:graphicData>
        </a:graphic>
      </p:graphicFrame>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238765790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able 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1" y="6356351"/>
            <a:ext cx="3735457" cy="365125"/>
          </a:xfrm>
          <a:prstGeom prst="rect">
            <a:avLst/>
          </a:prstGeom>
        </p:spPr>
        <p:txBody>
          <a:bodyPr vert="horz" lIns="91440" tIns="45720" rIns="91440" bIns="45720" rtlCol="0" anchor="ctr"/>
          <a:lstStyle>
            <a:lvl1pPr algn="l">
              <a:defRPr sz="881"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graphicFrame>
        <p:nvGraphicFramePr>
          <p:cNvPr id="12" name="Table 11">
            <a:extLst>
              <a:ext uri="{FF2B5EF4-FFF2-40B4-BE49-F238E27FC236}">
                <a16:creationId xmlns:a16="http://schemas.microsoft.com/office/drawing/2014/main" id="{0370ABAC-E7FF-4E74-94C9-7BD9C8392BD8}"/>
              </a:ext>
            </a:extLst>
          </p:cNvPr>
          <p:cNvGraphicFramePr>
            <a:graphicFrameLocks noGrp="1"/>
          </p:cNvGraphicFramePr>
          <p:nvPr userDrawn="1"/>
        </p:nvGraphicFramePr>
        <p:xfrm>
          <a:off x="420045" y="1782218"/>
          <a:ext cx="11353800" cy="3934918"/>
        </p:xfrm>
        <a:graphic>
          <a:graphicData uri="http://schemas.openxmlformats.org/drawingml/2006/table">
            <a:tbl>
              <a:tblPr firstRow="1" bandRow="1"/>
              <a:tblGrid>
                <a:gridCol w="2418520">
                  <a:extLst>
                    <a:ext uri="{9D8B030D-6E8A-4147-A177-3AD203B41FA5}">
                      <a16:colId xmlns:a16="http://schemas.microsoft.com/office/drawing/2014/main" val="3005986539"/>
                    </a:ext>
                  </a:extLst>
                </a:gridCol>
                <a:gridCol w="4467640">
                  <a:extLst>
                    <a:ext uri="{9D8B030D-6E8A-4147-A177-3AD203B41FA5}">
                      <a16:colId xmlns:a16="http://schemas.microsoft.com/office/drawing/2014/main" val="62459987"/>
                    </a:ext>
                  </a:extLst>
                </a:gridCol>
                <a:gridCol w="4467640">
                  <a:extLst>
                    <a:ext uri="{9D8B030D-6E8A-4147-A177-3AD203B41FA5}">
                      <a16:colId xmlns:a16="http://schemas.microsoft.com/office/drawing/2014/main" val="4041369776"/>
                    </a:ext>
                  </a:extLst>
                </a:gridCol>
              </a:tblGrid>
              <a:tr h="723802">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kern="120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9050" cap="flat" cmpd="sng" algn="ctr">
                      <a:solidFill>
                        <a:srgbClr val="FFFFF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kern="120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9050" cap="flat" cmpd="sng" algn="ctr">
                      <a:solidFill>
                        <a:srgbClr val="FFFFF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73625043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38100" cmpd="sng">
                      <a:noFill/>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646983266"/>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4290187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209532838"/>
                  </a:ext>
                </a:extLst>
              </a:tr>
            </a:tbl>
          </a:graphicData>
        </a:graphic>
      </p:graphicFrame>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pic>
        <p:nvPicPr>
          <p:cNvPr id="8" name="Picture 7">
            <a:extLst>
              <a:ext uri="{FF2B5EF4-FFF2-40B4-BE49-F238E27FC236}">
                <a16:creationId xmlns:a16="http://schemas.microsoft.com/office/drawing/2014/main" id="{FE4A4D56-E7FB-BE4E-A7A1-0A8FD1819058}"/>
              </a:ext>
            </a:extLst>
          </p:cNvPr>
          <p:cNvPicPr>
            <a:picLocks noChangeAspect="1"/>
          </p:cNvPicPr>
          <p:nvPr userDrawn="1"/>
        </p:nvPicPr>
        <p:blipFill>
          <a:blip r:embed="rId4"/>
          <a:stretch>
            <a:fillRect/>
          </a:stretch>
        </p:blipFill>
        <p:spPr>
          <a:xfrm>
            <a:off x="9909198" y="365126"/>
            <a:ext cx="1772656" cy="449073"/>
          </a:xfrm>
          <a:prstGeom prst="rect">
            <a:avLst/>
          </a:prstGeom>
        </p:spPr>
      </p:pic>
    </p:spTree>
    <p:custDataLst>
      <p:tags r:id="rId1"/>
    </p:custDataLst>
    <p:extLst>
      <p:ext uri="{BB962C8B-B14F-4D97-AF65-F5344CB8AC3E}">
        <p14:creationId xmlns:p14="http://schemas.microsoft.com/office/powerpoint/2010/main" val="391986328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able 3">
    <p:spTree>
      <p:nvGrpSpPr>
        <p:cNvPr id="1" name=""/>
        <p:cNvGrpSpPr/>
        <p:nvPr/>
      </p:nvGrpSpPr>
      <p:grpSpPr>
        <a:xfrm>
          <a:off x="0" y="0"/>
          <a:ext cx="0" cy="0"/>
          <a:chOff x="0" y="0"/>
          <a:chExt cx="0" cy="0"/>
        </a:xfrm>
      </p:grpSpPr>
      <p:graphicFrame>
        <p:nvGraphicFramePr>
          <p:cNvPr id="13" name="Table 12">
            <a:extLst>
              <a:ext uri="{FF2B5EF4-FFF2-40B4-BE49-F238E27FC236}">
                <a16:creationId xmlns:a16="http://schemas.microsoft.com/office/drawing/2014/main" id="{0370ABAC-E7FF-4E74-94C9-7BD9C8392BD8}"/>
              </a:ext>
            </a:extLst>
          </p:cNvPr>
          <p:cNvGraphicFramePr>
            <a:graphicFrameLocks noGrp="1"/>
          </p:cNvGraphicFramePr>
          <p:nvPr userDrawn="1"/>
        </p:nvGraphicFramePr>
        <p:xfrm>
          <a:off x="419101" y="1782218"/>
          <a:ext cx="11354743" cy="3934918"/>
        </p:xfrm>
        <a:graphic>
          <a:graphicData uri="http://schemas.openxmlformats.org/drawingml/2006/table">
            <a:tbl>
              <a:tblPr firstRow="1" bandRow="1"/>
              <a:tblGrid>
                <a:gridCol w="2419351">
                  <a:extLst>
                    <a:ext uri="{9D8B030D-6E8A-4147-A177-3AD203B41FA5}">
                      <a16:colId xmlns:a16="http://schemas.microsoft.com/office/drawing/2014/main" val="3005986539"/>
                    </a:ext>
                  </a:extLst>
                </a:gridCol>
                <a:gridCol w="2978464">
                  <a:extLst>
                    <a:ext uri="{9D8B030D-6E8A-4147-A177-3AD203B41FA5}">
                      <a16:colId xmlns:a16="http://schemas.microsoft.com/office/drawing/2014/main" val="62459987"/>
                    </a:ext>
                  </a:extLst>
                </a:gridCol>
                <a:gridCol w="2978464">
                  <a:extLst>
                    <a:ext uri="{9D8B030D-6E8A-4147-A177-3AD203B41FA5}">
                      <a16:colId xmlns:a16="http://schemas.microsoft.com/office/drawing/2014/main" val="4041369776"/>
                    </a:ext>
                  </a:extLst>
                </a:gridCol>
                <a:gridCol w="2978464">
                  <a:extLst>
                    <a:ext uri="{9D8B030D-6E8A-4147-A177-3AD203B41FA5}">
                      <a16:colId xmlns:a16="http://schemas.microsoft.com/office/drawing/2014/main" val="565943697"/>
                    </a:ext>
                  </a:extLst>
                </a:gridCol>
              </a:tblGrid>
              <a:tr h="723802">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kern="120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9050" cap="flat" cmpd="sng" algn="ctr">
                      <a:solidFill>
                        <a:srgbClr val="FFFFF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kern="120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kern="120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9050" cap="flat" cmpd="sng" algn="ctr">
                      <a:solidFill>
                        <a:srgbClr val="FFFFF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73625043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38100" cmpd="sng">
                      <a:noFill/>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646983266"/>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4290187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209532838"/>
                  </a:ext>
                </a:extLst>
              </a:tr>
            </a:tbl>
          </a:graphicData>
        </a:graphic>
      </p:graphicFrame>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1" y="6356351"/>
            <a:ext cx="3735457" cy="365125"/>
          </a:xfrm>
          <a:prstGeom prst="rect">
            <a:avLst/>
          </a:prstGeom>
        </p:spPr>
        <p:txBody>
          <a:bodyPr vert="horz" lIns="91440" tIns="45720" rIns="91440" bIns="45720" rtlCol="0" anchor="ctr"/>
          <a:lstStyle>
            <a:lvl1pPr algn="l">
              <a:defRPr sz="881"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pic>
        <p:nvPicPr>
          <p:cNvPr id="8" name="Picture 7">
            <a:extLst>
              <a:ext uri="{FF2B5EF4-FFF2-40B4-BE49-F238E27FC236}">
                <a16:creationId xmlns:a16="http://schemas.microsoft.com/office/drawing/2014/main" id="{8DBCFF47-80C8-FA4F-9A18-B92FA7DC4DF7}"/>
              </a:ext>
            </a:extLst>
          </p:cNvPr>
          <p:cNvPicPr>
            <a:picLocks noChangeAspect="1"/>
          </p:cNvPicPr>
          <p:nvPr userDrawn="1"/>
        </p:nvPicPr>
        <p:blipFill>
          <a:blip r:embed="rId4"/>
          <a:stretch>
            <a:fillRect/>
          </a:stretch>
        </p:blipFill>
        <p:spPr>
          <a:xfrm>
            <a:off x="9909198" y="365126"/>
            <a:ext cx="1772656" cy="449073"/>
          </a:xfrm>
          <a:prstGeom prst="rect">
            <a:avLst/>
          </a:prstGeom>
        </p:spPr>
      </p:pic>
    </p:spTree>
    <p:custDataLst>
      <p:tags r:id="rId1"/>
    </p:custDataLst>
    <p:extLst>
      <p:ext uri="{BB962C8B-B14F-4D97-AF65-F5344CB8AC3E}">
        <p14:creationId xmlns:p14="http://schemas.microsoft.com/office/powerpoint/2010/main" val="304118214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11" name="Picture 10">
            <a:extLst>
              <a:ext uri="{FF2B5EF4-FFF2-40B4-BE49-F238E27FC236}">
                <a16:creationId xmlns:a16="http://schemas.microsoft.com/office/drawing/2014/main" id="{BE6AEB20-C247-9049-A91B-EA79979980DA}"/>
              </a:ext>
            </a:extLst>
          </p:cNvPr>
          <p:cNvPicPr>
            <a:picLocks noChangeAspect="1"/>
          </p:cNvPicPr>
          <p:nvPr userDrawn="1"/>
        </p:nvPicPr>
        <p:blipFill>
          <a:blip r:embed="rId4"/>
          <a:stretch>
            <a:fillRect/>
          </a:stretch>
        </p:blipFill>
        <p:spPr>
          <a:xfrm>
            <a:off x="9909198" y="365126"/>
            <a:ext cx="1772656" cy="449073"/>
          </a:xfrm>
          <a:prstGeom prst="rect">
            <a:avLst/>
          </a:prstGeom>
        </p:spPr>
      </p:pic>
    </p:spTree>
    <p:custDataLst>
      <p:tags r:id="rId1"/>
    </p:custDataLst>
    <p:extLst>
      <p:ext uri="{BB962C8B-B14F-4D97-AF65-F5344CB8AC3E}">
        <p14:creationId xmlns:p14="http://schemas.microsoft.com/office/powerpoint/2010/main" val="369916300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Only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tx1"/>
                </a:solidFill>
              </a:defRPr>
            </a:lvl1pPr>
          </a:lstStyle>
          <a:p>
            <a:r>
              <a:rPr lang="en-US"/>
              <a:t>Click to edit Master title style</a:t>
            </a:r>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7" name="Picture 6">
            <a:extLst>
              <a:ext uri="{FF2B5EF4-FFF2-40B4-BE49-F238E27FC236}">
                <a16:creationId xmlns:a16="http://schemas.microsoft.com/office/drawing/2014/main" id="{1FCA25A4-C80D-FC44-8153-D8376A9E41FE}"/>
              </a:ext>
            </a:extLst>
          </p:cNvPr>
          <p:cNvPicPr>
            <a:picLocks noChangeAspect="1"/>
          </p:cNvPicPr>
          <p:nvPr userDrawn="1"/>
        </p:nvPicPr>
        <p:blipFill>
          <a:blip r:embed="rId3"/>
          <a:stretch>
            <a:fillRect/>
          </a:stretch>
        </p:blipFill>
        <p:spPr>
          <a:xfrm>
            <a:off x="9909200" y="365125"/>
            <a:ext cx="1772652" cy="449072"/>
          </a:xfrm>
          <a:prstGeom prst="rect">
            <a:avLst/>
          </a:prstGeom>
        </p:spPr>
      </p:pic>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57957850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iagram">
    <p:spTree>
      <p:nvGrpSpPr>
        <p:cNvPr id="1" name=""/>
        <p:cNvGrpSpPr/>
        <p:nvPr/>
      </p:nvGrpSpPr>
      <p:grpSpPr>
        <a:xfrm>
          <a:off x="0" y="0"/>
          <a:ext cx="0" cy="0"/>
          <a:chOff x="0" y="0"/>
          <a:chExt cx="0" cy="0"/>
        </a:xfrm>
      </p:grpSpPr>
      <p:sp>
        <p:nvSpPr>
          <p:cNvPr id="10" name="Footer Placeholder 4">
            <a:extLst>
              <a:ext uri="{FF2B5EF4-FFF2-40B4-BE49-F238E27FC236}">
                <a16:creationId xmlns:a16="http://schemas.microsoft.com/office/drawing/2014/main" id="{F86437D1-E7F9-2F42-864E-95D935B7DAF8}"/>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sp>
        <p:nvSpPr>
          <p:cNvPr id="7" name="Slide Number Placeholder 5">
            <a:extLst>
              <a:ext uri="{FF2B5EF4-FFF2-40B4-BE49-F238E27FC236}">
                <a16:creationId xmlns:a16="http://schemas.microsoft.com/office/drawing/2014/main" id="{45F76685-5779-5D40-A261-B0BC701B3745}"/>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pic>
        <p:nvPicPr>
          <p:cNvPr id="6" name="Picture 5">
            <a:extLst>
              <a:ext uri="{FF2B5EF4-FFF2-40B4-BE49-F238E27FC236}">
                <a16:creationId xmlns:a16="http://schemas.microsoft.com/office/drawing/2014/main" id="{40DE264E-2087-B647-8F60-282FE0A1DE11}"/>
              </a:ext>
            </a:extLst>
          </p:cNvPr>
          <p:cNvPicPr>
            <a:picLocks noChangeAspect="1"/>
          </p:cNvPicPr>
          <p:nvPr userDrawn="1"/>
        </p:nvPicPr>
        <p:blipFill>
          <a:blip r:embed="rId3"/>
          <a:stretch>
            <a:fillRect/>
          </a:stretch>
        </p:blipFill>
        <p:spPr>
          <a:xfrm>
            <a:off x="9909200" y="365125"/>
            <a:ext cx="1772652" cy="449072"/>
          </a:xfrm>
          <a:prstGeom prst="rect">
            <a:avLst/>
          </a:prstGeom>
        </p:spPr>
      </p:pic>
    </p:spTree>
    <p:custDataLst>
      <p:tags r:id="rId1"/>
    </p:custDataLst>
    <p:extLst>
      <p:ext uri="{BB962C8B-B14F-4D97-AF65-F5344CB8AC3E}">
        <p14:creationId xmlns:p14="http://schemas.microsoft.com/office/powerpoint/2010/main" val="344627053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8298180" cy="474119"/>
          </a:xfrm>
          <a:prstGeom prst="rect">
            <a:avLst/>
          </a:prstGeom>
        </p:spPr>
        <p:txBody>
          <a:bodyPr>
            <a:noAutofit/>
          </a:bodyPr>
          <a:lstStyle>
            <a:lvl1pPr>
              <a:defRPr sz="4000">
                <a:solidFill>
                  <a:schemeClr val="tx1"/>
                </a:solidFill>
              </a:defRPr>
            </a:lvl1pPr>
          </a:lstStyle>
          <a:p>
            <a:r>
              <a:rPr lang="en-US"/>
              <a:t>Click to edit Master title style</a:t>
            </a:r>
          </a:p>
        </p:txBody>
      </p:sp>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1"/>
            <a:ext cx="2743200" cy="365125"/>
          </a:xfrm>
          <a:prstGeom prst="rect">
            <a:avLst/>
          </a:prstGeo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17" name="Text Placeholder 3">
            <a:extLst>
              <a:ext uri="{FF2B5EF4-FFF2-40B4-BE49-F238E27FC236}">
                <a16:creationId xmlns:a16="http://schemas.microsoft.com/office/drawing/2014/main" id="{AA58D57C-542E-8B46-AF4A-1CE98190E16A}"/>
              </a:ext>
            </a:extLst>
          </p:cNvPr>
          <p:cNvSpPr>
            <a:spLocks noGrp="1"/>
          </p:cNvSpPr>
          <p:nvPr>
            <p:ph type="body" sz="quarter" idx="15"/>
          </p:nvPr>
        </p:nvSpPr>
        <p:spPr>
          <a:xfrm>
            <a:off x="6076191" y="1803345"/>
            <a:ext cx="2656066" cy="1879131"/>
          </a:xfrm>
          <a:prstGeom prst="rect">
            <a:avLst/>
          </a:prstGeom>
        </p:spPr>
        <p:txBody>
          <a:bodyPr>
            <a:normAutofit/>
          </a:bodyPr>
          <a:lstStyle>
            <a:lvl1pPr marL="0" indent="0">
              <a:lnSpc>
                <a:spcPct val="100000"/>
              </a:lnSpc>
              <a:buNone/>
              <a:defRPr sz="1867"/>
            </a:lvl1pPr>
          </a:lstStyle>
          <a:p>
            <a:pPr lvl="0"/>
            <a:endParaRPr lang="en-US"/>
          </a:p>
        </p:txBody>
      </p:sp>
      <p:sp>
        <p:nvSpPr>
          <p:cNvPr id="19" name="Text Placeholder 3">
            <a:extLst>
              <a:ext uri="{FF2B5EF4-FFF2-40B4-BE49-F238E27FC236}">
                <a16:creationId xmlns:a16="http://schemas.microsoft.com/office/drawing/2014/main" id="{C3946CAB-375A-5941-A392-14D805556B47}"/>
              </a:ext>
            </a:extLst>
          </p:cNvPr>
          <p:cNvSpPr>
            <a:spLocks noGrp="1"/>
          </p:cNvSpPr>
          <p:nvPr>
            <p:ph type="body" sz="quarter" idx="16"/>
          </p:nvPr>
        </p:nvSpPr>
        <p:spPr>
          <a:xfrm>
            <a:off x="3251457" y="1803345"/>
            <a:ext cx="2656066" cy="1879131"/>
          </a:xfrm>
          <a:prstGeom prst="rect">
            <a:avLst/>
          </a:prstGeom>
        </p:spPr>
        <p:txBody>
          <a:bodyPr>
            <a:normAutofit/>
          </a:bodyPr>
          <a:lstStyle>
            <a:lvl1pPr marL="0" indent="0">
              <a:lnSpc>
                <a:spcPct val="100000"/>
              </a:lnSpc>
              <a:buNone/>
              <a:defRPr sz="1867"/>
            </a:lvl1pPr>
          </a:lstStyle>
          <a:p>
            <a:pPr lvl="0"/>
            <a:endParaRPr lang="en-US"/>
          </a:p>
        </p:txBody>
      </p:sp>
      <p:sp>
        <p:nvSpPr>
          <p:cNvPr id="20" name="Text Placeholder 3">
            <a:extLst>
              <a:ext uri="{FF2B5EF4-FFF2-40B4-BE49-F238E27FC236}">
                <a16:creationId xmlns:a16="http://schemas.microsoft.com/office/drawing/2014/main" id="{35FC7C2C-C9CE-B747-AE44-A593EFEB0DEE}"/>
              </a:ext>
            </a:extLst>
          </p:cNvPr>
          <p:cNvSpPr>
            <a:spLocks noGrp="1"/>
          </p:cNvSpPr>
          <p:nvPr>
            <p:ph type="body" sz="quarter" idx="10" hasCustomPrompt="1"/>
          </p:nvPr>
        </p:nvSpPr>
        <p:spPr>
          <a:xfrm>
            <a:off x="419100"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Title</a:t>
            </a:r>
          </a:p>
        </p:txBody>
      </p:sp>
      <p:sp>
        <p:nvSpPr>
          <p:cNvPr id="22" name="Text Placeholder 3">
            <a:extLst>
              <a:ext uri="{FF2B5EF4-FFF2-40B4-BE49-F238E27FC236}">
                <a16:creationId xmlns:a16="http://schemas.microsoft.com/office/drawing/2014/main" id="{24CE8731-450D-3746-AF62-88C7CF836093}"/>
              </a:ext>
            </a:extLst>
          </p:cNvPr>
          <p:cNvSpPr>
            <a:spLocks noGrp="1"/>
          </p:cNvSpPr>
          <p:nvPr>
            <p:ph type="body" sz="quarter" idx="17"/>
          </p:nvPr>
        </p:nvSpPr>
        <p:spPr>
          <a:xfrm>
            <a:off x="419102" y="1803345"/>
            <a:ext cx="2656066" cy="1879131"/>
          </a:xfrm>
          <a:prstGeom prst="rect">
            <a:avLst/>
          </a:prstGeom>
        </p:spPr>
        <p:txBody>
          <a:bodyPr>
            <a:normAutofit/>
          </a:bodyPr>
          <a:lstStyle>
            <a:lvl1pPr marL="0" indent="0">
              <a:lnSpc>
                <a:spcPct val="100000"/>
              </a:lnSpc>
              <a:buNone/>
              <a:defRPr sz="1867"/>
            </a:lvl1pPr>
          </a:lstStyle>
          <a:p>
            <a:pPr lvl="0"/>
            <a:endParaRPr lang="en-US"/>
          </a:p>
        </p:txBody>
      </p:sp>
      <p:sp>
        <p:nvSpPr>
          <p:cNvPr id="23" name="Rectangle 22">
            <a:extLst>
              <a:ext uri="{FF2B5EF4-FFF2-40B4-BE49-F238E27FC236}">
                <a16:creationId xmlns:a16="http://schemas.microsoft.com/office/drawing/2014/main" id="{95458110-5E55-0F46-BBF5-9C8F2C62151D}"/>
              </a:ext>
            </a:extLst>
          </p:cNvPr>
          <p:cNvSpPr/>
          <p:nvPr userDrawn="1"/>
        </p:nvSpPr>
        <p:spPr>
          <a:xfrm>
            <a:off x="9029701" y="0"/>
            <a:ext cx="3188474" cy="6875492"/>
          </a:xfrm>
          <a:prstGeom prst="rect">
            <a:avLst/>
          </a:prstGeom>
          <a:solidFill>
            <a:srgbClr val="232F3E"/>
          </a:solidFill>
          <a:ln w="9525" cap="flat" cmpd="sng" algn="ctr">
            <a:noFill/>
            <a:prstDash val="solid"/>
          </a:ln>
          <a:effectLst/>
        </p:spPr>
        <p:txBody>
          <a:bodyPr rtlCol="0" anchor="ctr"/>
          <a:lstStyle/>
          <a:p>
            <a:pPr marL="0" marR="0" lvl="0" indent="0" algn="ctr" defTabSz="447301" rtl="0"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a:ln>
                <a:noFill/>
              </a:ln>
              <a:solidFill>
                <a:srgbClr val="FFFFFF"/>
              </a:solidFill>
              <a:effectLst/>
              <a:uLnTx/>
              <a:uFillTx/>
              <a:latin typeface="Amazon Ember" panose="02000000000000000000" pitchFamily="2" charset="0"/>
              <a:ea typeface="+mn-ea"/>
              <a:cs typeface="+mn-cs"/>
            </a:endParaRPr>
          </a:p>
        </p:txBody>
      </p:sp>
      <p:sp>
        <p:nvSpPr>
          <p:cNvPr id="25" name="Rectangle 24">
            <a:extLst>
              <a:ext uri="{FF2B5EF4-FFF2-40B4-BE49-F238E27FC236}">
                <a16:creationId xmlns:a16="http://schemas.microsoft.com/office/drawing/2014/main" id="{3A3837C0-EFCF-E345-9E05-AF315FB06800}"/>
              </a:ext>
            </a:extLst>
          </p:cNvPr>
          <p:cNvSpPr/>
          <p:nvPr userDrawn="1"/>
        </p:nvSpPr>
        <p:spPr>
          <a:xfrm>
            <a:off x="0" y="4020640"/>
            <a:ext cx="9029700" cy="2837360"/>
          </a:xfrm>
          <a:prstGeom prst="rect">
            <a:avLst/>
          </a:prstGeom>
          <a:solidFill>
            <a:schemeClr val="tx2"/>
          </a:solidFill>
          <a:ln w="9525" cap="flat" cmpd="sng" algn="ctr">
            <a:noFill/>
            <a:prstDash val="solid"/>
          </a:ln>
          <a:effectLst/>
        </p:spPr>
        <p:txBody>
          <a:bodyPr rtlCol="0" anchor="ctr"/>
          <a:lstStyle/>
          <a:p>
            <a:pPr marL="0" marR="0" lvl="0" indent="0" algn="ctr" defTabSz="447301" rtl="0"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a:ln>
                <a:noFill/>
              </a:ln>
              <a:solidFill>
                <a:srgbClr val="FFFFFF"/>
              </a:solidFill>
              <a:effectLst/>
              <a:uLnTx/>
              <a:uFillTx/>
              <a:latin typeface="Amazon Ember" panose="02000000000000000000" pitchFamily="2" charset="0"/>
              <a:ea typeface="+mn-ea"/>
              <a:cs typeface="+mn-cs"/>
            </a:endParaRPr>
          </a:p>
        </p:txBody>
      </p:sp>
      <p:sp>
        <p:nvSpPr>
          <p:cNvPr id="26" name="Content Placeholder 25">
            <a:extLst>
              <a:ext uri="{FF2B5EF4-FFF2-40B4-BE49-F238E27FC236}">
                <a16:creationId xmlns:a16="http://schemas.microsoft.com/office/drawing/2014/main" id="{EBCAA55A-911D-184D-A1FD-A84004D395B2}"/>
              </a:ext>
            </a:extLst>
          </p:cNvPr>
          <p:cNvSpPr>
            <a:spLocks noGrp="1"/>
          </p:cNvSpPr>
          <p:nvPr>
            <p:ph sz="quarter" idx="18"/>
          </p:nvPr>
        </p:nvSpPr>
        <p:spPr>
          <a:xfrm>
            <a:off x="9327146" y="365126"/>
            <a:ext cx="2445755" cy="951555"/>
          </a:xfrm>
          <a:prstGeom prst="rect">
            <a:avLst/>
          </a:prstGeom>
          <a:solidFill>
            <a:schemeClr val="bg1"/>
          </a:solidFill>
        </p:spPr>
        <p:txBody>
          <a:bodyPr/>
          <a:lstStyle>
            <a:lvl1pPr marL="0" indent="0">
              <a:buNone/>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endParaRPr lang="en-US"/>
          </a:p>
        </p:txBody>
      </p:sp>
      <p:sp>
        <p:nvSpPr>
          <p:cNvPr id="27" name="Text Placeholder 3">
            <a:extLst>
              <a:ext uri="{FF2B5EF4-FFF2-40B4-BE49-F238E27FC236}">
                <a16:creationId xmlns:a16="http://schemas.microsoft.com/office/drawing/2014/main" id="{8A3999B7-8C20-854D-A555-F37D032192AE}"/>
              </a:ext>
            </a:extLst>
          </p:cNvPr>
          <p:cNvSpPr>
            <a:spLocks noGrp="1"/>
          </p:cNvSpPr>
          <p:nvPr>
            <p:ph type="body" sz="quarter" idx="19" hasCustomPrompt="1"/>
          </p:nvPr>
        </p:nvSpPr>
        <p:spPr>
          <a:xfrm>
            <a:off x="3259838"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Title</a:t>
            </a:r>
          </a:p>
        </p:txBody>
      </p:sp>
      <p:sp>
        <p:nvSpPr>
          <p:cNvPr id="28" name="Text Placeholder 3">
            <a:extLst>
              <a:ext uri="{FF2B5EF4-FFF2-40B4-BE49-F238E27FC236}">
                <a16:creationId xmlns:a16="http://schemas.microsoft.com/office/drawing/2014/main" id="{38F7DDC9-AAC1-834E-B4EE-D42A0B1327C5}"/>
              </a:ext>
            </a:extLst>
          </p:cNvPr>
          <p:cNvSpPr>
            <a:spLocks noGrp="1"/>
          </p:cNvSpPr>
          <p:nvPr>
            <p:ph type="body" sz="quarter" idx="20" hasCustomPrompt="1"/>
          </p:nvPr>
        </p:nvSpPr>
        <p:spPr>
          <a:xfrm>
            <a:off x="6076190"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Title</a:t>
            </a:r>
          </a:p>
        </p:txBody>
      </p:sp>
      <p:sp>
        <p:nvSpPr>
          <p:cNvPr id="31" name="Text Placeholder 3">
            <a:extLst>
              <a:ext uri="{FF2B5EF4-FFF2-40B4-BE49-F238E27FC236}">
                <a16:creationId xmlns:a16="http://schemas.microsoft.com/office/drawing/2014/main" id="{957FAEDA-E06F-0246-AE0E-09DEF5D51275}"/>
              </a:ext>
            </a:extLst>
          </p:cNvPr>
          <p:cNvSpPr>
            <a:spLocks noGrp="1"/>
          </p:cNvSpPr>
          <p:nvPr>
            <p:ph type="body" sz="quarter" idx="22"/>
          </p:nvPr>
        </p:nvSpPr>
        <p:spPr>
          <a:xfrm>
            <a:off x="790222" y="4444327"/>
            <a:ext cx="7571082" cy="1311187"/>
          </a:xfrm>
          <a:prstGeom prst="rect">
            <a:avLst/>
          </a:prstGeom>
        </p:spPr>
        <p:txBody>
          <a:bodyPr>
            <a:normAutofit/>
          </a:bodyPr>
          <a:lstStyle>
            <a:lvl1pPr marL="0" indent="0">
              <a:buNone/>
              <a:defRPr sz="2400"/>
            </a:lvl1pPr>
          </a:lstStyle>
          <a:p>
            <a:pPr lvl="0"/>
            <a:endParaRPr lang="en-US"/>
          </a:p>
        </p:txBody>
      </p:sp>
      <p:sp>
        <p:nvSpPr>
          <p:cNvPr id="32" name="Text Placeholder 3">
            <a:extLst>
              <a:ext uri="{FF2B5EF4-FFF2-40B4-BE49-F238E27FC236}">
                <a16:creationId xmlns:a16="http://schemas.microsoft.com/office/drawing/2014/main" id="{5DB1EEED-3A61-7145-8CB8-D64E8B31FE3F}"/>
              </a:ext>
            </a:extLst>
          </p:cNvPr>
          <p:cNvSpPr>
            <a:spLocks noGrp="1"/>
          </p:cNvSpPr>
          <p:nvPr>
            <p:ph type="body" sz="quarter" idx="23"/>
          </p:nvPr>
        </p:nvSpPr>
        <p:spPr>
          <a:xfrm>
            <a:off x="790222" y="5870446"/>
            <a:ext cx="7942034" cy="413702"/>
          </a:xfrm>
          <a:prstGeom prst="rect">
            <a:avLst/>
          </a:prstGeom>
        </p:spPr>
        <p:txBody>
          <a:bodyPr>
            <a:noAutofit/>
          </a:bodyPr>
          <a:lstStyle>
            <a:lvl1pPr marL="0" indent="0">
              <a:buNone/>
              <a:defRPr sz="2000" b="0">
                <a:solidFill>
                  <a:schemeClr val="tx1"/>
                </a:solidFill>
              </a:defRPr>
            </a:lvl1pPr>
          </a:lstStyle>
          <a:p>
            <a:pPr lvl="0"/>
            <a:endParaRPr lang="en-US"/>
          </a:p>
        </p:txBody>
      </p:sp>
      <p:pic>
        <p:nvPicPr>
          <p:cNvPr id="16" name="Picture 15">
            <a:extLst>
              <a:ext uri="{FF2B5EF4-FFF2-40B4-BE49-F238E27FC236}">
                <a16:creationId xmlns:a16="http://schemas.microsoft.com/office/drawing/2014/main" id="{A51D4E80-7282-594D-8256-F973AFF71D56}"/>
              </a:ext>
            </a:extLst>
          </p:cNvPr>
          <p:cNvPicPr>
            <a:picLocks noChangeAspect="1"/>
          </p:cNvPicPr>
          <p:nvPr userDrawn="1"/>
        </p:nvPicPr>
        <p:blipFill>
          <a:blip r:embed="rId3"/>
          <a:stretch>
            <a:fillRect/>
          </a:stretch>
        </p:blipFill>
        <p:spPr>
          <a:xfrm>
            <a:off x="9396238" y="6089840"/>
            <a:ext cx="1772656" cy="449073"/>
          </a:xfrm>
          <a:prstGeom prst="rect">
            <a:avLst/>
          </a:prstGeom>
        </p:spPr>
      </p:pic>
      <p:sp>
        <p:nvSpPr>
          <p:cNvPr id="18" name="Footer Placeholder 4">
            <a:extLst>
              <a:ext uri="{FF2B5EF4-FFF2-40B4-BE49-F238E27FC236}">
                <a16:creationId xmlns:a16="http://schemas.microsoft.com/office/drawing/2014/main" id="{D654C84E-7AFF-4E43-BC29-5AF15F0EFE3A}"/>
              </a:ext>
            </a:extLst>
          </p:cNvPr>
          <p:cNvSpPr>
            <a:spLocks noGrp="1"/>
          </p:cNvSpPr>
          <p:nvPr>
            <p:ph type="ftr" sz="quarter" idx="3"/>
          </p:nvPr>
        </p:nvSpPr>
        <p:spPr>
          <a:xfrm>
            <a:off x="419100" y="6356351"/>
            <a:ext cx="3735457" cy="365125"/>
          </a:xfrm>
          <a:prstGeom prst="rect">
            <a:avLst/>
          </a:prstGeom>
        </p:spPr>
        <p:txBody>
          <a:bodyPr vert="horz" lIns="91440" tIns="45720" rIns="91440" bIns="45720" rtlCol="0" anchor="ctr"/>
          <a:lstStyle>
            <a:lvl1pPr algn="l">
              <a:defRPr sz="881"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FFFFFF"/>
                </a:solidFill>
              </a:rPr>
              <a:t>© 2019 Amazon Web Services, Inc. or its Affiliates. All rights reserved.</a:t>
            </a:r>
          </a:p>
        </p:txBody>
      </p:sp>
      <p:sp>
        <p:nvSpPr>
          <p:cNvPr id="7" name="Text Placeholder 6"/>
          <p:cNvSpPr>
            <a:spLocks noGrp="1"/>
          </p:cNvSpPr>
          <p:nvPr>
            <p:ph type="body" sz="quarter" idx="25"/>
          </p:nvPr>
        </p:nvSpPr>
        <p:spPr>
          <a:xfrm>
            <a:off x="9327093" y="1564153"/>
            <a:ext cx="2445808" cy="1212914"/>
          </a:xfrm>
        </p:spPr>
        <p:txBody>
          <a:bodyPr>
            <a:normAutofit/>
          </a:bodyPr>
          <a:lstStyle>
            <a:lvl1pPr marL="0" indent="0">
              <a:buNone/>
              <a:defRPr sz="1333">
                <a:solidFill>
                  <a:schemeClr val="bg1"/>
                </a:solidFill>
              </a:defRPr>
            </a:lvl1pPr>
          </a:lstStyle>
          <a:p>
            <a:pPr lvl="0"/>
            <a:endParaRPr lang="en-US"/>
          </a:p>
        </p:txBody>
      </p:sp>
      <p:sp>
        <p:nvSpPr>
          <p:cNvPr id="24" name="TextBox 23"/>
          <p:cNvSpPr txBox="1"/>
          <p:nvPr userDrawn="1"/>
        </p:nvSpPr>
        <p:spPr>
          <a:xfrm>
            <a:off x="290923" y="3889248"/>
            <a:ext cx="770467" cy="230845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401" b="0" i="0" u="none" strike="noStrike" kern="1200" cap="none" spc="0" normalizeH="0" baseline="30000" noProof="0">
                <a:ln>
                  <a:noFill/>
                </a:ln>
                <a:solidFill>
                  <a:srgbClr val="FFFFFF"/>
                </a:solidFill>
                <a:effectLst/>
                <a:uLnTx/>
                <a:uFillTx/>
                <a:latin typeface="Amazon Ember" panose="020B0603020204020204" pitchFamily="34" charset="0"/>
                <a:ea typeface="Amazon Ember" panose="020B0603020204020204" pitchFamily="34" charset="0"/>
                <a:cs typeface="Amazon Ember" panose="020B0603020204020204" pitchFamily="34" charset="0"/>
              </a:rPr>
              <a:t>“</a:t>
            </a:r>
            <a:endParaRPr kumimoji="0" lang="en-US" sz="14401" b="0" i="0" u="none" strike="noStrike" kern="1200" cap="none" spc="0" normalizeH="0" baseline="0" noProof="0">
              <a:ln>
                <a:noFill/>
              </a:ln>
              <a:solidFill>
                <a:srgbClr val="FFFFFF"/>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33" name="Text Placeholder 6"/>
          <p:cNvSpPr>
            <a:spLocks noGrp="1"/>
          </p:cNvSpPr>
          <p:nvPr>
            <p:ph type="body" sz="quarter" idx="26"/>
          </p:nvPr>
        </p:nvSpPr>
        <p:spPr>
          <a:xfrm>
            <a:off x="9327145" y="3177326"/>
            <a:ext cx="2445808" cy="2758497"/>
          </a:xfrm>
        </p:spPr>
        <p:txBody>
          <a:bodyPr>
            <a:normAutofit/>
          </a:bodyPr>
          <a:lstStyle>
            <a:lvl1pPr marL="0" indent="0">
              <a:buNone/>
              <a:defRPr sz="1333">
                <a:solidFill>
                  <a:schemeClr val="bg1"/>
                </a:solidFill>
              </a:defRPr>
            </a:lvl1pPr>
          </a:lstStyle>
          <a:p>
            <a:pPr lvl="0"/>
            <a:endParaRPr lang="en-US"/>
          </a:p>
        </p:txBody>
      </p:sp>
      <p:sp>
        <p:nvSpPr>
          <p:cNvPr id="34" name="Text Placeholder 6"/>
          <p:cNvSpPr>
            <a:spLocks noGrp="1"/>
          </p:cNvSpPr>
          <p:nvPr>
            <p:ph type="body" sz="quarter" idx="27"/>
          </p:nvPr>
        </p:nvSpPr>
        <p:spPr>
          <a:xfrm>
            <a:off x="9327092" y="2880834"/>
            <a:ext cx="2445808" cy="296493"/>
          </a:xfrm>
        </p:spPr>
        <p:txBody>
          <a:bodyPr>
            <a:normAutofit/>
          </a:bodyPr>
          <a:lstStyle>
            <a:lvl1pPr marL="0" indent="0">
              <a:buNone/>
              <a:defRPr sz="16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endParaRPr lang="en-US"/>
          </a:p>
        </p:txBody>
      </p:sp>
    </p:spTree>
    <p:custDataLst>
      <p:tags r:id="rId1"/>
    </p:custDataLst>
    <p:extLst>
      <p:ext uri="{BB962C8B-B14F-4D97-AF65-F5344CB8AC3E}">
        <p14:creationId xmlns:p14="http://schemas.microsoft.com/office/powerpoint/2010/main" val="310072153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Pull Quote">
    <p:bg>
      <p:bgPr>
        <a:solidFill>
          <a:srgbClr val="222E3C"/>
        </a:solidFill>
        <a:effectLst/>
      </p:bgPr>
    </p:bg>
    <p:spTree>
      <p:nvGrpSpPr>
        <p:cNvPr id="1" name=""/>
        <p:cNvGrpSpPr/>
        <p:nvPr/>
      </p:nvGrpSpPr>
      <p:grpSpPr>
        <a:xfrm>
          <a:off x="0" y="0"/>
          <a:ext cx="0" cy="0"/>
          <a:chOff x="0" y="0"/>
          <a:chExt cx="0" cy="0"/>
        </a:xfrm>
      </p:grpSpPr>
      <p:sp>
        <p:nvSpPr>
          <p:cNvPr id="12" name="Title 11"/>
          <p:cNvSpPr>
            <a:spLocks noGrp="1"/>
          </p:cNvSpPr>
          <p:nvPr>
            <p:ph type="title"/>
          </p:nvPr>
        </p:nvSpPr>
        <p:spPr>
          <a:xfrm>
            <a:off x="419100" y="1361287"/>
            <a:ext cx="11353800" cy="3416300"/>
          </a:xfrm>
        </p:spPr>
        <p:txBody>
          <a:bodyPr anchor="t">
            <a:normAutofit/>
          </a:bodyPr>
          <a:lstStyle>
            <a:lvl1pPr>
              <a:defRPr sz="6000">
                <a:solidFill>
                  <a:schemeClr val="bg1"/>
                </a:solidFill>
              </a:defRPr>
            </a:lvl1pPr>
          </a:lstStyle>
          <a:p>
            <a:r>
              <a:rPr lang="en-US"/>
              <a:t>Click to edit Master title style</a:t>
            </a:r>
          </a:p>
        </p:txBody>
      </p:sp>
      <p:sp>
        <p:nvSpPr>
          <p:cNvPr id="8" name="Rectangle 7">
            <a:extLst>
              <a:ext uri="{FF2B5EF4-FFF2-40B4-BE49-F238E27FC236}">
                <a16:creationId xmlns:a16="http://schemas.microsoft.com/office/drawing/2014/main" id="{A413BF5D-EF1D-5C42-8ED2-B1DC40150995}"/>
              </a:ext>
            </a:extLst>
          </p:cNvPr>
          <p:cNvSpPr/>
          <p:nvPr userDrawn="1"/>
        </p:nvSpPr>
        <p:spPr>
          <a:xfrm>
            <a:off x="0" y="1444414"/>
            <a:ext cx="320634" cy="633768"/>
          </a:xfrm>
          <a:prstGeom prst="rect">
            <a:avLst/>
          </a:prstGeom>
          <a:solidFill>
            <a:srgbClr val="36C2B3"/>
          </a:solidFill>
          <a:ln w="9525" cap="flat" cmpd="sng" algn="ctr">
            <a:no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panose="02000000000000000000" pitchFamily="2" charset="0"/>
              <a:ea typeface="+mn-ea"/>
              <a:cs typeface="+mn-cs"/>
            </a:endParaRPr>
          </a:p>
        </p:txBody>
      </p:sp>
      <p:sp>
        <p:nvSpPr>
          <p:cNvPr id="9" name="Footer Placeholder 4">
            <a:extLst>
              <a:ext uri="{FF2B5EF4-FFF2-40B4-BE49-F238E27FC236}">
                <a16:creationId xmlns:a16="http://schemas.microsoft.com/office/drawing/2014/main" id="{D654C84E-7AFF-4E43-BC29-5AF15F0EFE3A}"/>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FFFFFF"/>
                </a:solidFill>
              </a:rPr>
              <a:t>© 2019 Amazon Web Services, Inc. or its Affiliates. All rights reserved.</a:t>
            </a:r>
          </a:p>
        </p:txBody>
      </p:sp>
      <p:sp>
        <p:nvSpPr>
          <p:cNvPr id="6" name="Text Placeholder 3">
            <a:extLst>
              <a:ext uri="{FF2B5EF4-FFF2-40B4-BE49-F238E27FC236}">
                <a16:creationId xmlns:a16="http://schemas.microsoft.com/office/drawing/2014/main" id="{DBBC8AF8-4964-B547-9569-D8BFE87BB8F4}"/>
              </a:ext>
            </a:extLst>
          </p:cNvPr>
          <p:cNvSpPr>
            <a:spLocks noGrp="1"/>
          </p:cNvSpPr>
          <p:nvPr>
            <p:ph type="body" sz="quarter" idx="10" hasCustomPrompt="1"/>
          </p:nvPr>
        </p:nvSpPr>
        <p:spPr>
          <a:xfrm>
            <a:off x="419100" y="5024594"/>
            <a:ext cx="8059738" cy="488498"/>
          </a:xfr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title style</a:t>
            </a:r>
          </a:p>
        </p:txBody>
      </p:sp>
      <p:pic>
        <p:nvPicPr>
          <p:cNvPr id="13" name="Picture 12">
            <a:extLst>
              <a:ext uri="{FF2B5EF4-FFF2-40B4-BE49-F238E27FC236}">
                <a16:creationId xmlns:a16="http://schemas.microsoft.com/office/drawing/2014/main" id="{A51D4E80-7282-594D-8256-F973AFF71D56}"/>
              </a:ext>
            </a:extLst>
          </p:cNvPr>
          <p:cNvPicPr>
            <a:picLocks noChangeAspect="1"/>
          </p:cNvPicPr>
          <p:nvPr userDrawn="1"/>
        </p:nvPicPr>
        <p:blipFill>
          <a:blip r:embed="rId3"/>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388241987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6AC7C4F-A7FB-D049-8056-D71FAE608841}"/>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5" name="TextBox 4">
            <a:extLst>
              <a:ext uri="{FF2B5EF4-FFF2-40B4-BE49-F238E27FC236}">
                <a16:creationId xmlns:a16="http://schemas.microsoft.com/office/drawing/2014/main" id="{7F32C9FB-A505-8F4E-99FC-1B161C930668}"/>
              </a:ext>
            </a:extLst>
          </p:cNvPr>
          <p:cNvSpPr txBox="1"/>
          <p:nvPr userDrawn="1"/>
        </p:nvSpPr>
        <p:spPr>
          <a:xfrm>
            <a:off x="423968" y="6089839"/>
            <a:ext cx="8921913" cy="646331"/>
          </a:xfrm>
          <a:prstGeom prst="rect">
            <a:avLst/>
          </a:prstGeom>
          <a:noFill/>
        </p:spPr>
        <p:txBody>
          <a:bodyPr wrap="square" rtlCol="0">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mazon Ember" panose="02000000000000000000" pitchFamily="2" charset="0"/>
                <a:ea typeface="Amazon Ember" panose="02000000000000000000" pitchFamily="2" charset="0"/>
                <a:cs typeface="Amazon Ember Light" charset="0"/>
              </a:rPr>
              <a:t>© 2019 Amazon Web Services, Inc. or its affiliates. All rights reserved. This work may not be reproduced or redistributed, in whole or in part, without prior written permission from Amazon Web Services, Inc. Commercial copying, lending, or selling is prohibited. Corrections or feedback on the course, please email us at: </a:t>
            </a:r>
            <a:r>
              <a:rPr kumimoji="0" lang="en-US" sz="900" b="0" i="0" u="sng" strike="noStrike" kern="1200" cap="none" spc="0" normalizeH="0" baseline="0" noProof="0">
                <a:ln>
                  <a:noFill/>
                </a:ln>
                <a:solidFill>
                  <a:srgbClr val="FFFFFF"/>
                </a:solidFill>
                <a:effectLst/>
                <a:uLnTx/>
                <a:uFillTx/>
                <a:latin typeface="Amazon Ember" panose="02000000000000000000" pitchFamily="2" charset="0"/>
                <a:ea typeface="Amazon Ember" panose="02000000000000000000" pitchFamily="2" charset="0"/>
                <a:cs typeface="Amazon Ember Light" charset="0"/>
              </a:rPr>
              <a:t>aws-course-feedback@amazon.com</a:t>
            </a:r>
            <a:r>
              <a:rPr kumimoji="0" lang="en-US" sz="900" b="0" i="0" u="none" strike="noStrike" kern="1200" cap="none" spc="0" normalizeH="0" baseline="0" noProof="0">
                <a:ln>
                  <a:noFill/>
                </a:ln>
                <a:solidFill>
                  <a:srgbClr val="FFFFFF"/>
                </a:solidFill>
                <a:effectLst/>
                <a:uLnTx/>
                <a:uFillTx/>
                <a:latin typeface="Amazon Ember" panose="02000000000000000000" pitchFamily="2" charset="0"/>
                <a:ea typeface="Amazon Ember" panose="02000000000000000000" pitchFamily="2" charset="0"/>
                <a:cs typeface="Amazon Ember Light" charset="0"/>
              </a:rPr>
              <a:t>. For all other questions, contact us at: </a:t>
            </a:r>
            <a:r>
              <a:rPr kumimoji="0" lang="en-US" sz="900" b="0" i="0" u="sng" strike="noStrike" kern="1200" cap="none" spc="0" normalizeH="0" baseline="0" noProof="0">
                <a:ln>
                  <a:noFill/>
                </a:ln>
                <a:solidFill>
                  <a:srgbClr val="FFFFFF"/>
                </a:solidFill>
                <a:effectLst/>
                <a:uLnTx/>
                <a:uFillTx/>
                <a:latin typeface="Amazon Ember" panose="02000000000000000000" pitchFamily="2" charset="0"/>
                <a:ea typeface="Amazon Ember" panose="02000000000000000000" pitchFamily="2" charset="0"/>
                <a:cs typeface="Amazon Ember Light" charset="0"/>
              </a:rPr>
              <a:t>https://aws.amazon.com/contact-us/aws-training/</a:t>
            </a:r>
            <a:r>
              <a:rPr kumimoji="0" lang="en-US" sz="900" b="0" i="0" u="none" strike="noStrike" kern="1200" cap="none" spc="0" normalizeH="0" baseline="0" noProof="0">
                <a:ln>
                  <a:noFill/>
                </a:ln>
                <a:solidFill>
                  <a:srgbClr val="FFFFFF"/>
                </a:solidFill>
                <a:effectLst/>
                <a:uLnTx/>
                <a:uFillTx/>
                <a:latin typeface="Amazon Ember" panose="02000000000000000000" pitchFamily="2" charset="0"/>
                <a:ea typeface="Amazon Ember" panose="02000000000000000000" pitchFamily="2" charset="0"/>
                <a:cs typeface="Amazon Ember Light" charset="0"/>
              </a:rPr>
              <a:t>. All trademarks are the property of their owners.</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mazon Ember" panose="02000000000000000000" pitchFamily="2" charset="0"/>
              <a:ea typeface="+mn-ea"/>
              <a:cs typeface="+mn-cs"/>
            </a:endParaRPr>
          </a:p>
        </p:txBody>
      </p:sp>
      <p:sp>
        <p:nvSpPr>
          <p:cNvPr id="14" name="Title 1">
            <a:extLst>
              <a:ext uri="{FF2B5EF4-FFF2-40B4-BE49-F238E27FC236}">
                <a16:creationId xmlns:a16="http://schemas.microsoft.com/office/drawing/2014/main" id="{DCAE5FD9-C1AF-FA48-A653-7EA5E0B13826}"/>
              </a:ext>
            </a:extLst>
          </p:cNvPr>
          <p:cNvSpPr>
            <a:spLocks noGrp="1"/>
          </p:cNvSpPr>
          <p:nvPr>
            <p:ph type="title" hasCustomPrompt="1"/>
          </p:nvPr>
        </p:nvSpPr>
        <p:spPr>
          <a:xfrm>
            <a:off x="419100" y="3191940"/>
            <a:ext cx="11353800" cy="474119"/>
          </a:xfrm>
        </p:spPr>
        <p:txBody>
          <a:bodyPr>
            <a:noAutofit/>
          </a:bodyPr>
          <a:lstStyle>
            <a:lvl1pPr>
              <a:defRPr sz="6000">
                <a:solidFill>
                  <a:schemeClr val="bg1"/>
                </a:solidFill>
              </a:defRPr>
            </a:lvl1pPr>
          </a:lstStyle>
          <a:p>
            <a:r>
              <a:rPr lang="en-US"/>
              <a:t>Thank You</a:t>
            </a:r>
          </a:p>
        </p:txBody>
      </p:sp>
      <p:pic>
        <p:nvPicPr>
          <p:cNvPr id="7" name="Picture 6">
            <a:extLst>
              <a:ext uri="{FF2B5EF4-FFF2-40B4-BE49-F238E27FC236}">
                <a16:creationId xmlns:a16="http://schemas.microsoft.com/office/drawing/2014/main" id="{91A5F71C-941B-424B-B0F4-B91497513EB8}"/>
              </a:ext>
            </a:extLst>
          </p:cNvPr>
          <p:cNvPicPr>
            <a:picLocks noChangeAspect="1"/>
          </p:cNvPicPr>
          <p:nvPr userDrawn="1"/>
        </p:nvPicPr>
        <p:blipFill>
          <a:blip r:embed="rId4"/>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263340908"/>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D00D1B8-786D-A14A-BC8F-1CD55F6A16A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9730" y="-2237"/>
            <a:ext cx="12221730" cy="6860237"/>
          </a:xfrm>
          <a:prstGeom prst="rect">
            <a:avLst/>
          </a:prstGeom>
        </p:spPr>
      </p:pic>
      <p:sp>
        <p:nvSpPr>
          <p:cNvPr id="2" name="Title 1"/>
          <p:cNvSpPr>
            <a:spLocks noGrp="1"/>
          </p:cNvSpPr>
          <p:nvPr userDrawn="1">
            <p:ph type="title"/>
          </p:nvPr>
        </p:nvSpPr>
        <p:spPr>
          <a:xfrm>
            <a:off x="238539" y="263527"/>
            <a:ext cx="11115261" cy="779463"/>
          </a:xfrm>
        </p:spPr>
        <p:txBody>
          <a:bodyPr/>
          <a:lstStyle>
            <a:lvl1pPr>
              <a:defRPr b="0" i="0">
                <a:solidFill>
                  <a:schemeClr val="bg1"/>
                </a:solidFill>
                <a:latin typeface="Amazon Ember" panose="02000000000000000000" pitchFamily="2" charset="0"/>
                <a:ea typeface="Amazon Ember" panose="02000000000000000000" pitchFamily="2" charset="0"/>
                <a:cs typeface="Amazon Ember Light" charset="0"/>
              </a:defRPr>
            </a:lvl1pPr>
          </a:lstStyle>
          <a:p>
            <a:r>
              <a:rPr lang="en-US"/>
              <a:t>Click to edit Master title style</a:t>
            </a:r>
          </a:p>
        </p:txBody>
      </p:sp>
      <p:sp>
        <p:nvSpPr>
          <p:cNvPr id="3" name="Content Placeholder 2"/>
          <p:cNvSpPr>
            <a:spLocks noGrp="1"/>
          </p:cNvSpPr>
          <p:nvPr>
            <p:ph idx="1" hasCustomPrompt="1"/>
          </p:nvPr>
        </p:nvSpPr>
        <p:spPr>
          <a:xfrm>
            <a:off x="238539" y="1440305"/>
            <a:ext cx="11352570" cy="4913308"/>
          </a:xfrm>
        </p:spPr>
        <p:txBody>
          <a:bodyPr/>
          <a:lstStyle>
            <a:lvl1pPr marL="457200" indent="-457200">
              <a:buFontTx/>
              <a:buBlip>
                <a:blip r:embed="rId4"/>
              </a:buBlip>
              <a:defRPr b="0" i="0">
                <a:solidFill>
                  <a:schemeClr val="tx1"/>
                </a:solidFill>
                <a:latin typeface="Amazon Ember" panose="02000000000000000000" pitchFamily="2" charset="0"/>
                <a:ea typeface="Amazon Ember" panose="02000000000000000000" pitchFamily="2" charset="0"/>
                <a:cs typeface="Amazon Ember Light" charset="0"/>
              </a:defRPr>
            </a:lvl1pPr>
            <a:lvl2pPr marL="974725" indent="-457200">
              <a:buFontTx/>
              <a:buBlip>
                <a:blip r:embed="rId4"/>
              </a:buBlip>
              <a:defRPr b="0" i="0">
                <a:solidFill>
                  <a:schemeClr val="tx1"/>
                </a:solidFill>
                <a:latin typeface="Amazon Ember" panose="02000000000000000000" pitchFamily="2" charset="0"/>
                <a:ea typeface="Amazon Ember" panose="02000000000000000000" pitchFamily="2" charset="0"/>
                <a:cs typeface="Amazon Ember Light" charset="0"/>
              </a:defRPr>
            </a:lvl2pPr>
            <a:lvl3pPr marL="1428750" indent="-457200">
              <a:buFontTx/>
              <a:buBlip>
                <a:blip r:embed="rId4"/>
              </a:buBlip>
              <a:defRPr b="0" i="0">
                <a:solidFill>
                  <a:schemeClr val="tx1"/>
                </a:solidFill>
                <a:latin typeface="Amazon Ember" panose="02000000000000000000" pitchFamily="2" charset="0"/>
                <a:ea typeface="Amazon Ember" panose="02000000000000000000" pitchFamily="2" charset="0"/>
                <a:cs typeface="Amazon Ember Light" charset="0"/>
              </a:defRPr>
            </a:lvl3pPr>
            <a:lvl4pPr marL="1600200" indent="-228600">
              <a:buFontTx/>
              <a:buBlip>
                <a:blip r:embed="rId4"/>
              </a:buBlip>
              <a:defRPr b="0" i="0">
                <a:solidFill>
                  <a:schemeClr val="tx1"/>
                </a:solidFill>
                <a:latin typeface="Amazon Ember" panose="02000000000000000000" pitchFamily="2" charset="0"/>
                <a:ea typeface="Amazon Ember" panose="02000000000000000000" pitchFamily="2" charset="0"/>
                <a:cs typeface="Amazon Ember Light" charset="0"/>
              </a:defRPr>
            </a:lvl4pPr>
            <a:lvl5pPr marL="2057400" indent="-228600">
              <a:buFontTx/>
              <a:buBlip>
                <a:blip r:embed="rId4"/>
              </a:buBlip>
              <a:defRPr b="0" i="0">
                <a:solidFill>
                  <a:schemeClr val="tx1"/>
                </a:solidFill>
                <a:latin typeface="Amazon Ember" panose="02000000000000000000" pitchFamily="2" charset="0"/>
                <a:ea typeface="Amazon Ember" panose="02000000000000000000" pitchFamily="2" charset="0"/>
                <a:cs typeface="Amazon Ember Ligh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userDrawn="1">
            <p:ph type="sldNum" sz="quarter" idx="12"/>
          </p:nvPr>
        </p:nvSpPr>
        <p:spPr/>
        <p:txBody>
          <a:bodyPr/>
          <a:lstStyle>
            <a:lvl1pPr>
              <a:defRPr b="0" i="0">
                <a:solidFill>
                  <a:schemeClr val="tx1"/>
                </a:solidFill>
                <a:latin typeface="Helvetica Neue LT Std 65 Medium" charset="0"/>
                <a:ea typeface="Helvetica Neue LT Std 65 Medium" charset="0"/>
                <a:cs typeface="Helvetica Neue LT Std 65 Medium"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9FC43BFD-8FF7-A343-A8A6-E2338FCE8046}" type="slidenum">
              <a:rPr kumimoji="0" lang="en-US" sz="900" b="0" i="0" u="none" strike="noStrike" kern="1200" cap="none" spc="0" normalizeH="0" baseline="0" noProof="0" smtClean="0">
                <a:ln>
                  <a:noFill/>
                </a:ln>
                <a:solidFill>
                  <a:srgbClr val="000000"/>
                </a:solidFill>
                <a:effectLst/>
                <a:uLnTx/>
                <a:uFillTx/>
                <a:latin typeface="Helvetica Neue LT Std 65 Medium"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Helvetica Neue LT Std 65 Medium" charset="0"/>
            </a:endParaRPr>
          </a:p>
        </p:txBody>
      </p:sp>
      <p:sp>
        <p:nvSpPr>
          <p:cNvPr id="8" name="Rectangle 7">
            <a:extLst>
              <a:ext uri="{FF2B5EF4-FFF2-40B4-BE49-F238E27FC236}">
                <a16:creationId xmlns:a16="http://schemas.microsoft.com/office/drawing/2014/main" id="{96387C53-21CC-4861-A773-CA9C4A46D5DF}"/>
              </a:ext>
            </a:extLst>
          </p:cNvPr>
          <p:cNvSpPr/>
          <p:nvPr userDrawn="1"/>
        </p:nvSpPr>
        <p:spPr>
          <a:xfrm>
            <a:off x="12099313" y="6815016"/>
            <a:ext cx="93955"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panose="02000000000000000000" pitchFamily="2" charset="0"/>
              <a:ea typeface="+mn-ea"/>
              <a:cs typeface="+mn-cs"/>
            </a:endParaRPr>
          </a:p>
        </p:txBody>
      </p:sp>
      <p:sp>
        <p:nvSpPr>
          <p:cNvPr id="10" name="TextBox 9"/>
          <p:cNvSpPr txBox="1"/>
          <p:nvPr userDrawn="1"/>
        </p:nvSpPr>
        <p:spPr>
          <a:xfrm>
            <a:off x="251791" y="6480313"/>
            <a:ext cx="410817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85000"/>
                    <a:lumOff val="15000"/>
                  </a:srgbClr>
                </a:solidFill>
                <a:effectLst/>
                <a:uLnTx/>
                <a:uFillTx/>
                <a:latin typeface="Amazon Ember" panose="02000000000000000000" pitchFamily="2" charset="0"/>
                <a:ea typeface="Amazon Ember" panose="02000000000000000000" pitchFamily="2" charset="0"/>
                <a:cs typeface="Amazon Ember Light" charset="0"/>
              </a:rPr>
              <a:t>© 2018, Amazon Web Services, Inc. or its Affiliates. All rights reserved.</a:t>
            </a:r>
          </a:p>
        </p:txBody>
      </p:sp>
    </p:spTree>
    <p:custDataLst>
      <p:tags r:id="rId1"/>
    </p:custDataLst>
    <p:extLst>
      <p:ext uri="{BB962C8B-B14F-4D97-AF65-F5344CB8AC3E}">
        <p14:creationId xmlns:p14="http://schemas.microsoft.com/office/powerpoint/2010/main" val="392668286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slideLayout" Target="../slideLayouts/slideLayout16.xml"/><Relationship Id="rId18" Type="http://schemas.openxmlformats.org/officeDocument/2006/relationships/slideLayout" Target="../slideLayouts/slideLayout21.xml"/><Relationship Id="rId26" Type="http://schemas.openxmlformats.org/officeDocument/2006/relationships/slideLayout" Target="../slideLayouts/slideLayout29.xml"/><Relationship Id="rId3" Type="http://schemas.openxmlformats.org/officeDocument/2006/relationships/slideLayout" Target="../slideLayouts/slideLayout6.xml"/><Relationship Id="rId21" Type="http://schemas.openxmlformats.org/officeDocument/2006/relationships/slideLayout" Target="../slideLayouts/slideLayout24.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17" Type="http://schemas.openxmlformats.org/officeDocument/2006/relationships/slideLayout" Target="../slideLayouts/slideLayout20.xml"/><Relationship Id="rId25" Type="http://schemas.openxmlformats.org/officeDocument/2006/relationships/slideLayout" Target="../slideLayouts/slideLayout28.xml"/><Relationship Id="rId2" Type="http://schemas.openxmlformats.org/officeDocument/2006/relationships/slideLayout" Target="../slideLayouts/slideLayout5.xml"/><Relationship Id="rId16" Type="http://schemas.openxmlformats.org/officeDocument/2006/relationships/slideLayout" Target="../slideLayouts/slideLayout19.xml"/><Relationship Id="rId20" Type="http://schemas.openxmlformats.org/officeDocument/2006/relationships/slideLayout" Target="../slideLayouts/slideLayout23.xml"/><Relationship Id="rId29" Type="http://schemas.openxmlformats.org/officeDocument/2006/relationships/image" Target="../media/image4.svg"/><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24" Type="http://schemas.openxmlformats.org/officeDocument/2006/relationships/slideLayout" Target="../slideLayouts/slideLayout27.xml"/><Relationship Id="rId5" Type="http://schemas.openxmlformats.org/officeDocument/2006/relationships/slideLayout" Target="../slideLayouts/slideLayout8.xml"/><Relationship Id="rId15" Type="http://schemas.openxmlformats.org/officeDocument/2006/relationships/slideLayout" Target="../slideLayouts/slideLayout18.xml"/><Relationship Id="rId23" Type="http://schemas.openxmlformats.org/officeDocument/2006/relationships/slideLayout" Target="../slideLayouts/slideLayout26.xml"/><Relationship Id="rId28" Type="http://schemas.openxmlformats.org/officeDocument/2006/relationships/image" Target="../media/image3.png"/><Relationship Id="rId10" Type="http://schemas.openxmlformats.org/officeDocument/2006/relationships/slideLayout" Target="../slideLayouts/slideLayout13.xml"/><Relationship Id="rId19" Type="http://schemas.openxmlformats.org/officeDocument/2006/relationships/slideLayout" Target="../slideLayouts/slideLayout22.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slideLayout" Target="../slideLayouts/slideLayout17.xml"/><Relationship Id="rId22" Type="http://schemas.openxmlformats.org/officeDocument/2006/relationships/slideLayout" Target="../slideLayouts/slideLayout25.xml"/><Relationship Id="rId27"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32.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18" Type="http://schemas.openxmlformats.org/officeDocument/2006/relationships/slideLayout" Target="../slideLayouts/slideLayout50.xml"/><Relationship Id="rId26" Type="http://schemas.openxmlformats.org/officeDocument/2006/relationships/tags" Target="../tags/tag1.xml"/><Relationship Id="rId3" Type="http://schemas.openxmlformats.org/officeDocument/2006/relationships/slideLayout" Target="../slideLayouts/slideLayout35.xml"/><Relationship Id="rId21" Type="http://schemas.openxmlformats.org/officeDocument/2006/relationships/slideLayout" Target="../slideLayouts/slideLayout53.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5" Type="http://schemas.openxmlformats.org/officeDocument/2006/relationships/theme" Target="../theme/theme4.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20" Type="http://schemas.openxmlformats.org/officeDocument/2006/relationships/slideLayout" Target="../slideLayouts/slideLayout52.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24" Type="http://schemas.openxmlformats.org/officeDocument/2006/relationships/slideLayout" Target="../slideLayouts/slideLayout56.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23" Type="http://schemas.openxmlformats.org/officeDocument/2006/relationships/slideLayout" Target="../slideLayouts/slideLayout55.xml"/><Relationship Id="rId10" Type="http://schemas.openxmlformats.org/officeDocument/2006/relationships/slideLayout" Target="../slideLayouts/slideLayout42.xml"/><Relationship Id="rId19" Type="http://schemas.openxmlformats.org/officeDocument/2006/relationships/slideLayout" Target="../slideLayouts/slideLayout51.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 Id="rId22"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25CF05E6-4BC9-D503-5286-951F4AD3CA6B}"/>
              </a:ext>
            </a:extLst>
          </p:cNvPr>
          <p:cNvSpPr>
            <a:spLocks noGrp="1"/>
          </p:cNvSpPr>
          <p:nvPr>
            <p:ph type="body" idx="1"/>
          </p:nvPr>
        </p:nvSpPr>
        <p:spPr>
          <a:xfrm>
            <a:off x="828000" y="2879999"/>
            <a:ext cx="3863063" cy="3348000"/>
          </a:xfrm>
          <a:prstGeom prst="rect">
            <a:avLst/>
          </a:prstGeom>
        </p:spPr>
        <p:txBody>
          <a:bodyPr vert="horz" lIns="36000" tIns="36000" rIns="36000" bIns="36000" rtlCol="0">
            <a:noAutofit/>
          </a:bodyPr>
          <a:lstStyle/>
          <a:p>
            <a:pPr lvl="0"/>
            <a:r>
              <a:rPr lang="en-GB"/>
              <a:t>Body text</a:t>
            </a:r>
          </a:p>
          <a:p>
            <a:pPr lvl="1"/>
            <a:r>
              <a:rPr lang="en-GB"/>
              <a:t>Body text headline</a:t>
            </a:r>
          </a:p>
          <a:p>
            <a:pPr lvl="2"/>
            <a:r>
              <a:rPr lang="en-GB" err="1"/>
              <a:t>Subheadline</a:t>
            </a:r>
            <a:endParaRPr lang="en-GB"/>
          </a:p>
          <a:p>
            <a:pPr lvl="3"/>
            <a:r>
              <a:rPr lang="en-GB"/>
              <a:t>Cursive text</a:t>
            </a:r>
          </a:p>
          <a:p>
            <a:pPr lvl="4"/>
            <a:r>
              <a:rPr lang="en-GB"/>
              <a:t>Body text with bullet</a:t>
            </a:r>
            <a:endParaRPr lang="en-SK"/>
          </a:p>
        </p:txBody>
      </p:sp>
      <p:sp>
        <p:nvSpPr>
          <p:cNvPr id="5" name="Title Placeholder 4">
            <a:extLst>
              <a:ext uri="{FF2B5EF4-FFF2-40B4-BE49-F238E27FC236}">
                <a16:creationId xmlns:a16="http://schemas.microsoft.com/office/drawing/2014/main" id="{B88E0A04-AE68-57EA-CDC1-C9DF4BC75607}"/>
              </a:ext>
            </a:extLst>
          </p:cNvPr>
          <p:cNvSpPr>
            <a:spLocks noGrp="1"/>
          </p:cNvSpPr>
          <p:nvPr>
            <p:ph type="title"/>
          </p:nvPr>
        </p:nvSpPr>
        <p:spPr>
          <a:xfrm>
            <a:off x="828000" y="1258260"/>
            <a:ext cx="10620000" cy="1296000"/>
          </a:xfrm>
          <a:prstGeom prst="rect">
            <a:avLst/>
          </a:prstGeom>
        </p:spPr>
        <p:txBody>
          <a:bodyPr vert="horz" lIns="36000" tIns="36000" rIns="36000" bIns="36000" rtlCol="0" anchor="ctr">
            <a:normAutofit/>
          </a:bodyPr>
          <a:lstStyle/>
          <a:p>
            <a:r>
              <a:rPr lang="en-GB"/>
              <a:t>Click to edit Master title</a:t>
            </a:r>
            <a:endParaRPr lang="en-SK"/>
          </a:p>
        </p:txBody>
      </p:sp>
      <p:pic>
        <p:nvPicPr>
          <p:cNvPr id="3" name="Graphic 2">
            <a:extLst>
              <a:ext uri="{FF2B5EF4-FFF2-40B4-BE49-F238E27FC236}">
                <a16:creationId xmlns:a16="http://schemas.microsoft.com/office/drawing/2014/main" id="{DFF1FCFF-1D51-3984-5331-DDAB3E755581}"/>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800000" y="288615"/>
            <a:ext cx="927692" cy="360000"/>
          </a:xfrm>
          <a:prstGeom prst="rect">
            <a:avLst/>
          </a:prstGeom>
        </p:spPr>
      </p:pic>
    </p:spTree>
    <p:extLst>
      <p:ext uri="{BB962C8B-B14F-4D97-AF65-F5344CB8AC3E}">
        <p14:creationId xmlns:p14="http://schemas.microsoft.com/office/powerpoint/2010/main" val="2509996767"/>
      </p:ext>
    </p:extLst>
  </p:cSld>
  <p:clrMap bg1="dk1" tx1="lt1" bg2="dk2" tx2="lt2" accent1="accent1" accent2="accent2" accent3="accent3" accent4="accent4" accent5="accent5" accent6="accent6" hlink="hlink" folHlink="folHlink"/>
  <p:sldLayoutIdLst>
    <p:sldLayoutId id="2147484373" r:id="rId1"/>
    <p:sldLayoutId id="2147484033" r:id="rId2"/>
    <p:sldLayoutId id="2147484417" r:id="rId3"/>
  </p:sldLayoutIdLst>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hf hdr="0" ftr="0"/>
  <p:txStyles>
    <p:titleStyle>
      <a:lvl1pPr algn="l" defTabSz="914318" rtl="0" eaLnBrk="1" latinLnBrk="0" hangingPunct="1">
        <a:lnSpc>
          <a:spcPct val="100000"/>
        </a:lnSpc>
        <a:spcBef>
          <a:spcPct val="0"/>
        </a:spcBef>
        <a:buNone/>
        <a:defRPr sz="4400" b="1" i="0" kern="1200" spc="0" baseline="0">
          <a:solidFill>
            <a:schemeClr val="tx1"/>
          </a:solidFill>
          <a:latin typeface="Arial" panose="020B0604020202020204" pitchFamily="34" charset="0"/>
          <a:ea typeface="Arial" panose="020B0604020202020204" pitchFamily="34" charset="0"/>
          <a:cs typeface="Arial" panose="020B0604020202020204" pitchFamily="34" charset="0"/>
        </a:defRPr>
      </a:lvl1pPr>
    </p:titleStyle>
    <p:bodyStyle>
      <a:lvl1pPr marL="9525" indent="0" algn="l" defTabSz="914318" rtl="0" eaLnBrk="1" latinLnBrk="0" hangingPunct="1">
        <a:lnSpc>
          <a:spcPct val="100000"/>
        </a:lnSpc>
        <a:spcBef>
          <a:spcPts val="1000"/>
        </a:spcBef>
        <a:buFont typeface="Arial" panose="020B0604020202020204" pitchFamily="34" charset="0"/>
        <a:buNone/>
        <a:tabLst/>
        <a:defRPr sz="1100" b="0" i="0" kern="1200" baseline="0">
          <a:solidFill>
            <a:schemeClr val="tx1"/>
          </a:solidFill>
          <a:latin typeface="Arial" panose="020B0604020202020204" pitchFamily="34" charset="0"/>
          <a:ea typeface="+mn-ea"/>
          <a:cs typeface="Arial" panose="020B0604020202020204" pitchFamily="34" charset="0"/>
        </a:defRPr>
      </a:lvl1pPr>
      <a:lvl2pPr marL="9525" indent="0" algn="l" defTabSz="914318" rtl="0" eaLnBrk="1" latinLnBrk="0" hangingPunct="1">
        <a:lnSpc>
          <a:spcPct val="100000"/>
        </a:lnSpc>
        <a:spcBef>
          <a:spcPts val="499"/>
        </a:spcBef>
        <a:buFont typeface="Arial" panose="020B0604020202020204" pitchFamily="34" charset="0"/>
        <a:buNone/>
        <a:tabLst/>
        <a:defRPr sz="1100" b="1" i="0" kern="1200" baseline="0">
          <a:solidFill>
            <a:schemeClr val="tx1"/>
          </a:solidFill>
          <a:latin typeface="Arial" panose="020B0604020202020204" pitchFamily="34" charset="0"/>
          <a:ea typeface="+mn-ea"/>
          <a:cs typeface="Arial" panose="020B0604020202020204" pitchFamily="34" charset="0"/>
        </a:defRPr>
      </a:lvl2pPr>
      <a:lvl3pPr marL="9525" indent="0" algn="l" defTabSz="914318" rtl="0" eaLnBrk="1" latinLnBrk="0" hangingPunct="1">
        <a:lnSpc>
          <a:spcPct val="100000"/>
        </a:lnSpc>
        <a:spcBef>
          <a:spcPts val="499"/>
        </a:spcBef>
        <a:buFont typeface="Arial" panose="020B0604020202020204" pitchFamily="34" charset="0"/>
        <a:buNone/>
        <a:tabLst/>
        <a:defRPr sz="1400" b="0" i="0" kern="1200" baseline="0">
          <a:solidFill>
            <a:srgbClr val="00C08B"/>
          </a:solidFill>
          <a:latin typeface="Arial" panose="020B0604020202020204" pitchFamily="34" charset="0"/>
          <a:ea typeface="+mn-ea"/>
          <a:cs typeface="Arial" panose="020B0604020202020204" pitchFamily="34" charset="0"/>
        </a:defRPr>
      </a:lvl3pPr>
      <a:lvl4pPr marL="9525" indent="0" algn="l" defTabSz="914318" rtl="0" eaLnBrk="1" latinLnBrk="0" hangingPunct="1">
        <a:lnSpc>
          <a:spcPct val="100000"/>
        </a:lnSpc>
        <a:spcBef>
          <a:spcPts val="499"/>
        </a:spcBef>
        <a:buFont typeface="Arial" panose="020B0604020202020204" pitchFamily="34" charset="0"/>
        <a:buNone/>
        <a:tabLst/>
        <a:defRPr sz="1100" b="0" i="1" kern="1200" baseline="0">
          <a:solidFill>
            <a:schemeClr val="tx1"/>
          </a:solidFill>
          <a:latin typeface="Arial" panose="020B0604020202020204" pitchFamily="34" charset="0"/>
          <a:ea typeface="+mn-ea"/>
          <a:cs typeface="Arial" panose="020B0604020202020204" pitchFamily="34" charset="0"/>
        </a:defRPr>
      </a:lvl4pPr>
      <a:lvl5pPr marL="180975" indent="-171450" algn="l" defTabSz="914318" rtl="0" eaLnBrk="1" latinLnBrk="0" hangingPunct="1">
        <a:lnSpc>
          <a:spcPct val="100000"/>
        </a:lnSpc>
        <a:spcBef>
          <a:spcPts val="499"/>
        </a:spcBef>
        <a:buFont typeface="Arial" panose="020B0604020202020204" pitchFamily="34" charset="0"/>
        <a:buChar char="•"/>
        <a:tabLst/>
        <a:defRPr sz="1100" b="0" i="0" kern="1200" baseline="0">
          <a:solidFill>
            <a:schemeClr val="tx1"/>
          </a:solidFill>
          <a:latin typeface="Arial" panose="020B0604020202020204" pitchFamily="34" charset="0"/>
          <a:ea typeface="+mn-ea"/>
          <a:cs typeface="Arial" panose="020B0604020202020204" pitchFamily="34" charset="0"/>
        </a:defRPr>
      </a:lvl5pPr>
      <a:lvl6pPr marL="251437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6pPr>
      <a:lvl7pPr marL="297153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7pPr>
      <a:lvl8pPr marL="3428692"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8pPr>
      <a:lvl9pPr marL="3885850"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18" rtl="0" eaLnBrk="1" latinLnBrk="0" hangingPunct="1">
        <a:defRPr sz="1800" kern="1200">
          <a:solidFill>
            <a:schemeClr val="tx1"/>
          </a:solidFill>
          <a:latin typeface="+mn-lt"/>
          <a:ea typeface="+mn-ea"/>
          <a:cs typeface="+mn-cs"/>
        </a:defRPr>
      </a:lvl1pPr>
      <a:lvl2pPr marL="457159" algn="l" defTabSz="914318" rtl="0" eaLnBrk="1" latinLnBrk="0" hangingPunct="1">
        <a:defRPr sz="1800" kern="1200">
          <a:solidFill>
            <a:schemeClr val="tx1"/>
          </a:solidFill>
          <a:latin typeface="+mn-lt"/>
          <a:ea typeface="+mn-ea"/>
          <a:cs typeface="+mn-cs"/>
        </a:defRPr>
      </a:lvl2pPr>
      <a:lvl3pPr marL="914318" algn="l" defTabSz="914318" rtl="0" eaLnBrk="1" latinLnBrk="0" hangingPunct="1">
        <a:defRPr sz="1800" kern="1200">
          <a:solidFill>
            <a:schemeClr val="tx1"/>
          </a:solidFill>
          <a:latin typeface="+mn-lt"/>
          <a:ea typeface="+mn-ea"/>
          <a:cs typeface="+mn-cs"/>
        </a:defRPr>
      </a:lvl3pPr>
      <a:lvl4pPr marL="1371478" algn="l" defTabSz="914318" rtl="0" eaLnBrk="1" latinLnBrk="0" hangingPunct="1">
        <a:defRPr sz="1800" kern="1200">
          <a:solidFill>
            <a:schemeClr val="tx1"/>
          </a:solidFill>
          <a:latin typeface="+mn-lt"/>
          <a:ea typeface="+mn-ea"/>
          <a:cs typeface="+mn-cs"/>
        </a:defRPr>
      </a:lvl4pPr>
      <a:lvl5pPr marL="1828636" algn="l" defTabSz="914318" rtl="0" eaLnBrk="1" latinLnBrk="0" hangingPunct="1">
        <a:defRPr sz="1800" kern="1200">
          <a:solidFill>
            <a:schemeClr val="tx1"/>
          </a:solidFill>
          <a:latin typeface="+mn-lt"/>
          <a:ea typeface="+mn-ea"/>
          <a:cs typeface="+mn-cs"/>
        </a:defRPr>
      </a:lvl5pPr>
      <a:lvl6pPr marL="2285794" algn="l" defTabSz="914318" rtl="0" eaLnBrk="1" latinLnBrk="0" hangingPunct="1">
        <a:defRPr sz="1800" kern="1200">
          <a:solidFill>
            <a:schemeClr val="tx1"/>
          </a:solidFill>
          <a:latin typeface="+mn-lt"/>
          <a:ea typeface="+mn-ea"/>
          <a:cs typeface="+mn-cs"/>
        </a:defRPr>
      </a:lvl6pPr>
      <a:lvl7pPr marL="2742953" algn="l" defTabSz="914318" rtl="0" eaLnBrk="1" latinLnBrk="0" hangingPunct="1">
        <a:defRPr sz="1800" kern="1200">
          <a:solidFill>
            <a:schemeClr val="tx1"/>
          </a:solidFill>
          <a:latin typeface="+mn-lt"/>
          <a:ea typeface="+mn-ea"/>
          <a:cs typeface="+mn-cs"/>
        </a:defRPr>
      </a:lvl7pPr>
      <a:lvl8pPr marL="3200112" algn="l" defTabSz="914318" rtl="0" eaLnBrk="1" latinLnBrk="0" hangingPunct="1">
        <a:defRPr sz="1800" kern="1200">
          <a:solidFill>
            <a:schemeClr val="tx1"/>
          </a:solidFill>
          <a:latin typeface="+mn-lt"/>
          <a:ea typeface="+mn-ea"/>
          <a:cs typeface="+mn-cs"/>
        </a:defRPr>
      </a:lvl8pPr>
      <a:lvl9pPr marL="3657271" algn="l" defTabSz="914318"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7151" userDrawn="1">
          <p15:clr>
            <a:srgbClr val="F26B43"/>
          </p15:clr>
        </p15:guide>
        <p15:guide id="27" orient="horz" pos="3929" userDrawn="1">
          <p15:clr>
            <a:srgbClr val="F26B43"/>
          </p15:clr>
        </p15:guide>
        <p15:guide id="28" pos="506" userDrawn="1">
          <p15:clr>
            <a:srgbClr val="F26B43"/>
          </p15:clr>
        </p15:guide>
        <p15:guide id="45" pos="7680">
          <p15:clr>
            <a:srgbClr val="F26B43"/>
          </p15:clr>
        </p15:guide>
        <p15:guide id="48" pos="2184" userDrawn="1">
          <p15:clr>
            <a:srgbClr val="F26B43"/>
          </p15:clr>
        </p15:guide>
        <p15:guide id="51" orient="horz" pos="640" userDrawn="1">
          <p15:clr>
            <a:srgbClr val="F26B43"/>
          </p15:clr>
        </p15:guide>
        <p15:guide id="52" pos="1345" userDrawn="1">
          <p15:clr>
            <a:srgbClr val="F26B43"/>
          </p15:clr>
        </p15:guide>
        <p15:guide id="53" pos="3024" userDrawn="1">
          <p15:clr>
            <a:srgbClr val="F26B43"/>
          </p15:clr>
        </p15:guide>
        <p15:guide id="54" pos="3863" userDrawn="1">
          <p15:clr>
            <a:srgbClr val="F26B43"/>
          </p15:clr>
        </p15:guide>
        <p15:guide id="55" pos="4702" userDrawn="1">
          <p15:clr>
            <a:srgbClr val="F26B43"/>
          </p15:clr>
        </p15:guide>
        <p15:guide id="56" pos="5541" userDrawn="1">
          <p15:clr>
            <a:srgbClr val="F26B43"/>
          </p15:clr>
        </p15:guide>
        <p15:guide id="57" pos="6380" userDrawn="1">
          <p15:clr>
            <a:srgbClr val="F26B43"/>
          </p15:clr>
        </p15:guide>
        <p15:guide id="58" pos="4634" userDrawn="1">
          <p15:clr>
            <a:srgbClr val="F26B43"/>
          </p15:clr>
        </p15:guide>
        <p15:guide id="59" pos="5473" userDrawn="1">
          <p15:clr>
            <a:srgbClr val="F26B43"/>
          </p15:clr>
        </p15:guide>
        <p15:guide id="60" pos="6312" userDrawn="1">
          <p15:clr>
            <a:srgbClr val="F26B43"/>
          </p15:clr>
        </p15:guide>
        <p15:guide id="61" pos="3795" userDrawn="1">
          <p15:clr>
            <a:srgbClr val="F26B43"/>
          </p15:clr>
        </p15:guide>
        <p15:guide id="62" pos="2955" userDrawn="1">
          <p15:clr>
            <a:srgbClr val="F26B43"/>
          </p15:clr>
        </p15:guide>
        <p15:guide id="63" pos="2116" userDrawn="1">
          <p15:clr>
            <a:srgbClr val="F26B43"/>
          </p15:clr>
        </p15:guide>
        <p15:guide id="64" pos="1277" userDrawn="1">
          <p15:clr>
            <a:srgbClr val="F26B43"/>
          </p15:clr>
        </p15:guide>
        <p15:guide id="65" orient="horz" pos="2319" userDrawn="1">
          <p15:clr>
            <a:srgbClr val="F26B43"/>
          </p15:clr>
        </p15:guide>
        <p15:guide id="66" orient="horz" pos="225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9FAFC"/>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A842EDAE-C559-716B-3FEA-5B942D953545}"/>
              </a:ext>
            </a:extLst>
          </p:cNvPr>
          <p:cNvCxnSpPr>
            <a:cxnSpLocks/>
          </p:cNvCxnSpPr>
          <p:nvPr userDrawn="1"/>
        </p:nvCxnSpPr>
        <p:spPr>
          <a:xfrm>
            <a:off x="444000" y="729574"/>
            <a:ext cx="11304000" cy="0"/>
          </a:xfrm>
          <a:prstGeom prst="line">
            <a:avLst/>
          </a:prstGeom>
          <a:ln w="12700">
            <a:solidFill>
              <a:srgbClr val="33FF99"/>
            </a:solidFill>
          </a:ln>
        </p:spPr>
        <p:style>
          <a:lnRef idx="1">
            <a:schemeClr val="accent1"/>
          </a:lnRef>
          <a:fillRef idx="0">
            <a:schemeClr val="accent1"/>
          </a:fillRef>
          <a:effectRef idx="0">
            <a:schemeClr val="accent1"/>
          </a:effectRef>
          <a:fontRef idx="minor">
            <a:schemeClr val="tx1"/>
          </a:fontRef>
        </p:style>
      </p:cxnSp>
      <p:sp>
        <p:nvSpPr>
          <p:cNvPr id="5" name="Text Placeholder 4">
            <a:extLst>
              <a:ext uri="{FF2B5EF4-FFF2-40B4-BE49-F238E27FC236}">
                <a16:creationId xmlns:a16="http://schemas.microsoft.com/office/drawing/2014/main" id="{8FF9CCD6-CC49-3A06-9EF5-DC6488D45BBB}"/>
              </a:ext>
            </a:extLst>
          </p:cNvPr>
          <p:cNvSpPr>
            <a:spLocks noGrp="1"/>
          </p:cNvSpPr>
          <p:nvPr>
            <p:ph type="body" idx="1"/>
          </p:nvPr>
        </p:nvSpPr>
        <p:spPr>
          <a:xfrm>
            <a:off x="828000" y="2880000"/>
            <a:ext cx="3863063" cy="3348000"/>
          </a:xfrm>
          <a:prstGeom prst="rect">
            <a:avLst/>
          </a:prstGeom>
        </p:spPr>
        <p:txBody>
          <a:bodyPr vert="horz" lIns="36000" tIns="36000" rIns="36000" bIns="36000" rtlCol="0">
            <a:noAutofit/>
          </a:bodyPr>
          <a:lstStyle/>
          <a:p>
            <a:pPr lvl="0"/>
            <a:r>
              <a:rPr lang="en-GB"/>
              <a:t>Body text</a:t>
            </a:r>
          </a:p>
          <a:p>
            <a:pPr lvl="1"/>
            <a:r>
              <a:rPr lang="en-GB"/>
              <a:t>Body text headline</a:t>
            </a:r>
          </a:p>
          <a:p>
            <a:pPr lvl="2"/>
            <a:r>
              <a:rPr lang="en-GB" err="1"/>
              <a:t>Subheadline</a:t>
            </a:r>
            <a:endParaRPr lang="en-GB"/>
          </a:p>
          <a:p>
            <a:pPr lvl="3"/>
            <a:r>
              <a:rPr lang="en-GB"/>
              <a:t>Cursive text</a:t>
            </a:r>
          </a:p>
          <a:p>
            <a:pPr lvl="4"/>
            <a:r>
              <a:rPr lang="en-GB"/>
              <a:t>Body text with bullet</a:t>
            </a:r>
            <a:endParaRPr lang="en-SK"/>
          </a:p>
        </p:txBody>
      </p:sp>
      <p:sp>
        <p:nvSpPr>
          <p:cNvPr id="14" name="Title Placeholder 13">
            <a:extLst>
              <a:ext uri="{FF2B5EF4-FFF2-40B4-BE49-F238E27FC236}">
                <a16:creationId xmlns:a16="http://schemas.microsoft.com/office/drawing/2014/main" id="{CFA3E293-1B0C-B857-4EB6-DBA7ADA887B1}"/>
              </a:ext>
            </a:extLst>
          </p:cNvPr>
          <p:cNvSpPr>
            <a:spLocks noGrp="1"/>
          </p:cNvSpPr>
          <p:nvPr>
            <p:ph type="title"/>
          </p:nvPr>
        </p:nvSpPr>
        <p:spPr>
          <a:xfrm>
            <a:off x="828000" y="1008000"/>
            <a:ext cx="10524213" cy="1008000"/>
          </a:xfrm>
          <a:prstGeom prst="rect">
            <a:avLst/>
          </a:prstGeom>
        </p:spPr>
        <p:txBody>
          <a:bodyPr vert="horz" lIns="36000" tIns="36000" rIns="36000" bIns="36000" rtlCol="0" anchor="t" anchorCtr="0">
            <a:noAutofit/>
          </a:bodyPr>
          <a:lstStyle/>
          <a:p>
            <a:r>
              <a:rPr lang="en-GB"/>
              <a:t>Click to edit Master title</a:t>
            </a:r>
            <a:endParaRPr lang="en-SK"/>
          </a:p>
        </p:txBody>
      </p:sp>
      <p:sp>
        <p:nvSpPr>
          <p:cNvPr id="16" name="Slide Number Placeholder 4">
            <a:extLst>
              <a:ext uri="{FF2B5EF4-FFF2-40B4-BE49-F238E27FC236}">
                <a16:creationId xmlns:a16="http://schemas.microsoft.com/office/drawing/2014/main" id="{7E5880B2-75FE-D35E-2F45-096ACB15672B}"/>
              </a:ext>
            </a:extLst>
          </p:cNvPr>
          <p:cNvSpPr txBox="1">
            <a:spLocks/>
          </p:cNvSpPr>
          <p:nvPr userDrawn="1"/>
        </p:nvSpPr>
        <p:spPr>
          <a:xfrm>
            <a:off x="444000" y="288000"/>
            <a:ext cx="504000" cy="360000"/>
          </a:xfrm>
          <a:prstGeom prst="rect">
            <a:avLst/>
          </a:prstGeom>
        </p:spPr>
        <p:txBody>
          <a:bodyPr vert="horz" lIns="36000" tIns="36000" rIns="36000" bIns="36000" rtlCol="0" anchor="ctr">
            <a:noAutofit/>
          </a:bodyPr>
          <a:lstStyle>
            <a:defPPr>
              <a:defRPr lang="en-US"/>
            </a:defPPr>
            <a:lvl1pPr marL="0" algn="ctr" defTabSz="914330" rtl="0" eaLnBrk="1" latinLnBrk="0" hangingPunct="1">
              <a:defRPr lang="en-US" sz="1000" b="0" i="0" kern="1200" baseline="0" smtClean="0">
                <a:solidFill>
                  <a:schemeClr val="tx1"/>
                </a:solidFill>
                <a:latin typeface="Arial" panose="020B0604020202020204" pitchFamily="34" charset="0"/>
                <a:ea typeface="Arial" panose="020B0604020202020204" pitchFamily="34" charset="0"/>
                <a:cs typeface="Arial" panose="020B0604020202020204" pitchFamily="34" charset="0"/>
              </a:defRPr>
            </a:lvl1pPr>
            <a:lvl2pPr marL="457165" algn="l" defTabSz="914330" rtl="0" eaLnBrk="1" latinLnBrk="0" hangingPunct="1">
              <a:defRPr sz="1800" kern="1200">
                <a:solidFill>
                  <a:schemeClr val="tx1"/>
                </a:solidFill>
                <a:latin typeface="+mn-lt"/>
                <a:ea typeface="+mn-ea"/>
                <a:cs typeface="+mn-cs"/>
              </a:defRPr>
            </a:lvl2pPr>
            <a:lvl3pPr marL="914330" algn="l" defTabSz="914330" rtl="0" eaLnBrk="1" latinLnBrk="0" hangingPunct="1">
              <a:defRPr sz="1800" kern="1200">
                <a:solidFill>
                  <a:schemeClr val="tx1"/>
                </a:solidFill>
                <a:latin typeface="+mn-lt"/>
                <a:ea typeface="+mn-ea"/>
                <a:cs typeface="+mn-cs"/>
              </a:defRPr>
            </a:lvl3pPr>
            <a:lvl4pPr marL="1371495" algn="l" defTabSz="914330" rtl="0" eaLnBrk="1" latinLnBrk="0" hangingPunct="1">
              <a:defRPr sz="1800" kern="1200">
                <a:solidFill>
                  <a:schemeClr val="tx1"/>
                </a:solidFill>
                <a:latin typeface="+mn-lt"/>
                <a:ea typeface="+mn-ea"/>
                <a:cs typeface="+mn-cs"/>
              </a:defRPr>
            </a:lvl4pPr>
            <a:lvl5pPr marL="1828660" algn="l" defTabSz="914330" rtl="0" eaLnBrk="1" latinLnBrk="0" hangingPunct="1">
              <a:defRPr sz="1800" kern="1200">
                <a:solidFill>
                  <a:schemeClr val="tx1"/>
                </a:solidFill>
                <a:latin typeface="+mn-lt"/>
                <a:ea typeface="+mn-ea"/>
                <a:cs typeface="+mn-cs"/>
              </a:defRPr>
            </a:lvl5pPr>
            <a:lvl6pPr marL="2285825" algn="l" defTabSz="914330" rtl="0" eaLnBrk="1" latinLnBrk="0" hangingPunct="1">
              <a:defRPr sz="1800" kern="1200">
                <a:solidFill>
                  <a:schemeClr val="tx1"/>
                </a:solidFill>
                <a:latin typeface="+mn-lt"/>
                <a:ea typeface="+mn-ea"/>
                <a:cs typeface="+mn-cs"/>
              </a:defRPr>
            </a:lvl6pPr>
            <a:lvl7pPr marL="2742990" algn="l" defTabSz="914330" rtl="0" eaLnBrk="1" latinLnBrk="0" hangingPunct="1">
              <a:defRPr sz="1800" kern="1200">
                <a:solidFill>
                  <a:schemeClr val="tx1"/>
                </a:solidFill>
                <a:latin typeface="+mn-lt"/>
                <a:ea typeface="+mn-ea"/>
                <a:cs typeface="+mn-cs"/>
              </a:defRPr>
            </a:lvl7pPr>
            <a:lvl8pPr marL="3200155" algn="l" defTabSz="914330" rtl="0" eaLnBrk="1" latinLnBrk="0" hangingPunct="1">
              <a:defRPr sz="1800" kern="1200">
                <a:solidFill>
                  <a:schemeClr val="tx1"/>
                </a:solidFill>
                <a:latin typeface="+mn-lt"/>
                <a:ea typeface="+mn-ea"/>
                <a:cs typeface="+mn-cs"/>
              </a:defRPr>
            </a:lvl8pPr>
            <a:lvl9pPr marL="3657320" algn="l" defTabSz="914330" rtl="0" eaLnBrk="1" latinLnBrk="0" hangingPunct="1">
              <a:defRPr sz="1800" kern="1200">
                <a:solidFill>
                  <a:schemeClr val="tx1"/>
                </a:solidFill>
                <a:latin typeface="+mn-lt"/>
                <a:ea typeface="+mn-ea"/>
                <a:cs typeface="+mn-cs"/>
              </a:defRPr>
            </a:lvl9pPr>
          </a:lstStyle>
          <a:p>
            <a:pPr algn="l">
              <a:lnSpc>
                <a:spcPct val="100000"/>
              </a:lnSpc>
            </a:pPr>
            <a:fld id="{4C30C8C0-6A1E-48E4-9187-E9BE19A32709}" type="slidenum">
              <a:rPr lang="en-SK" sz="1100" smtClean="0">
                <a:solidFill>
                  <a:schemeClr val="tx1"/>
                </a:solidFill>
              </a:rPr>
              <a:pPr algn="l">
                <a:lnSpc>
                  <a:spcPct val="100000"/>
                </a:lnSpc>
              </a:pPr>
              <a:t>‹#›</a:t>
            </a:fld>
            <a:endParaRPr lang="en-SK" sz="1100">
              <a:solidFill>
                <a:schemeClr val="tx1"/>
              </a:solidFill>
            </a:endParaRPr>
          </a:p>
        </p:txBody>
      </p:sp>
      <p:sp>
        <p:nvSpPr>
          <p:cNvPr id="8" name="Text Placeholder 5">
            <a:extLst>
              <a:ext uri="{FF2B5EF4-FFF2-40B4-BE49-F238E27FC236}">
                <a16:creationId xmlns:a16="http://schemas.microsoft.com/office/drawing/2014/main" id="{7C485FBD-714A-0B56-717C-27A7F0F33F4E}"/>
              </a:ext>
            </a:extLst>
          </p:cNvPr>
          <p:cNvSpPr txBox="1">
            <a:spLocks/>
          </p:cNvSpPr>
          <p:nvPr userDrawn="1"/>
        </p:nvSpPr>
        <p:spPr>
          <a:xfrm>
            <a:off x="432000" y="6336000"/>
            <a:ext cx="1861705" cy="360000"/>
          </a:xfrm>
          <a:prstGeom prst="rect">
            <a:avLst/>
          </a:prstGeom>
        </p:spPr>
        <p:txBody>
          <a:bodyPr lIns="36000" tIns="36000" rIns="36000" bIns="36000" anchor="ctr" anchorCtr="0"/>
          <a:lstStyle>
            <a:lvl1pPr marL="9525" indent="0" algn="r" defTabSz="914318" rtl="0" eaLnBrk="1" latinLnBrk="0" hangingPunct="1">
              <a:lnSpc>
                <a:spcPct val="100000"/>
              </a:lnSpc>
              <a:spcBef>
                <a:spcPts val="1000"/>
              </a:spcBef>
              <a:buFont typeface="Arial" panose="020B0604020202020204" pitchFamily="34" charset="0"/>
              <a:buNone/>
              <a:tabLst/>
              <a:defRPr sz="1100" b="0" i="0" kern="1200" baseline="0">
                <a:solidFill>
                  <a:schemeClr val="tx1"/>
                </a:solidFill>
                <a:latin typeface="Arial" panose="020B0604020202020204" pitchFamily="34" charset="0"/>
                <a:ea typeface="+mn-ea"/>
                <a:cs typeface="Arial" panose="020B0604020202020204" pitchFamily="34" charset="0"/>
              </a:defRPr>
            </a:lvl1pPr>
            <a:lvl2pPr marL="9525" indent="0" algn="l" defTabSz="914318" rtl="0" eaLnBrk="1" latinLnBrk="0" hangingPunct="1">
              <a:lnSpc>
                <a:spcPct val="100000"/>
              </a:lnSpc>
              <a:spcBef>
                <a:spcPts val="499"/>
              </a:spcBef>
              <a:buFont typeface="Arial" panose="020B0604020202020204" pitchFamily="34" charset="0"/>
              <a:buNone/>
              <a:tabLst/>
              <a:defRPr sz="1100" b="1" i="0" kern="1200" baseline="0">
                <a:solidFill>
                  <a:schemeClr val="tx1"/>
                </a:solidFill>
                <a:latin typeface="Arial" panose="020B0604020202020204" pitchFamily="34" charset="0"/>
                <a:ea typeface="+mn-ea"/>
                <a:cs typeface="Arial" panose="020B0604020202020204" pitchFamily="34" charset="0"/>
              </a:defRPr>
            </a:lvl2pPr>
            <a:lvl3pPr marL="9525" indent="0" algn="l" defTabSz="914318" rtl="0" eaLnBrk="1" latinLnBrk="0" hangingPunct="1">
              <a:lnSpc>
                <a:spcPct val="100000"/>
              </a:lnSpc>
              <a:spcBef>
                <a:spcPts val="499"/>
              </a:spcBef>
              <a:buFont typeface="Arial" panose="020B0604020202020204" pitchFamily="34" charset="0"/>
              <a:buNone/>
              <a:tabLst/>
              <a:defRPr sz="1400" b="0" i="0" kern="1200" baseline="0">
                <a:solidFill>
                  <a:srgbClr val="33FF99"/>
                </a:solidFill>
                <a:latin typeface="Arial" panose="020B0604020202020204" pitchFamily="34" charset="0"/>
                <a:ea typeface="+mn-ea"/>
                <a:cs typeface="Arial" panose="020B0604020202020204" pitchFamily="34" charset="0"/>
              </a:defRPr>
            </a:lvl3pPr>
            <a:lvl4pPr marL="9525" indent="0" algn="l" defTabSz="914318" rtl="0" eaLnBrk="1" latinLnBrk="0" hangingPunct="1">
              <a:lnSpc>
                <a:spcPct val="100000"/>
              </a:lnSpc>
              <a:spcBef>
                <a:spcPts val="499"/>
              </a:spcBef>
              <a:buFont typeface="Arial" panose="020B0604020202020204" pitchFamily="34" charset="0"/>
              <a:buNone/>
              <a:tabLst/>
              <a:defRPr sz="1100" b="0" i="1" kern="1200" baseline="0">
                <a:solidFill>
                  <a:schemeClr val="tx1"/>
                </a:solidFill>
                <a:latin typeface="Arial" panose="020B0604020202020204" pitchFamily="34" charset="0"/>
                <a:ea typeface="+mn-ea"/>
                <a:cs typeface="Arial" panose="020B0604020202020204" pitchFamily="34" charset="0"/>
              </a:defRPr>
            </a:lvl4pPr>
            <a:lvl5pPr marL="180975" indent="-171450" algn="l" defTabSz="914318" rtl="0" eaLnBrk="1" latinLnBrk="0" hangingPunct="1">
              <a:lnSpc>
                <a:spcPct val="100000"/>
              </a:lnSpc>
              <a:spcBef>
                <a:spcPts val="499"/>
              </a:spcBef>
              <a:buFont typeface="Arial" panose="020B0604020202020204" pitchFamily="34" charset="0"/>
              <a:buChar char="•"/>
              <a:tabLst/>
              <a:defRPr sz="1100" b="0" i="0" kern="1200" baseline="0">
                <a:solidFill>
                  <a:schemeClr val="tx1"/>
                </a:solidFill>
                <a:latin typeface="Arial" panose="020B0604020202020204" pitchFamily="34" charset="0"/>
                <a:ea typeface="+mn-ea"/>
                <a:cs typeface="Arial" panose="020B0604020202020204" pitchFamily="34" charset="0"/>
              </a:defRPr>
            </a:lvl5pPr>
            <a:lvl6pPr marL="251437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6pPr>
            <a:lvl7pPr marL="297153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7pPr>
            <a:lvl8pPr marL="3428692"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8pPr>
            <a:lvl9pPr marL="3885850"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9pPr>
          </a:lstStyle>
          <a:p>
            <a:pPr algn="l"/>
            <a:r>
              <a:rPr lang="en-GB"/>
              <a:t>© </a:t>
            </a:r>
            <a:r>
              <a:rPr lang="en-GB" err="1"/>
              <a:t>Ohpen</a:t>
            </a:r>
            <a:endParaRPr lang="en-SK"/>
          </a:p>
        </p:txBody>
      </p:sp>
      <p:pic>
        <p:nvPicPr>
          <p:cNvPr id="9" name="Graphic 8">
            <a:extLst>
              <a:ext uri="{FF2B5EF4-FFF2-40B4-BE49-F238E27FC236}">
                <a16:creationId xmlns:a16="http://schemas.microsoft.com/office/drawing/2014/main" id="{00EA164E-E31E-C43D-7753-06D342A5E6FF}"/>
              </a:ext>
            </a:extLst>
          </p:cNvPr>
          <p:cNvPicPr>
            <a:picLocks noChangeAspect="1"/>
          </p:cNvPicPr>
          <p:nvPr userDrawn="1"/>
        </p:nvPicPr>
        <p:blipFill>
          <a:blip r:embed="rId28" cstate="screen">
            <a:extLst>
              <a:ext uri="{28A0092B-C50C-407E-A947-70E740481C1C}">
                <a14:useLocalDpi xmlns:a14="http://schemas.microsoft.com/office/drawing/2010/main"/>
              </a:ext>
              <a:ext uri="{96DAC541-7B7A-43D3-8B79-37D633B846F1}">
                <asvg:svgBlip xmlns:asvg="http://schemas.microsoft.com/office/drawing/2016/SVG/main" r:embed="rId29"/>
              </a:ext>
            </a:extLst>
          </a:blip>
          <a:stretch>
            <a:fillRect/>
          </a:stretch>
        </p:blipFill>
        <p:spPr>
          <a:xfrm>
            <a:off x="10800000" y="288615"/>
            <a:ext cx="927692" cy="360000"/>
          </a:xfrm>
          <a:prstGeom prst="rect">
            <a:avLst/>
          </a:prstGeom>
        </p:spPr>
      </p:pic>
    </p:spTree>
    <p:extLst>
      <p:ext uri="{BB962C8B-B14F-4D97-AF65-F5344CB8AC3E}">
        <p14:creationId xmlns:p14="http://schemas.microsoft.com/office/powerpoint/2010/main" val="1377184672"/>
      </p:ext>
    </p:extLst>
  </p:cSld>
  <p:clrMap bg1="lt1" tx1="dk1" bg2="lt2" tx2="dk2" accent1="accent1" accent2="accent2" accent3="accent3" accent4="accent4" accent5="accent5" accent6="accent6" hlink="hlink" folHlink="folHlink"/>
  <p:sldLayoutIdLst>
    <p:sldLayoutId id="2147484312" r:id="rId1"/>
    <p:sldLayoutId id="2147484344" r:id="rId2"/>
    <p:sldLayoutId id="2147484337" r:id="rId3"/>
    <p:sldLayoutId id="2147484352" r:id="rId4"/>
    <p:sldLayoutId id="2147484368" r:id="rId5"/>
    <p:sldLayoutId id="2147484345" r:id="rId6"/>
    <p:sldLayoutId id="2147484346" r:id="rId7"/>
    <p:sldLayoutId id="2147484347" r:id="rId8"/>
    <p:sldLayoutId id="2147484356" r:id="rId9"/>
    <p:sldLayoutId id="2147484350" r:id="rId10"/>
    <p:sldLayoutId id="2147484349" r:id="rId11"/>
    <p:sldLayoutId id="2147484365" r:id="rId12"/>
    <p:sldLayoutId id="2147484353" r:id="rId13"/>
    <p:sldLayoutId id="2147484370" r:id="rId14"/>
    <p:sldLayoutId id="2147484364" r:id="rId15"/>
    <p:sldLayoutId id="2147484355" r:id="rId16"/>
    <p:sldLayoutId id="2147484357" r:id="rId17"/>
    <p:sldLayoutId id="2147484359" r:id="rId18"/>
    <p:sldLayoutId id="2147484354" r:id="rId19"/>
    <p:sldLayoutId id="2147484369" r:id="rId20"/>
    <p:sldLayoutId id="2147484363" r:id="rId21"/>
    <p:sldLayoutId id="2147484371" r:id="rId22"/>
    <p:sldLayoutId id="2147484351" r:id="rId23"/>
    <p:sldLayoutId id="2147484339" r:id="rId24"/>
    <p:sldLayoutId id="2147484340" r:id="rId25"/>
    <p:sldLayoutId id="2147484366" r:id="rId26"/>
  </p:sldLayoutIdLst>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hf hdr="0" ftr="0"/>
  <p:txStyles>
    <p:titleStyle>
      <a:lvl1pPr algn="l" defTabSz="914318" rtl="0" eaLnBrk="1" latinLnBrk="0" hangingPunct="1">
        <a:lnSpc>
          <a:spcPct val="100000"/>
        </a:lnSpc>
        <a:spcBef>
          <a:spcPct val="0"/>
        </a:spcBef>
        <a:buNone/>
        <a:defRPr sz="2800" b="1" i="0" kern="1200" spc="0" baseline="0">
          <a:solidFill>
            <a:schemeClr val="tx1"/>
          </a:solidFill>
          <a:latin typeface="Arial" panose="020B0604020202020204" pitchFamily="34" charset="0"/>
          <a:ea typeface="Arial" panose="020B0604020202020204" pitchFamily="34" charset="0"/>
          <a:cs typeface="Arial" panose="020B0604020202020204" pitchFamily="34" charset="0"/>
        </a:defRPr>
      </a:lvl1pPr>
    </p:titleStyle>
    <p:bodyStyle>
      <a:lvl1pPr marL="0" indent="0" algn="l" defTabSz="914318" rtl="0" eaLnBrk="1" latinLnBrk="0" hangingPunct="1">
        <a:lnSpc>
          <a:spcPct val="100000"/>
        </a:lnSpc>
        <a:spcBef>
          <a:spcPts val="0"/>
        </a:spcBef>
        <a:buFont typeface="Arial" panose="020B0604020202020204" pitchFamily="34" charset="0"/>
        <a:buNone/>
        <a:tabLst/>
        <a:defRPr sz="1100" b="0" i="0" kern="1200" baseline="0">
          <a:solidFill>
            <a:schemeClr val="tx1"/>
          </a:solidFill>
          <a:latin typeface="Arial" panose="020B0604020202020204" pitchFamily="34" charset="0"/>
          <a:ea typeface="+mn-ea"/>
          <a:cs typeface="Arial" panose="020B0604020202020204" pitchFamily="34" charset="0"/>
        </a:defRPr>
      </a:lvl1pPr>
      <a:lvl2pPr marL="0" indent="0" algn="l" defTabSz="914318" rtl="0" eaLnBrk="1" latinLnBrk="0" hangingPunct="1">
        <a:lnSpc>
          <a:spcPct val="100000"/>
        </a:lnSpc>
        <a:spcBef>
          <a:spcPts val="0"/>
        </a:spcBef>
        <a:buFont typeface="Arial" panose="020B0604020202020204" pitchFamily="34" charset="0"/>
        <a:buNone/>
        <a:tabLst/>
        <a:defRPr sz="1100" b="1" i="0" kern="1200" baseline="0">
          <a:solidFill>
            <a:schemeClr val="tx1"/>
          </a:solidFill>
          <a:latin typeface="Arial" panose="020B0604020202020204" pitchFamily="34" charset="0"/>
          <a:ea typeface="+mn-ea"/>
          <a:cs typeface="Arial" panose="020B0604020202020204" pitchFamily="34" charset="0"/>
        </a:defRPr>
      </a:lvl2pPr>
      <a:lvl3pPr marL="0" indent="0" algn="l" defTabSz="914318" rtl="0" eaLnBrk="1" latinLnBrk="0" hangingPunct="1">
        <a:lnSpc>
          <a:spcPct val="100000"/>
        </a:lnSpc>
        <a:spcBef>
          <a:spcPts val="0"/>
        </a:spcBef>
        <a:buFont typeface="Arial" panose="020B0604020202020204" pitchFamily="34" charset="0"/>
        <a:buNone/>
        <a:tabLst/>
        <a:defRPr sz="1400" b="0" i="0" kern="1200" baseline="0">
          <a:solidFill>
            <a:srgbClr val="00C08B"/>
          </a:solidFill>
          <a:latin typeface="Arial" panose="020B0604020202020204" pitchFamily="34" charset="0"/>
          <a:ea typeface="+mn-ea"/>
          <a:cs typeface="Arial" panose="020B0604020202020204" pitchFamily="34" charset="0"/>
        </a:defRPr>
      </a:lvl3pPr>
      <a:lvl4pPr marL="0" indent="0" algn="l" defTabSz="914318" rtl="0" eaLnBrk="1" latinLnBrk="0" hangingPunct="1">
        <a:lnSpc>
          <a:spcPct val="100000"/>
        </a:lnSpc>
        <a:spcBef>
          <a:spcPts val="0"/>
        </a:spcBef>
        <a:buFont typeface="Arial" panose="020B0604020202020204" pitchFamily="34" charset="0"/>
        <a:buNone/>
        <a:tabLst/>
        <a:defRPr sz="1100" b="0" i="1" kern="1200" baseline="0">
          <a:solidFill>
            <a:schemeClr val="tx1"/>
          </a:solidFill>
          <a:latin typeface="Arial" panose="020B0604020202020204" pitchFamily="34" charset="0"/>
          <a:ea typeface="+mn-ea"/>
          <a:cs typeface="Arial" panose="020B0604020202020204" pitchFamily="34" charset="0"/>
        </a:defRPr>
      </a:lvl4pPr>
      <a:lvl5pPr marL="0" indent="-171450" algn="l" defTabSz="914318" rtl="0" eaLnBrk="1" latinLnBrk="0" hangingPunct="1">
        <a:lnSpc>
          <a:spcPct val="100000"/>
        </a:lnSpc>
        <a:spcBef>
          <a:spcPts val="0"/>
        </a:spcBef>
        <a:buFont typeface="Arial" panose="020B0604020202020204" pitchFamily="34" charset="0"/>
        <a:buChar char="•"/>
        <a:tabLst/>
        <a:defRPr sz="1100" b="0" i="0" kern="1200" baseline="0">
          <a:solidFill>
            <a:schemeClr val="tx1"/>
          </a:solidFill>
          <a:latin typeface="Arial" panose="020B0604020202020204" pitchFamily="34" charset="0"/>
          <a:ea typeface="+mn-ea"/>
          <a:cs typeface="Arial" panose="020B0604020202020204" pitchFamily="34" charset="0"/>
        </a:defRPr>
      </a:lvl5pPr>
      <a:lvl6pPr marL="251437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6pPr>
      <a:lvl7pPr marL="297153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7pPr>
      <a:lvl8pPr marL="3428692"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8pPr>
      <a:lvl9pPr marL="3885850"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18" rtl="0" eaLnBrk="1" latinLnBrk="0" hangingPunct="1">
        <a:defRPr sz="1800" kern="1200">
          <a:solidFill>
            <a:schemeClr val="tx1"/>
          </a:solidFill>
          <a:latin typeface="+mn-lt"/>
          <a:ea typeface="+mn-ea"/>
          <a:cs typeface="+mn-cs"/>
        </a:defRPr>
      </a:lvl1pPr>
      <a:lvl2pPr marL="457159" algn="l" defTabSz="914318" rtl="0" eaLnBrk="1" latinLnBrk="0" hangingPunct="1">
        <a:defRPr sz="1800" kern="1200">
          <a:solidFill>
            <a:schemeClr val="tx1"/>
          </a:solidFill>
          <a:latin typeface="+mn-lt"/>
          <a:ea typeface="+mn-ea"/>
          <a:cs typeface="+mn-cs"/>
        </a:defRPr>
      </a:lvl2pPr>
      <a:lvl3pPr marL="914318" algn="l" defTabSz="914318" rtl="0" eaLnBrk="1" latinLnBrk="0" hangingPunct="1">
        <a:defRPr sz="1800" kern="1200">
          <a:solidFill>
            <a:schemeClr val="tx1"/>
          </a:solidFill>
          <a:latin typeface="+mn-lt"/>
          <a:ea typeface="+mn-ea"/>
          <a:cs typeface="+mn-cs"/>
        </a:defRPr>
      </a:lvl3pPr>
      <a:lvl4pPr marL="1371478" algn="l" defTabSz="914318" rtl="0" eaLnBrk="1" latinLnBrk="0" hangingPunct="1">
        <a:defRPr sz="1800" kern="1200">
          <a:solidFill>
            <a:schemeClr val="tx1"/>
          </a:solidFill>
          <a:latin typeface="+mn-lt"/>
          <a:ea typeface="+mn-ea"/>
          <a:cs typeface="+mn-cs"/>
        </a:defRPr>
      </a:lvl4pPr>
      <a:lvl5pPr marL="1828636" algn="l" defTabSz="914318" rtl="0" eaLnBrk="1" latinLnBrk="0" hangingPunct="1">
        <a:defRPr sz="1800" kern="1200">
          <a:solidFill>
            <a:schemeClr val="tx1"/>
          </a:solidFill>
          <a:latin typeface="+mn-lt"/>
          <a:ea typeface="+mn-ea"/>
          <a:cs typeface="+mn-cs"/>
        </a:defRPr>
      </a:lvl5pPr>
      <a:lvl6pPr marL="2285794" algn="l" defTabSz="914318" rtl="0" eaLnBrk="1" latinLnBrk="0" hangingPunct="1">
        <a:defRPr sz="1800" kern="1200">
          <a:solidFill>
            <a:schemeClr val="tx1"/>
          </a:solidFill>
          <a:latin typeface="+mn-lt"/>
          <a:ea typeface="+mn-ea"/>
          <a:cs typeface="+mn-cs"/>
        </a:defRPr>
      </a:lvl6pPr>
      <a:lvl7pPr marL="2742953" algn="l" defTabSz="914318" rtl="0" eaLnBrk="1" latinLnBrk="0" hangingPunct="1">
        <a:defRPr sz="1800" kern="1200">
          <a:solidFill>
            <a:schemeClr val="tx1"/>
          </a:solidFill>
          <a:latin typeface="+mn-lt"/>
          <a:ea typeface="+mn-ea"/>
          <a:cs typeface="+mn-cs"/>
        </a:defRPr>
      </a:lvl7pPr>
      <a:lvl8pPr marL="3200112" algn="l" defTabSz="914318" rtl="0" eaLnBrk="1" latinLnBrk="0" hangingPunct="1">
        <a:defRPr sz="1800" kern="1200">
          <a:solidFill>
            <a:schemeClr val="tx1"/>
          </a:solidFill>
          <a:latin typeface="+mn-lt"/>
          <a:ea typeface="+mn-ea"/>
          <a:cs typeface="+mn-cs"/>
        </a:defRPr>
      </a:lvl8pPr>
      <a:lvl9pPr marL="3657271" algn="l" defTabSz="914318"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7151" userDrawn="1">
          <p15:clr>
            <a:srgbClr val="F26B43"/>
          </p15:clr>
        </p15:guide>
        <p15:guide id="27" orient="horz" pos="3929" userDrawn="1">
          <p15:clr>
            <a:srgbClr val="F26B43"/>
          </p15:clr>
        </p15:guide>
        <p15:guide id="28" pos="506" userDrawn="1">
          <p15:clr>
            <a:srgbClr val="F26B43"/>
          </p15:clr>
        </p15:guide>
        <p15:guide id="45" pos="7680">
          <p15:clr>
            <a:srgbClr val="F26B43"/>
          </p15:clr>
        </p15:guide>
        <p15:guide id="48" pos="2184" userDrawn="1">
          <p15:clr>
            <a:srgbClr val="F26B43"/>
          </p15:clr>
        </p15:guide>
        <p15:guide id="51" orient="horz" pos="640" userDrawn="1">
          <p15:clr>
            <a:srgbClr val="F26B43"/>
          </p15:clr>
        </p15:guide>
        <p15:guide id="52" pos="1345" userDrawn="1">
          <p15:clr>
            <a:srgbClr val="F26B43"/>
          </p15:clr>
        </p15:guide>
        <p15:guide id="53" pos="3024" userDrawn="1">
          <p15:clr>
            <a:srgbClr val="F26B43"/>
          </p15:clr>
        </p15:guide>
        <p15:guide id="54" pos="3863" userDrawn="1">
          <p15:clr>
            <a:srgbClr val="F26B43"/>
          </p15:clr>
        </p15:guide>
        <p15:guide id="55" pos="4702" userDrawn="1">
          <p15:clr>
            <a:srgbClr val="F26B43"/>
          </p15:clr>
        </p15:guide>
        <p15:guide id="56" pos="5541" userDrawn="1">
          <p15:clr>
            <a:srgbClr val="F26B43"/>
          </p15:clr>
        </p15:guide>
        <p15:guide id="57" pos="6380" userDrawn="1">
          <p15:clr>
            <a:srgbClr val="F26B43"/>
          </p15:clr>
        </p15:guide>
        <p15:guide id="58" pos="4634" userDrawn="1">
          <p15:clr>
            <a:srgbClr val="F26B43"/>
          </p15:clr>
        </p15:guide>
        <p15:guide id="59" pos="5473" userDrawn="1">
          <p15:clr>
            <a:srgbClr val="F26B43"/>
          </p15:clr>
        </p15:guide>
        <p15:guide id="60" pos="6312" userDrawn="1">
          <p15:clr>
            <a:srgbClr val="F26B43"/>
          </p15:clr>
        </p15:guide>
        <p15:guide id="61" pos="3795" userDrawn="1">
          <p15:clr>
            <a:srgbClr val="F26B43"/>
          </p15:clr>
        </p15:guide>
        <p15:guide id="62" pos="2955" userDrawn="1">
          <p15:clr>
            <a:srgbClr val="F26B43"/>
          </p15:clr>
        </p15:guide>
        <p15:guide id="63" pos="2116" userDrawn="1">
          <p15:clr>
            <a:srgbClr val="F26B43"/>
          </p15:clr>
        </p15:guide>
        <p15:guide id="64" pos="1277" userDrawn="1">
          <p15:clr>
            <a:srgbClr val="F26B43"/>
          </p15:clr>
        </p15:guide>
        <p15:guide id="65" orient="horz" pos="2319" userDrawn="1">
          <p15:clr>
            <a:srgbClr val="F26B43"/>
          </p15:clr>
        </p15:guide>
        <p15:guide id="66" orient="horz" pos="2251"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8FF9CCD6-CC49-3A06-9EF5-DC6488D45BBB}"/>
              </a:ext>
            </a:extLst>
          </p:cNvPr>
          <p:cNvSpPr>
            <a:spLocks noGrp="1"/>
          </p:cNvSpPr>
          <p:nvPr>
            <p:ph type="body" idx="1"/>
          </p:nvPr>
        </p:nvSpPr>
        <p:spPr>
          <a:xfrm>
            <a:off x="828000" y="2880000"/>
            <a:ext cx="3887788" cy="3348000"/>
          </a:xfrm>
          <a:prstGeom prst="rect">
            <a:avLst/>
          </a:prstGeom>
        </p:spPr>
        <p:txBody>
          <a:bodyPr vert="horz" lIns="36000" tIns="36000" rIns="36000" bIns="36000" rtlCol="0">
            <a:noAutofit/>
          </a:bodyPr>
          <a:lstStyle/>
          <a:p>
            <a:pPr lvl="0"/>
            <a:r>
              <a:rPr lang="en-GB"/>
              <a:t>Body text</a:t>
            </a:r>
          </a:p>
          <a:p>
            <a:pPr lvl="1"/>
            <a:r>
              <a:rPr lang="en-GB"/>
              <a:t>Body text headline</a:t>
            </a:r>
          </a:p>
          <a:p>
            <a:pPr lvl="2"/>
            <a:r>
              <a:rPr lang="en-GB" err="1"/>
              <a:t>Subheadline</a:t>
            </a:r>
            <a:endParaRPr lang="en-GB"/>
          </a:p>
          <a:p>
            <a:pPr lvl="3"/>
            <a:r>
              <a:rPr lang="en-GB"/>
              <a:t>Cursive text</a:t>
            </a:r>
          </a:p>
          <a:p>
            <a:pPr lvl="4"/>
            <a:r>
              <a:rPr lang="en-GB"/>
              <a:t>Body text with bullet</a:t>
            </a:r>
            <a:endParaRPr lang="en-SK"/>
          </a:p>
        </p:txBody>
      </p:sp>
      <p:cxnSp>
        <p:nvCxnSpPr>
          <p:cNvPr id="7" name="Straight Connector 6">
            <a:extLst>
              <a:ext uri="{FF2B5EF4-FFF2-40B4-BE49-F238E27FC236}">
                <a16:creationId xmlns:a16="http://schemas.microsoft.com/office/drawing/2014/main" id="{CCF6BBDC-9B16-7015-F150-801D5CFB78CD}"/>
              </a:ext>
            </a:extLst>
          </p:cNvPr>
          <p:cNvCxnSpPr>
            <a:cxnSpLocks/>
          </p:cNvCxnSpPr>
          <p:nvPr userDrawn="1"/>
        </p:nvCxnSpPr>
        <p:spPr>
          <a:xfrm>
            <a:off x="444000" y="729574"/>
            <a:ext cx="11304000" cy="0"/>
          </a:xfrm>
          <a:prstGeom prst="line">
            <a:avLst/>
          </a:prstGeom>
          <a:ln w="12700">
            <a:solidFill>
              <a:srgbClr val="33FF99"/>
            </a:solidFill>
          </a:ln>
        </p:spPr>
        <p:style>
          <a:lnRef idx="1">
            <a:schemeClr val="accent1"/>
          </a:lnRef>
          <a:fillRef idx="0">
            <a:schemeClr val="accent1"/>
          </a:fillRef>
          <a:effectRef idx="0">
            <a:schemeClr val="accent1"/>
          </a:effectRef>
          <a:fontRef idx="minor">
            <a:schemeClr val="tx1"/>
          </a:fontRef>
        </p:style>
      </p:cxnSp>
      <p:pic>
        <p:nvPicPr>
          <p:cNvPr id="4" name="Graphic 3">
            <a:extLst>
              <a:ext uri="{FF2B5EF4-FFF2-40B4-BE49-F238E27FC236}">
                <a16:creationId xmlns:a16="http://schemas.microsoft.com/office/drawing/2014/main" id="{0C4E6FB3-8F55-74C4-69BB-EA644168B50B}"/>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800000" y="288615"/>
            <a:ext cx="927692" cy="360000"/>
          </a:xfrm>
          <a:prstGeom prst="rect">
            <a:avLst/>
          </a:prstGeom>
        </p:spPr>
      </p:pic>
      <p:sp>
        <p:nvSpPr>
          <p:cNvPr id="3" name="Title Placeholder 2">
            <a:extLst>
              <a:ext uri="{FF2B5EF4-FFF2-40B4-BE49-F238E27FC236}">
                <a16:creationId xmlns:a16="http://schemas.microsoft.com/office/drawing/2014/main" id="{2C544E9E-1E70-57B7-2648-C60D17864A85}"/>
              </a:ext>
            </a:extLst>
          </p:cNvPr>
          <p:cNvSpPr>
            <a:spLocks noGrp="1"/>
          </p:cNvSpPr>
          <p:nvPr>
            <p:ph type="title"/>
          </p:nvPr>
        </p:nvSpPr>
        <p:spPr>
          <a:xfrm>
            <a:off x="828000" y="1008000"/>
            <a:ext cx="10524213" cy="1008000"/>
          </a:xfrm>
          <a:prstGeom prst="rect">
            <a:avLst/>
          </a:prstGeom>
        </p:spPr>
        <p:txBody>
          <a:bodyPr vert="horz" lIns="36000" tIns="36000" rIns="36000" bIns="36000" rtlCol="0" anchor="t" anchorCtr="0">
            <a:normAutofit/>
          </a:bodyPr>
          <a:lstStyle/>
          <a:p>
            <a:r>
              <a:rPr lang="en-GB"/>
              <a:t>Click to edit Master title</a:t>
            </a:r>
            <a:endParaRPr lang="en-SK"/>
          </a:p>
        </p:txBody>
      </p:sp>
      <p:sp>
        <p:nvSpPr>
          <p:cNvPr id="8" name="Slide Number Placeholder 4">
            <a:extLst>
              <a:ext uri="{FF2B5EF4-FFF2-40B4-BE49-F238E27FC236}">
                <a16:creationId xmlns:a16="http://schemas.microsoft.com/office/drawing/2014/main" id="{2966731D-F94A-F1D2-C862-E244A6AA3DF4}"/>
              </a:ext>
            </a:extLst>
          </p:cNvPr>
          <p:cNvSpPr txBox="1">
            <a:spLocks/>
          </p:cNvSpPr>
          <p:nvPr userDrawn="1"/>
        </p:nvSpPr>
        <p:spPr>
          <a:xfrm>
            <a:off x="444000" y="288000"/>
            <a:ext cx="504000" cy="360000"/>
          </a:xfrm>
          <a:prstGeom prst="rect">
            <a:avLst/>
          </a:prstGeom>
        </p:spPr>
        <p:txBody>
          <a:bodyPr vert="horz" lIns="36000" tIns="36000" rIns="36000" bIns="36000" rtlCol="0" anchor="ctr">
            <a:noAutofit/>
          </a:bodyPr>
          <a:lstStyle>
            <a:defPPr>
              <a:defRPr lang="en-US"/>
            </a:defPPr>
            <a:lvl1pPr marL="0" algn="ctr" defTabSz="914330" rtl="0" eaLnBrk="1" latinLnBrk="0" hangingPunct="1">
              <a:defRPr lang="en-US" sz="1000" b="0" i="0" kern="1200" baseline="0" smtClean="0">
                <a:solidFill>
                  <a:schemeClr val="tx1"/>
                </a:solidFill>
                <a:latin typeface="Arial" panose="020B0604020202020204" pitchFamily="34" charset="0"/>
                <a:ea typeface="Arial" panose="020B0604020202020204" pitchFamily="34" charset="0"/>
                <a:cs typeface="Arial" panose="020B0604020202020204" pitchFamily="34" charset="0"/>
              </a:defRPr>
            </a:lvl1pPr>
            <a:lvl2pPr marL="457165" algn="l" defTabSz="914330" rtl="0" eaLnBrk="1" latinLnBrk="0" hangingPunct="1">
              <a:defRPr sz="1800" kern="1200">
                <a:solidFill>
                  <a:schemeClr val="tx1"/>
                </a:solidFill>
                <a:latin typeface="+mn-lt"/>
                <a:ea typeface="+mn-ea"/>
                <a:cs typeface="+mn-cs"/>
              </a:defRPr>
            </a:lvl2pPr>
            <a:lvl3pPr marL="914330" algn="l" defTabSz="914330" rtl="0" eaLnBrk="1" latinLnBrk="0" hangingPunct="1">
              <a:defRPr sz="1800" kern="1200">
                <a:solidFill>
                  <a:schemeClr val="tx1"/>
                </a:solidFill>
                <a:latin typeface="+mn-lt"/>
                <a:ea typeface="+mn-ea"/>
                <a:cs typeface="+mn-cs"/>
              </a:defRPr>
            </a:lvl3pPr>
            <a:lvl4pPr marL="1371495" algn="l" defTabSz="914330" rtl="0" eaLnBrk="1" latinLnBrk="0" hangingPunct="1">
              <a:defRPr sz="1800" kern="1200">
                <a:solidFill>
                  <a:schemeClr val="tx1"/>
                </a:solidFill>
                <a:latin typeface="+mn-lt"/>
                <a:ea typeface="+mn-ea"/>
                <a:cs typeface="+mn-cs"/>
              </a:defRPr>
            </a:lvl4pPr>
            <a:lvl5pPr marL="1828660" algn="l" defTabSz="914330" rtl="0" eaLnBrk="1" latinLnBrk="0" hangingPunct="1">
              <a:defRPr sz="1800" kern="1200">
                <a:solidFill>
                  <a:schemeClr val="tx1"/>
                </a:solidFill>
                <a:latin typeface="+mn-lt"/>
                <a:ea typeface="+mn-ea"/>
                <a:cs typeface="+mn-cs"/>
              </a:defRPr>
            </a:lvl5pPr>
            <a:lvl6pPr marL="2285825" algn="l" defTabSz="914330" rtl="0" eaLnBrk="1" latinLnBrk="0" hangingPunct="1">
              <a:defRPr sz="1800" kern="1200">
                <a:solidFill>
                  <a:schemeClr val="tx1"/>
                </a:solidFill>
                <a:latin typeface="+mn-lt"/>
                <a:ea typeface="+mn-ea"/>
                <a:cs typeface="+mn-cs"/>
              </a:defRPr>
            </a:lvl6pPr>
            <a:lvl7pPr marL="2742990" algn="l" defTabSz="914330" rtl="0" eaLnBrk="1" latinLnBrk="0" hangingPunct="1">
              <a:defRPr sz="1800" kern="1200">
                <a:solidFill>
                  <a:schemeClr val="tx1"/>
                </a:solidFill>
                <a:latin typeface="+mn-lt"/>
                <a:ea typeface="+mn-ea"/>
                <a:cs typeface="+mn-cs"/>
              </a:defRPr>
            </a:lvl7pPr>
            <a:lvl8pPr marL="3200155" algn="l" defTabSz="914330" rtl="0" eaLnBrk="1" latinLnBrk="0" hangingPunct="1">
              <a:defRPr sz="1800" kern="1200">
                <a:solidFill>
                  <a:schemeClr val="tx1"/>
                </a:solidFill>
                <a:latin typeface="+mn-lt"/>
                <a:ea typeface="+mn-ea"/>
                <a:cs typeface="+mn-cs"/>
              </a:defRPr>
            </a:lvl8pPr>
            <a:lvl9pPr marL="3657320" algn="l" defTabSz="914330" rtl="0" eaLnBrk="1" latinLnBrk="0" hangingPunct="1">
              <a:defRPr sz="1800" kern="1200">
                <a:solidFill>
                  <a:schemeClr val="tx1"/>
                </a:solidFill>
                <a:latin typeface="+mn-lt"/>
                <a:ea typeface="+mn-ea"/>
                <a:cs typeface="+mn-cs"/>
              </a:defRPr>
            </a:lvl9pPr>
          </a:lstStyle>
          <a:p>
            <a:pPr algn="l">
              <a:lnSpc>
                <a:spcPct val="100000"/>
              </a:lnSpc>
            </a:pPr>
            <a:fld id="{4C30C8C0-6A1E-48E4-9187-E9BE19A32709}" type="slidenum">
              <a:rPr lang="en-SK" sz="1100" smtClean="0">
                <a:solidFill>
                  <a:schemeClr val="tx1"/>
                </a:solidFill>
              </a:rPr>
              <a:pPr algn="l">
                <a:lnSpc>
                  <a:spcPct val="100000"/>
                </a:lnSpc>
              </a:pPr>
              <a:t>‹#›</a:t>
            </a:fld>
            <a:endParaRPr lang="en-SK" sz="1100">
              <a:solidFill>
                <a:schemeClr val="tx1"/>
              </a:solidFill>
            </a:endParaRPr>
          </a:p>
        </p:txBody>
      </p:sp>
    </p:spTree>
    <p:extLst>
      <p:ext uri="{BB962C8B-B14F-4D97-AF65-F5344CB8AC3E}">
        <p14:creationId xmlns:p14="http://schemas.microsoft.com/office/powerpoint/2010/main" val="3378903336"/>
      </p:ext>
    </p:extLst>
  </p:cSld>
  <p:clrMap bg1="dk1" tx1="lt1" bg2="dk2" tx2="lt2" accent1="accent1" accent2="accent2" accent3="accent3" accent4="accent4" accent5="accent5" accent6="accent6" hlink="hlink" folHlink="folHlink"/>
  <p:sldLayoutIdLst>
    <p:sldLayoutId id="2147484411" r:id="rId1"/>
    <p:sldLayoutId id="2147484414" r:id="rId2"/>
    <p:sldLayoutId id="2147484415" r:id="rId3"/>
  </p:sldLayoutIdLst>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hf hdr="0" ftr="0"/>
  <p:txStyles>
    <p:titleStyle>
      <a:lvl1pPr algn="l" defTabSz="914318" rtl="0" eaLnBrk="1" latinLnBrk="0" hangingPunct="1">
        <a:lnSpc>
          <a:spcPct val="100000"/>
        </a:lnSpc>
        <a:spcBef>
          <a:spcPct val="0"/>
        </a:spcBef>
        <a:buNone/>
        <a:defRPr sz="2800" b="1" i="0" kern="1200" spc="0" baseline="0">
          <a:solidFill>
            <a:schemeClr val="tx1"/>
          </a:solidFill>
          <a:latin typeface="Arial" panose="020B0604020202020204" pitchFamily="34" charset="0"/>
          <a:ea typeface="Arial" panose="020B0604020202020204" pitchFamily="34" charset="0"/>
          <a:cs typeface="Arial" panose="020B0604020202020204" pitchFamily="34" charset="0"/>
        </a:defRPr>
      </a:lvl1pPr>
    </p:titleStyle>
    <p:bodyStyle>
      <a:lvl1pPr marL="9525" indent="0" algn="l" defTabSz="914318" rtl="0" eaLnBrk="1" latinLnBrk="0" hangingPunct="1">
        <a:lnSpc>
          <a:spcPct val="100000"/>
        </a:lnSpc>
        <a:spcBef>
          <a:spcPts val="1000"/>
        </a:spcBef>
        <a:buFont typeface="Arial" panose="020B0604020202020204" pitchFamily="34" charset="0"/>
        <a:buNone/>
        <a:tabLst/>
        <a:defRPr sz="1100" b="0" i="0" kern="1200" baseline="0">
          <a:solidFill>
            <a:schemeClr val="tx1"/>
          </a:solidFill>
          <a:latin typeface="Arial" panose="020B0604020202020204" pitchFamily="34" charset="0"/>
          <a:ea typeface="+mn-ea"/>
          <a:cs typeface="Arial" panose="020B0604020202020204" pitchFamily="34" charset="0"/>
        </a:defRPr>
      </a:lvl1pPr>
      <a:lvl2pPr marL="9525" indent="0" algn="l" defTabSz="914318" rtl="0" eaLnBrk="1" latinLnBrk="0" hangingPunct="1">
        <a:lnSpc>
          <a:spcPct val="100000"/>
        </a:lnSpc>
        <a:spcBef>
          <a:spcPts val="499"/>
        </a:spcBef>
        <a:buFont typeface="Arial" panose="020B0604020202020204" pitchFamily="34" charset="0"/>
        <a:buNone/>
        <a:tabLst/>
        <a:defRPr sz="1100" b="1" i="0" kern="1200" baseline="0">
          <a:solidFill>
            <a:schemeClr val="tx1"/>
          </a:solidFill>
          <a:latin typeface="Arial" panose="020B0604020202020204" pitchFamily="34" charset="0"/>
          <a:ea typeface="+mn-ea"/>
          <a:cs typeface="Arial" panose="020B0604020202020204" pitchFamily="34" charset="0"/>
        </a:defRPr>
      </a:lvl2pPr>
      <a:lvl3pPr marL="9525" indent="0" algn="l" defTabSz="914318" rtl="0" eaLnBrk="1" latinLnBrk="0" hangingPunct="1">
        <a:lnSpc>
          <a:spcPct val="100000"/>
        </a:lnSpc>
        <a:spcBef>
          <a:spcPts val="499"/>
        </a:spcBef>
        <a:buFont typeface="Arial" panose="020B0604020202020204" pitchFamily="34" charset="0"/>
        <a:buNone/>
        <a:tabLst/>
        <a:defRPr sz="1400" b="0" i="0" kern="1200" baseline="0">
          <a:solidFill>
            <a:srgbClr val="00C08B"/>
          </a:solidFill>
          <a:latin typeface="Arial" panose="020B0604020202020204" pitchFamily="34" charset="0"/>
          <a:ea typeface="+mn-ea"/>
          <a:cs typeface="Arial" panose="020B0604020202020204" pitchFamily="34" charset="0"/>
        </a:defRPr>
      </a:lvl3pPr>
      <a:lvl4pPr marL="9525" indent="0" algn="l" defTabSz="914318" rtl="0" eaLnBrk="1" latinLnBrk="0" hangingPunct="1">
        <a:lnSpc>
          <a:spcPct val="100000"/>
        </a:lnSpc>
        <a:spcBef>
          <a:spcPts val="499"/>
        </a:spcBef>
        <a:buFont typeface="Arial" panose="020B0604020202020204" pitchFamily="34" charset="0"/>
        <a:buNone/>
        <a:tabLst/>
        <a:defRPr sz="1100" b="0" i="1" kern="1200" baseline="0">
          <a:solidFill>
            <a:schemeClr val="tx1"/>
          </a:solidFill>
          <a:latin typeface="Arial" panose="020B0604020202020204" pitchFamily="34" charset="0"/>
          <a:ea typeface="+mn-ea"/>
          <a:cs typeface="Arial" panose="020B0604020202020204" pitchFamily="34" charset="0"/>
        </a:defRPr>
      </a:lvl4pPr>
      <a:lvl5pPr marL="180975" indent="-171450" algn="l" defTabSz="914318" rtl="0" eaLnBrk="1" latinLnBrk="0" hangingPunct="1">
        <a:lnSpc>
          <a:spcPct val="100000"/>
        </a:lnSpc>
        <a:spcBef>
          <a:spcPts val="499"/>
        </a:spcBef>
        <a:buFont typeface="Arial" panose="020B0604020202020204" pitchFamily="34" charset="0"/>
        <a:buChar char="•"/>
        <a:tabLst/>
        <a:defRPr sz="1100" b="0" i="0" kern="1200" baseline="0">
          <a:solidFill>
            <a:schemeClr val="tx1"/>
          </a:solidFill>
          <a:latin typeface="Arial" panose="020B0604020202020204" pitchFamily="34" charset="0"/>
          <a:ea typeface="+mn-ea"/>
          <a:cs typeface="Arial" panose="020B0604020202020204" pitchFamily="34" charset="0"/>
        </a:defRPr>
      </a:lvl5pPr>
      <a:lvl6pPr marL="251437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6pPr>
      <a:lvl7pPr marL="297153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7pPr>
      <a:lvl8pPr marL="3428692"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8pPr>
      <a:lvl9pPr marL="3885850"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18" rtl="0" eaLnBrk="1" latinLnBrk="0" hangingPunct="1">
        <a:defRPr sz="1800" kern="1200">
          <a:solidFill>
            <a:schemeClr val="tx1"/>
          </a:solidFill>
          <a:latin typeface="+mn-lt"/>
          <a:ea typeface="+mn-ea"/>
          <a:cs typeface="+mn-cs"/>
        </a:defRPr>
      </a:lvl1pPr>
      <a:lvl2pPr marL="457159" algn="l" defTabSz="914318" rtl="0" eaLnBrk="1" latinLnBrk="0" hangingPunct="1">
        <a:defRPr sz="1800" kern="1200">
          <a:solidFill>
            <a:schemeClr val="tx1"/>
          </a:solidFill>
          <a:latin typeface="+mn-lt"/>
          <a:ea typeface="+mn-ea"/>
          <a:cs typeface="+mn-cs"/>
        </a:defRPr>
      </a:lvl2pPr>
      <a:lvl3pPr marL="914318" algn="l" defTabSz="914318" rtl="0" eaLnBrk="1" latinLnBrk="0" hangingPunct="1">
        <a:defRPr sz="1800" kern="1200">
          <a:solidFill>
            <a:schemeClr val="tx1"/>
          </a:solidFill>
          <a:latin typeface="+mn-lt"/>
          <a:ea typeface="+mn-ea"/>
          <a:cs typeface="+mn-cs"/>
        </a:defRPr>
      </a:lvl3pPr>
      <a:lvl4pPr marL="1371478" algn="l" defTabSz="914318" rtl="0" eaLnBrk="1" latinLnBrk="0" hangingPunct="1">
        <a:defRPr sz="1800" kern="1200">
          <a:solidFill>
            <a:schemeClr val="tx1"/>
          </a:solidFill>
          <a:latin typeface="+mn-lt"/>
          <a:ea typeface="+mn-ea"/>
          <a:cs typeface="+mn-cs"/>
        </a:defRPr>
      </a:lvl4pPr>
      <a:lvl5pPr marL="1828636" algn="l" defTabSz="914318" rtl="0" eaLnBrk="1" latinLnBrk="0" hangingPunct="1">
        <a:defRPr sz="1800" kern="1200">
          <a:solidFill>
            <a:schemeClr val="tx1"/>
          </a:solidFill>
          <a:latin typeface="+mn-lt"/>
          <a:ea typeface="+mn-ea"/>
          <a:cs typeface="+mn-cs"/>
        </a:defRPr>
      </a:lvl5pPr>
      <a:lvl6pPr marL="2285794" algn="l" defTabSz="914318" rtl="0" eaLnBrk="1" latinLnBrk="0" hangingPunct="1">
        <a:defRPr sz="1800" kern="1200">
          <a:solidFill>
            <a:schemeClr val="tx1"/>
          </a:solidFill>
          <a:latin typeface="+mn-lt"/>
          <a:ea typeface="+mn-ea"/>
          <a:cs typeface="+mn-cs"/>
        </a:defRPr>
      </a:lvl6pPr>
      <a:lvl7pPr marL="2742953" algn="l" defTabSz="914318" rtl="0" eaLnBrk="1" latinLnBrk="0" hangingPunct="1">
        <a:defRPr sz="1800" kern="1200">
          <a:solidFill>
            <a:schemeClr val="tx1"/>
          </a:solidFill>
          <a:latin typeface="+mn-lt"/>
          <a:ea typeface="+mn-ea"/>
          <a:cs typeface="+mn-cs"/>
        </a:defRPr>
      </a:lvl7pPr>
      <a:lvl8pPr marL="3200112" algn="l" defTabSz="914318" rtl="0" eaLnBrk="1" latinLnBrk="0" hangingPunct="1">
        <a:defRPr sz="1800" kern="1200">
          <a:solidFill>
            <a:schemeClr val="tx1"/>
          </a:solidFill>
          <a:latin typeface="+mn-lt"/>
          <a:ea typeface="+mn-ea"/>
          <a:cs typeface="+mn-cs"/>
        </a:defRPr>
      </a:lvl8pPr>
      <a:lvl9pPr marL="3657271" algn="l" defTabSz="914318"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7151" userDrawn="1">
          <p15:clr>
            <a:srgbClr val="F26B43"/>
          </p15:clr>
        </p15:guide>
        <p15:guide id="27" orient="horz" pos="3929" userDrawn="1">
          <p15:clr>
            <a:srgbClr val="F26B43"/>
          </p15:clr>
        </p15:guide>
        <p15:guide id="28" pos="506" userDrawn="1">
          <p15:clr>
            <a:srgbClr val="F26B43"/>
          </p15:clr>
        </p15:guide>
        <p15:guide id="45" pos="7680">
          <p15:clr>
            <a:srgbClr val="F26B43"/>
          </p15:clr>
        </p15:guide>
        <p15:guide id="48" pos="2184" userDrawn="1">
          <p15:clr>
            <a:srgbClr val="F26B43"/>
          </p15:clr>
        </p15:guide>
        <p15:guide id="51" orient="horz" pos="640" userDrawn="1">
          <p15:clr>
            <a:srgbClr val="F26B43"/>
          </p15:clr>
        </p15:guide>
        <p15:guide id="52" pos="1345" userDrawn="1">
          <p15:clr>
            <a:srgbClr val="F26B43"/>
          </p15:clr>
        </p15:guide>
        <p15:guide id="53" pos="3024" userDrawn="1">
          <p15:clr>
            <a:srgbClr val="F26B43"/>
          </p15:clr>
        </p15:guide>
        <p15:guide id="54" pos="3863" userDrawn="1">
          <p15:clr>
            <a:srgbClr val="F26B43"/>
          </p15:clr>
        </p15:guide>
        <p15:guide id="55" pos="4702" userDrawn="1">
          <p15:clr>
            <a:srgbClr val="F26B43"/>
          </p15:clr>
        </p15:guide>
        <p15:guide id="56" pos="5541" userDrawn="1">
          <p15:clr>
            <a:srgbClr val="F26B43"/>
          </p15:clr>
        </p15:guide>
        <p15:guide id="57" pos="6380" userDrawn="1">
          <p15:clr>
            <a:srgbClr val="F26B43"/>
          </p15:clr>
        </p15:guide>
        <p15:guide id="58" pos="4634" userDrawn="1">
          <p15:clr>
            <a:srgbClr val="F26B43"/>
          </p15:clr>
        </p15:guide>
        <p15:guide id="59" pos="5473" userDrawn="1">
          <p15:clr>
            <a:srgbClr val="F26B43"/>
          </p15:clr>
        </p15:guide>
        <p15:guide id="60" pos="6312" userDrawn="1">
          <p15:clr>
            <a:srgbClr val="F26B43"/>
          </p15:clr>
        </p15:guide>
        <p15:guide id="61" pos="3795" userDrawn="1">
          <p15:clr>
            <a:srgbClr val="F26B43"/>
          </p15:clr>
        </p15:guide>
        <p15:guide id="62" pos="2955" userDrawn="1">
          <p15:clr>
            <a:srgbClr val="F26B43"/>
          </p15:clr>
        </p15:guide>
        <p15:guide id="63" pos="2116" userDrawn="1">
          <p15:clr>
            <a:srgbClr val="F26B43"/>
          </p15:clr>
        </p15:guide>
        <p15:guide id="64" pos="1277" userDrawn="1">
          <p15:clr>
            <a:srgbClr val="F26B43"/>
          </p15:clr>
        </p15:guide>
        <p15:guide id="65" orient="horz" pos="2319" userDrawn="1">
          <p15:clr>
            <a:srgbClr val="F26B43"/>
          </p15:clr>
        </p15:guide>
        <p15:guide id="66" orient="horz" pos="2251"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DF0B29-9AD8-3F4E-B00F-6715996AE88A}"/>
              </a:ext>
            </a:extLst>
          </p:cNvPr>
          <p:cNvSpPr>
            <a:spLocks noGrp="1"/>
          </p:cNvSpPr>
          <p:nvPr>
            <p:ph type="title"/>
          </p:nvPr>
        </p:nvSpPr>
        <p:spPr>
          <a:xfrm>
            <a:off x="419100" y="365125"/>
            <a:ext cx="113538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D4DF7ED-6BC6-EE49-BB58-F5E1626AD5BF}"/>
              </a:ext>
            </a:extLst>
          </p:cNvPr>
          <p:cNvSpPr>
            <a:spLocks noGrp="1"/>
          </p:cNvSpPr>
          <p:nvPr>
            <p:ph type="body" idx="1"/>
          </p:nvPr>
        </p:nvSpPr>
        <p:spPr>
          <a:xfrm>
            <a:off x="419100" y="1825625"/>
            <a:ext cx="113538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5FCD72AE-1203-5947-A950-5866F5412B3B}"/>
              </a:ext>
            </a:extLst>
          </p:cNvPr>
          <p:cNvSpPr>
            <a:spLocks noGrp="1"/>
          </p:cNvSpPr>
          <p:nvPr>
            <p:ph type="sldNum" sz="quarter" idx="4"/>
          </p:nvPr>
        </p:nvSpPr>
        <p:spPr>
          <a:xfrm>
            <a:off x="9029700" y="6356350"/>
            <a:ext cx="2743200" cy="365125"/>
          </a:xfrm>
          <a:prstGeom prst="rect">
            <a:avLst/>
          </a:prstGeom>
        </p:spPr>
        <p:txBody>
          <a:bodyPr vert="horz" lIns="91440" tIns="45720" rIns="91440" bIns="45720" rtlCol="0" anchor="ctr"/>
          <a:lstStyle>
            <a:lvl1pPr algn="r">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5" name="Footer Placeholder 4">
            <a:extLst>
              <a:ext uri="{FF2B5EF4-FFF2-40B4-BE49-F238E27FC236}">
                <a16:creationId xmlns:a16="http://schemas.microsoft.com/office/drawing/2014/main" id="{8D064DA9-8E78-194C-AB7B-DC01F6E01F7F}"/>
              </a:ext>
            </a:extLst>
          </p:cNvPr>
          <p:cNvSpPr>
            <a:spLocks noGrp="1"/>
          </p:cNvSpPr>
          <p:nvPr>
            <p:ph type="ftr" sz="quarter" idx="3"/>
          </p:nvPr>
        </p:nvSpPr>
        <p:spPr>
          <a:xfrm>
            <a:off x="419100" y="6356350"/>
            <a:ext cx="6871048"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spTree>
    <p:custDataLst>
      <p:tags r:id="rId26"/>
    </p:custDataLst>
    <p:extLst>
      <p:ext uri="{BB962C8B-B14F-4D97-AF65-F5344CB8AC3E}">
        <p14:creationId xmlns:p14="http://schemas.microsoft.com/office/powerpoint/2010/main" val="2781989779"/>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 id="2147483692" r:id="rId16"/>
    <p:sldLayoutId id="2147483693" r:id="rId17"/>
    <p:sldLayoutId id="2147483694" r:id="rId18"/>
    <p:sldLayoutId id="2147483695" r:id="rId19"/>
    <p:sldLayoutId id="2147483696" r:id="rId20"/>
    <p:sldLayoutId id="2147483697" r:id="rId21"/>
    <p:sldLayoutId id="2147483698" r:id="rId22"/>
    <p:sldLayoutId id="2147483699" r:id="rId23"/>
    <p:sldLayoutId id="2147483700" r:id="rId24"/>
  </p:sldLayoutIdLst>
  <p:hf hdr="0" dt="0"/>
  <p:txStyles>
    <p:titleStyle>
      <a:lvl1pPr algn="l" defTabSz="914400" rtl="0" eaLnBrk="1" latinLnBrk="0" hangingPunct="1">
        <a:lnSpc>
          <a:spcPct val="90000"/>
        </a:lnSpc>
        <a:spcBef>
          <a:spcPct val="0"/>
        </a:spcBef>
        <a:buNone/>
        <a:defRPr sz="4000" b="0" i="0" kern="1200">
          <a:solidFill>
            <a:schemeClr val="tx1"/>
          </a:solidFill>
          <a:latin typeface="Amazon Ember" panose="02000000000000000000" pitchFamily="2" charset="0"/>
          <a:ea typeface="Amazon Ember" panose="02000000000000000000" pitchFamily="2" charset="0"/>
          <a:cs typeface="Amazon Ember Light" panose="020B04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panose="02000000000000000000" pitchFamily="2" charset="0"/>
          <a:ea typeface="Amazon Ember" panose="02000000000000000000" pitchFamily="2"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panose="02000000000000000000" pitchFamily="2" charset="0"/>
          <a:ea typeface="Amazon Ember" panose="02000000000000000000" pitchFamily="2"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panose="02000000000000000000" pitchFamily="2" charset="0"/>
          <a:ea typeface="Amazon Ember" panose="02000000000000000000" pitchFamily="2"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panose="02000000000000000000" pitchFamily="2" charset="0"/>
          <a:ea typeface="Amazon Ember" panose="02000000000000000000" pitchFamily="2"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panose="02000000000000000000" pitchFamily="2" charset="0"/>
          <a:ea typeface="Amazon Ember" panose="02000000000000000000" pitchFamily="2"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64">
          <p15:clr>
            <a:srgbClr val="F26B43"/>
          </p15:clr>
        </p15:guide>
        <p15:guide id="4" pos="741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vcillik@ohpen.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mailto:tzuzcak@ohpen.com"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0.xml"/><Relationship Id="rId5" Type="http://schemas.openxmlformats.org/officeDocument/2006/relationships/image" Target="../media/image17.png"/><Relationship Id="rId4" Type="http://schemas.openxmlformats.org/officeDocument/2006/relationships/image" Target="../media/image16.png"/></Relationships>
</file>

<file path=ppt/slides/_rels/slide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1.xml"/></Relationships>
</file>

<file path=ppt/slides/_rels/slide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svg"/><Relationship Id="rId7" Type="http://schemas.openxmlformats.org/officeDocument/2006/relationships/image" Target="../media/image27.svg"/><Relationship Id="rId2" Type="http://schemas.openxmlformats.org/officeDocument/2006/relationships/image" Target="../media/image22.png"/><Relationship Id="rId1" Type="http://schemas.openxmlformats.org/officeDocument/2006/relationships/slideLayout" Target="../slideLayouts/slideLayout6.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sv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1.xml"/></Relationships>
</file>

<file path=ppt/slides/_rels/slide10.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diagramLayout" Target="../diagrams/layout2.xml"/><Relationship Id="rId7" Type="http://schemas.openxmlformats.org/officeDocument/2006/relationships/image" Target="../media/image33.png"/><Relationship Id="rId2" Type="http://schemas.openxmlformats.org/officeDocument/2006/relationships/diagramData" Target="../diagrams/data2.xml"/><Relationship Id="rId1" Type="http://schemas.openxmlformats.org/officeDocument/2006/relationships/slideLayout" Target="../slideLayouts/slideLayout3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1E2C504-EA1A-59C1-AD9B-03EEC658267C}"/>
              </a:ext>
            </a:extLst>
          </p:cNvPr>
          <p:cNvSpPr>
            <a:spLocks noGrp="1"/>
          </p:cNvSpPr>
          <p:nvPr>
            <p:ph type="body" sz="quarter" idx="13"/>
          </p:nvPr>
        </p:nvSpPr>
        <p:spPr/>
        <p:txBody>
          <a:bodyPr vert="horz" lIns="36000" tIns="36000" rIns="36000" bIns="36000" rtlCol="0" anchor="t">
            <a:noAutofit/>
          </a:bodyPr>
          <a:lstStyle/>
          <a:p>
            <a:r>
              <a:rPr lang="en-US">
                <a:latin typeface="Arial"/>
                <a:cs typeface="Arial"/>
              </a:rPr>
              <a:t>S3 bucket, concepts of tagging, </a:t>
            </a:r>
            <a:r>
              <a:rPr lang="en-US" err="1">
                <a:latin typeface="Arial"/>
                <a:cs typeface="Arial"/>
              </a:rPr>
              <a:t>cloudtrail</a:t>
            </a:r>
            <a:endParaRPr lang="en-US" err="1"/>
          </a:p>
        </p:txBody>
      </p:sp>
      <p:sp>
        <p:nvSpPr>
          <p:cNvPr id="5" name="Text Placeholder 4">
            <a:extLst>
              <a:ext uri="{FF2B5EF4-FFF2-40B4-BE49-F238E27FC236}">
                <a16:creationId xmlns:a16="http://schemas.microsoft.com/office/drawing/2014/main" id="{5CFC9F77-95FC-1C29-9F4D-3E80CEE4098F}"/>
              </a:ext>
            </a:extLst>
          </p:cNvPr>
          <p:cNvSpPr>
            <a:spLocks noGrp="1"/>
          </p:cNvSpPr>
          <p:nvPr>
            <p:ph type="body" sz="quarter" idx="28"/>
          </p:nvPr>
        </p:nvSpPr>
        <p:spPr/>
        <p:txBody>
          <a:bodyPr/>
          <a:lstStyle/>
          <a:p>
            <a:r>
              <a:rPr lang="en-SK">
                <a:latin typeface="Arial"/>
                <a:cs typeface="Arial"/>
              </a:rPr>
              <a:t>22.3.2023</a:t>
            </a:r>
            <a:endParaRPr lang="en-SK"/>
          </a:p>
        </p:txBody>
      </p:sp>
      <p:sp>
        <p:nvSpPr>
          <p:cNvPr id="2" name="Title 1">
            <a:extLst>
              <a:ext uri="{FF2B5EF4-FFF2-40B4-BE49-F238E27FC236}">
                <a16:creationId xmlns:a16="http://schemas.microsoft.com/office/drawing/2014/main" id="{92D807B4-EFBF-E399-7C81-A7481016710B}"/>
              </a:ext>
            </a:extLst>
          </p:cNvPr>
          <p:cNvSpPr>
            <a:spLocks noGrp="1"/>
          </p:cNvSpPr>
          <p:nvPr>
            <p:ph type="title"/>
          </p:nvPr>
        </p:nvSpPr>
        <p:spPr/>
        <p:txBody>
          <a:bodyPr/>
          <a:lstStyle/>
          <a:p>
            <a:r>
              <a:rPr lang="en-US">
                <a:latin typeface="Arial"/>
                <a:cs typeface="Arial"/>
              </a:rPr>
              <a:t>S3, Tagging, CloudTrail</a:t>
            </a:r>
            <a:endParaRPr lang="en-US"/>
          </a:p>
        </p:txBody>
      </p:sp>
      <p:sp>
        <p:nvSpPr>
          <p:cNvPr id="4" name="TextBox 3">
            <a:extLst>
              <a:ext uri="{FF2B5EF4-FFF2-40B4-BE49-F238E27FC236}">
                <a16:creationId xmlns:a16="http://schemas.microsoft.com/office/drawing/2014/main" id="{243EE14B-DD8F-53DF-090F-CC20E972130E}"/>
              </a:ext>
            </a:extLst>
          </p:cNvPr>
          <p:cNvSpPr txBox="1"/>
          <p:nvPr/>
        </p:nvSpPr>
        <p:spPr>
          <a:xfrm>
            <a:off x="1020417" y="5605669"/>
            <a:ext cx="1749287" cy="318924"/>
          </a:xfrm>
          <a:prstGeom prst="rect">
            <a:avLst/>
          </a:prstGeom>
          <a:noFill/>
        </p:spPr>
        <p:txBody>
          <a:bodyPr rot="0" spcFirstLastPara="0" vertOverflow="overflow" horzOverflow="overflow" vert="horz" wrap="square" lIns="0" tIns="36000" rIns="216000" bIns="36000" numCol="1" spcCol="0" rtlCol="0" fromWordArt="0" anchor="t" anchorCtr="0" forceAA="0" compatLnSpc="1">
            <a:prstTxWarp prst="textNoShape">
              <a:avLst/>
            </a:prstTxWarp>
            <a:spAutoFit/>
          </a:bodyPr>
          <a:lstStyle/>
          <a:p>
            <a:r>
              <a:rPr lang="en-GB" sz="1600">
                <a:cs typeface="Arial"/>
              </a:rPr>
              <a:t>Ing. Viliam </a:t>
            </a:r>
            <a:r>
              <a:rPr lang="en-GB" sz="1600" err="1">
                <a:cs typeface="Arial"/>
              </a:rPr>
              <a:t>Čillík</a:t>
            </a:r>
            <a:endParaRPr lang="en-GB" sz="1600" b="0" err="1"/>
          </a:p>
        </p:txBody>
      </p:sp>
      <p:sp>
        <p:nvSpPr>
          <p:cNvPr id="6" name="TextBox 5">
            <a:extLst>
              <a:ext uri="{FF2B5EF4-FFF2-40B4-BE49-F238E27FC236}">
                <a16:creationId xmlns:a16="http://schemas.microsoft.com/office/drawing/2014/main" id="{2535EBD6-1E27-779B-925D-B3929E6117F7}"/>
              </a:ext>
            </a:extLst>
          </p:cNvPr>
          <p:cNvSpPr txBox="1"/>
          <p:nvPr/>
        </p:nvSpPr>
        <p:spPr>
          <a:xfrm>
            <a:off x="2888195" y="5605669"/>
            <a:ext cx="1928192" cy="318924"/>
          </a:xfrm>
          <a:prstGeom prst="rect">
            <a:avLst/>
          </a:prstGeom>
          <a:noFill/>
        </p:spPr>
        <p:txBody>
          <a:bodyPr rot="0" spcFirstLastPara="0" vertOverflow="overflow" horzOverflow="overflow" vert="horz" wrap="square" lIns="0" tIns="36000" rIns="216000" bIns="36000" numCol="1" spcCol="0" rtlCol="0" fromWordArt="0" anchor="t" anchorCtr="0" forceAA="0" compatLnSpc="1">
            <a:prstTxWarp prst="textNoShape">
              <a:avLst/>
            </a:prstTxWarp>
            <a:spAutoFit/>
          </a:bodyPr>
          <a:lstStyle/>
          <a:p>
            <a:r>
              <a:rPr lang="en-GB" sz="1600">
                <a:cs typeface="Arial"/>
              </a:rPr>
              <a:t>Ing. Maroš Pekár</a:t>
            </a:r>
            <a:endParaRPr lang="en-GB" sz="1600" b="0"/>
          </a:p>
        </p:txBody>
      </p:sp>
      <p:sp>
        <p:nvSpPr>
          <p:cNvPr id="7" name="TextBox 6">
            <a:extLst>
              <a:ext uri="{FF2B5EF4-FFF2-40B4-BE49-F238E27FC236}">
                <a16:creationId xmlns:a16="http://schemas.microsoft.com/office/drawing/2014/main" id="{DDB64BF3-7D74-3EF6-1606-B13BB5EFA7D2}"/>
              </a:ext>
            </a:extLst>
          </p:cNvPr>
          <p:cNvSpPr txBox="1"/>
          <p:nvPr/>
        </p:nvSpPr>
        <p:spPr>
          <a:xfrm>
            <a:off x="1020417" y="5921970"/>
            <a:ext cx="4897928" cy="318924"/>
          </a:xfrm>
          <a:prstGeom prst="rect">
            <a:avLst/>
          </a:prstGeom>
          <a:noFill/>
        </p:spPr>
        <p:txBody>
          <a:bodyPr rot="0" spcFirstLastPara="0" vertOverflow="overflow" horzOverflow="overflow" vert="horz" wrap="square" lIns="0" tIns="36000" rIns="216000" bIns="36000" numCol="1" spcCol="0" rtlCol="0" fromWordArt="0" anchor="t" anchorCtr="0" forceAA="0" compatLnSpc="1">
            <a:prstTxWarp prst="textNoShape">
              <a:avLst/>
            </a:prstTxWarp>
            <a:spAutoFit/>
          </a:bodyPr>
          <a:lstStyle/>
          <a:p>
            <a:r>
              <a:rPr lang="en-GB" sz="1600">
                <a:cs typeface="Arial"/>
                <a:hlinkClick r:id="rId3"/>
              </a:rPr>
              <a:t>vcillik@ohpen.com</a:t>
            </a:r>
            <a:r>
              <a:rPr lang="en-GB" sz="1600">
                <a:cs typeface="Arial"/>
              </a:rPr>
              <a:t>   </a:t>
            </a:r>
            <a:r>
              <a:rPr lang="en-GB" sz="1600">
                <a:cs typeface="Arial"/>
                <a:hlinkClick r:id="rId4"/>
              </a:rPr>
              <a:t>mpekar@ohpen.com</a:t>
            </a:r>
            <a:r>
              <a:rPr lang="en-GB" sz="1600">
                <a:cs typeface="Arial"/>
              </a:rPr>
              <a:t> </a:t>
            </a:r>
            <a:endParaRPr lang="en-US"/>
          </a:p>
        </p:txBody>
      </p:sp>
    </p:spTree>
    <p:extLst>
      <p:ext uri="{BB962C8B-B14F-4D97-AF65-F5344CB8AC3E}">
        <p14:creationId xmlns:p14="http://schemas.microsoft.com/office/powerpoint/2010/main" val="1158476659"/>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040F14EF-A05D-8C37-ED75-AD18463CF7CB}"/>
              </a:ext>
            </a:extLst>
          </p:cNvPr>
          <p:cNvSpPr>
            <a:spLocks noGrp="1"/>
          </p:cNvSpPr>
          <p:nvPr>
            <p:ph type="body" sz="quarter" idx="50"/>
          </p:nvPr>
        </p:nvSpPr>
        <p:spPr>
          <a:xfrm>
            <a:off x="1041732" y="2178268"/>
            <a:ext cx="5220000" cy="2496725"/>
          </a:xfrm>
        </p:spPr>
        <p:txBody>
          <a:bodyPr vert="horz" lIns="36000" tIns="36000" rIns="36000" bIns="36000" rtlCol="0" anchor="t">
            <a:noAutofit/>
          </a:bodyPr>
          <a:lstStyle/>
          <a:p>
            <a:r>
              <a:rPr lang="en-SK" sz="1800" b="1">
                <a:latin typeface="Arial"/>
                <a:cs typeface="Arial"/>
              </a:rPr>
              <a:t>S3</a:t>
            </a:r>
            <a:endParaRPr lang="en-US" sz="1800" b="1">
              <a:latin typeface="Arial"/>
              <a:cs typeface="Arial"/>
            </a:endParaRPr>
          </a:p>
          <a:p>
            <a:r>
              <a:rPr lang="en-SK" sz="1800" b="1">
                <a:latin typeface="Arial"/>
                <a:cs typeface="Arial"/>
              </a:rPr>
              <a:t>Tagging</a:t>
            </a:r>
            <a:endParaRPr lang="en-SK" err="1"/>
          </a:p>
          <a:p>
            <a:r>
              <a:rPr lang="en-SK" sz="1800" b="1" err="1">
                <a:latin typeface="Arial"/>
                <a:cs typeface="Arial"/>
              </a:rPr>
              <a:t>ClaudTrail</a:t>
            </a:r>
            <a:endParaRPr lang="en-SK" err="1"/>
          </a:p>
        </p:txBody>
      </p:sp>
      <p:sp>
        <p:nvSpPr>
          <p:cNvPr id="10" name="Title 9">
            <a:extLst>
              <a:ext uri="{FF2B5EF4-FFF2-40B4-BE49-F238E27FC236}">
                <a16:creationId xmlns:a16="http://schemas.microsoft.com/office/drawing/2014/main" id="{AA753DDC-DA48-F075-7EC9-0BDE4C06CD74}"/>
              </a:ext>
            </a:extLst>
          </p:cNvPr>
          <p:cNvSpPr>
            <a:spLocks noGrp="1"/>
          </p:cNvSpPr>
          <p:nvPr>
            <p:ph type="title"/>
          </p:nvPr>
        </p:nvSpPr>
        <p:spPr>
          <a:xfrm>
            <a:off x="827999" y="1029724"/>
            <a:ext cx="5220568" cy="1008000"/>
          </a:xfrm>
        </p:spPr>
        <p:txBody>
          <a:bodyPr>
            <a:normAutofit/>
          </a:bodyPr>
          <a:lstStyle/>
          <a:p>
            <a:r>
              <a:rPr lang="en-SK" sz="3600">
                <a:latin typeface="Arial"/>
                <a:cs typeface="Arial"/>
              </a:rPr>
              <a:t>Today, it's about...</a:t>
            </a:r>
            <a:endParaRPr lang="en-US" sz="3600" err="1">
              <a:latin typeface="Arial"/>
              <a:cs typeface="Arial"/>
            </a:endParaRPr>
          </a:p>
        </p:txBody>
      </p:sp>
      <p:sp>
        <p:nvSpPr>
          <p:cNvPr id="13" name="Text Placeholder 12">
            <a:extLst>
              <a:ext uri="{FF2B5EF4-FFF2-40B4-BE49-F238E27FC236}">
                <a16:creationId xmlns:a16="http://schemas.microsoft.com/office/drawing/2014/main" id="{08783A1D-F7C1-0B6C-10CE-E3D3CB667989}"/>
              </a:ext>
            </a:extLst>
          </p:cNvPr>
          <p:cNvSpPr>
            <a:spLocks noGrp="1"/>
          </p:cNvSpPr>
          <p:nvPr>
            <p:ph type="body" sz="quarter" idx="115"/>
          </p:nvPr>
        </p:nvSpPr>
        <p:spPr/>
        <p:txBody>
          <a:bodyPr/>
          <a:lstStyle/>
          <a:p>
            <a:r>
              <a:rPr lang="en-US" i="0">
                <a:cs typeface="Arial"/>
              </a:rPr>
              <a:t>S3, Tagging, CloudTrail</a:t>
            </a:r>
            <a:endParaRPr lang="en-US">
              <a:cs typeface="Arial"/>
            </a:endParaRPr>
          </a:p>
        </p:txBody>
      </p:sp>
      <p:pic>
        <p:nvPicPr>
          <p:cNvPr id="2" name="Picture 2" descr="Graphical user interface, application&#10;&#10;Description automatically generated">
            <a:extLst>
              <a:ext uri="{FF2B5EF4-FFF2-40B4-BE49-F238E27FC236}">
                <a16:creationId xmlns:a16="http://schemas.microsoft.com/office/drawing/2014/main" id="{A88E50FB-67F4-EF25-88FD-3AECE3400418}"/>
              </a:ext>
            </a:extLst>
          </p:cNvPr>
          <p:cNvPicPr>
            <a:picLocks noChangeAspect="1"/>
          </p:cNvPicPr>
          <p:nvPr/>
        </p:nvPicPr>
        <p:blipFill>
          <a:blip r:embed="rId2"/>
          <a:stretch>
            <a:fillRect/>
          </a:stretch>
        </p:blipFill>
        <p:spPr>
          <a:xfrm>
            <a:off x="7551922" y="752193"/>
            <a:ext cx="1444999" cy="1086410"/>
          </a:xfrm>
          <a:prstGeom prst="rect">
            <a:avLst/>
          </a:prstGeom>
        </p:spPr>
      </p:pic>
      <p:pic>
        <p:nvPicPr>
          <p:cNvPr id="3" name="Picture 3" descr="Icon&#10;&#10;Description automatically generated">
            <a:extLst>
              <a:ext uri="{FF2B5EF4-FFF2-40B4-BE49-F238E27FC236}">
                <a16:creationId xmlns:a16="http://schemas.microsoft.com/office/drawing/2014/main" id="{FBB75124-7A57-3713-9C27-CCC163C45895}"/>
              </a:ext>
            </a:extLst>
          </p:cNvPr>
          <p:cNvPicPr>
            <a:picLocks noChangeAspect="1"/>
          </p:cNvPicPr>
          <p:nvPr/>
        </p:nvPicPr>
        <p:blipFill>
          <a:blip r:embed="rId3"/>
          <a:stretch>
            <a:fillRect/>
          </a:stretch>
        </p:blipFill>
        <p:spPr>
          <a:xfrm>
            <a:off x="5136774" y="4764739"/>
            <a:ext cx="1416425" cy="1398496"/>
          </a:xfrm>
          <a:prstGeom prst="rect">
            <a:avLst/>
          </a:prstGeom>
        </p:spPr>
      </p:pic>
      <p:pic>
        <p:nvPicPr>
          <p:cNvPr id="4" name="Picture 4" descr="Icon&#10;&#10;Description automatically generated">
            <a:extLst>
              <a:ext uri="{FF2B5EF4-FFF2-40B4-BE49-F238E27FC236}">
                <a16:creationId xmlns:a16="http://schemas.microsoft.com/office/drawing/2014/main" id="{C8CC5234-1E4C-2168-A048-9BCE95E1BBA6}"/>
              </a:ext>
            </a:extLst>
          </p:cNvPr>
          <p:cNvPicPr>
            <a:picLocks noChangeAspect="1"/>
          </p:cNvPicPr>
          <p:nvPr/>
        </p:nvPicPr>
        <p:blipFill>
          <a:blip r:embed="rId4"/>
          <a:stretch>
            <a:fillRect/>
          </a:stretch>
        </p:blipFill>
        <p:spPr>
          <a:xfrm>
            <a:off x="5065058" y="2846292"/>
            <a:ext cx="1550895" cy="1550895"/>
          </a:xfrm>
          <a:prstGeom prst="rect">
            <a:avLst/>
          </a:prstGeom>
        </p:spPr>
      </p:pic>
      <p:pic>
        <p:nvPicPr>
          <p:cNvPr id="5" name="Picture 5" descr="Icon&#10;&#10;Description automatically generated">
            <a:extLst>
              <a:ext uri="{FF2B5EF4-FFF2-40B4-BE49-F238E27FC236}">
                <a16:creationId xmlns:a16="http://schemas.microsoft.com/office/drawing/2014/main" id="{3323C1F9-8EEF-A712-9C3B-41A46BA36101}"/>
              </a:ext>
            </a:extLst>
          </p:cNvPr>
          <p:cNvPicPr>
            <a:picLocks noChangeAspect="1"/>
          </p:cNvPicPr>
          <p:nvPr/>
        </p:nvPicPr>
        <p:blipFill>
          <a:blip r:embed="rId5"/>
          <a:stretch>
            <a:fillRect/>
          </a:stretch>
        </p:blipFill>
        <p:spPr>
          <a:xfrm>
            <a:off x="5135656" y="1292037"/>
            <a:ext cx="1418665" cy="1476936"/>
          </a:xfrm>
          <a:prstGeom prst="rect">
            <a:avLst/>
          </a:prstGeom>
        </p:spPr>
      </p:pic>
    </p:spTree>
    <p:extLst>
      <p:ext uri="{BB962C8B-B14F-4D97-AF65-F5344CB8AC3E}">
        <p14:creationId xmlns:p14="http://schemas.microsoft.com/office/powerpoint/2010/main" val="1643684987"/>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AAF5F-7D1A-5805-8E28-5F1859AD2E25}"/>
              </a:ext>
            </a:extLst>
          </p:cNvPr>
          <p:cNvSpPr>
            <a:spLocks noGrp="1"/>
          </p:cNvSpPr>
          <p:nvPr>
            <p:ph type="title"/>
          </p:nvPr>
        </p:nvSpPr>
        <p:spPr>
          <a:xfrm>
            <a:off x="828000" y="992585"/>
            <a:ext cx="10620000" cy="5339821"/>
          </a:xfrm>
        </p:spPr>
        <p:txBody>
          <a:bodyPr/>
          <a:lstStyle/>
          <a:p>
            <a:r>
              <a:rPr lang="en-GB">
                <a:latin typeface="Arial"/>
                <a:cs typeface="Arial"/>
              </a:rPr>
              <a:t>S3</a:t>
            </a:r>
            <a:br>
              <a:rPr lang="en-GB">
                <a:latin typeface="Arial"/>
                <a:cs typeface="Arial"/>
              </a:rPr>
            </a:br>
            <a:br>
              <a:rPr lang="en-GB">
                <a:latin typeface="Arial"/>
                <a:cs typeface="Arial"/>
              </a:rPr>
            </a:br>
            <a:r>
              <a:rPr lang="en-GB">
                <a:latin typeface="Arial"/>
                <a:cs typeface="Arial"/>
              </a:rPr>
              <a:t>Simple Storage Service</a:t>
            </a:r>
            <a:br>
              <a:rPr lang="en-GB">
                <a:latin typeface="Arial"/>
                <a:cs typeface="Arial"/>
              </a:rPr>
            </a:br>
            <a:r>
              <a:rPr lang="en-GB">
                <a:latin typeface="Arial"/>
                <a:cs typeface="Arial"/>
              </a:rPr>
              <a:t>Regionally provisioned object storage service</a:t>
            </a:r>
            <a:br>
              <a:rPr lang="en-GB"/>
            </a:br>
            <a:r>
              <a:rPr lang="en-GB">
                <a:latin typeface="Arial"/>
                <a:cs typeface="Arial"/>
              </a:rPr>
              <a:t>Globally unique</a:t>
            </a:r>
            <a:br>
              <a:rPr lang="en-GB"/>
            </a:br>
            <a:r>
              <a:rPr lang="en-GB">
                <a:latin typeface="Arial"/>
                <a:cs typeface="Arial"/>
              </a:rPr>
              <a:t>Can be accessed anywhere</a:t>
            </a:r>
            <a:br>
              <a:rPr lang="en-GB"/>
            </a:br>
            <a:r>
              <a:rPr lang="en-GB">
                <a:latin typeface="Arial"/>
                <a:cs typeface="Arial"/>
              </a:rPr>
              <a:t>No limit to the amount of data stored</a:t>
            </a:r>
            <a:br>
              <a:rPr lang="en-GB"/>
            </a:br>
            <a:endParaRPr lang="en-US"/>
          </a:p>
        </p:txBody>
      </p:sp>
      <p:sp>
        <p:nvSpPr>
          <p:cNvPr id="5" name="Text Placeholder 4">
            <a:extLst>
              <a:ext uri="{FF2B5EF4-FFF2-40B4-BE49-F238E27FC236}">
                <a16:creationId xmlns:a16="http://schemas.microsoft.com/office/drawing/2014/main" id="{C955FE6A-3CAD-0BFD-F106-67A41D2EE041}"/>
              </a:ext>
            </a:extLst>
          </p:cNvPr>
          <p:cNvSpPr>
            <a:spLocks noGrp="1"/>
          </p:cNvSpPr>
          <p:nvPr>
            <p:ph type="body" sz="quarter" idx="115"/>
          </p:nvPr>
        </p:nvSpPr>
        <p:spPr/>
        <p:txBody>
          <a:bodyPr/>
          <a:lstStyle/>
          <a:p>
            <a:r>
              <a:rPr lang="en-US" i="0">
                <a:ea typeface="+mn-lt"/>
                <a:cs typeface="+mn-lt"/>
              </a:rPr>
              <a:t>S3, Tagging, CloudTrail</a:t>
            </a:r>
            <a:endParaRPr lang="en-US"/>
          </a:p>
        </p:txBody>
      </p:sp>
      <p:pic>
        <p:nvPicPr>
          <p:cNvPr id="4" name="Picture 5" descr="A picture containing text, vector graphics&#10;&#10;Description automatically generated">
            <a:extLst>
              <a:ext uri="{FF2B5EF4-FFF2-40B4-BE49-F238E27FC236}">
                <a16:creationId xmlns:a16="http://schemas.microsoft.com/office/drawing/2014/main" id="{31ED243A-A73C-2EF4-7460-963C90FD0714}"/>
              </a:ext>
            </a:extLst>
          </p:cNvPr>
          <p:cNvPicPr>
            <a:picLocks noChangeAspect="1"/>
          </p:cNvPicPr>
          <p:nvPr/>
        </p:nvPicPr>
        <p:blipFill>
          <a:blip r:embed="rId2"/>
          <a:stretch>
            <a:fillRect/>
          </a:stretch>
        </p:blipFill>
        <p:spPr>
          <a:xfrm>
            <a:off x="8668871" y="1463506"/>
            <a:ext cx="2743200" cy="1151930"/>
          </a:xfrm>
          <a:prstGeom prst="rect">
            <a:avLst/>
          </a:prstGeom>
        </p:spPr>
      </p:pic>
    </p:spTree>
    <p:extLst>
      <p:ext uri="{BB962C8B-B14F-4D97-AF65-F5344CB8AC3E}">
        <p14:creationId xmlns:p14="http://schemas.microsoft.com/office/powerpoint/2010/main" val="1726163092"/>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950F7-3C7F-BD0F-F9F4-B8CEE386F06C}"/>
              </a:ext>
            </a:extLst>
          </p:cNvPr>
          <p:cNvSpPr>
            <a:spLocks noGrp="1"/>
          </p:cNvSpPr>
          <p:nvPr>
            <p:ph type="title"/>
          </p:nvPr>
        </p:nvSpPr>
        <p:spPr/>
        <p:txBody>
          <a:bodyPr/>
          <a:lstStyle/>
          <a:p>
            <a:r>
              <a:rPr lang="en-GB">
                <a:latin typeface="Arial"/>
                <a:cs typeface="Arial"/>
              </a:rPr>
              <a:t>S3</a:t>
            </a:r>
            <a:br>
              <a:rPr lang="en-GB">
                <a:latin typeface="Arial"/>
                <a:cs typeface="Arial"/>
              </a:rPr>
            </a:br>
            <a:br>
              <a:rPr lang="en-GB"/>
            </a:br>
            <a:r>
              <a:rPr lang="en-GB">
                <a:latin typeface="Arial"/>
                <a:cs typeface="Arial"/>
              </a:rPr>
              <a:t>Key-value store</a:t>
            </a:r>
            <a:br>
              <a:rPr lang="en-GB"/>
            </a:br>
            <a:r>
              <a:rPr lang="en-GB">
                <a:latin typeface="Arial"/>
                <a:cs typeface="Arial"/>
              </a:rPr>
              <a:t>Object = key, value, version ID, metadata, </a:t>
            </a:r>
            <a:r>
              <a:rPr lang="en-GB" err="1">
                <a:latin typeface="Arial"/>
                <a:cs typeface="Arial"/>
              </a:rPr>
              <a:t>subresources</a:t>
            </a:r>
            <a:br>
              <a:rPr lang="en-GB"/>
            </a:br>
            <a:r>
              <a:rPr lang="en-GB">
                <a:latin typeface="Arial"/>
                <a:cs typeface="Arial"/>
              </a:rPr>
              <a:t>By default – objects are private</a:t>
            </a:r>
            <a:br>
              <a:rPr lang="en-GB">
                <a:latin typeface="Arial"/>
                <a:cs typeface="Arial"/>
              </a:rPr>
            </a:br>
            <a:r>
              <a:rPr lang="en-GB">
                <a:latin typeface="Arial"/>
                <a:cs typeface="Arial"/>
              </a:rPr>
              <a:t>Bucket policies</a:t>
            </a:r>
            <a:br>
              <a:rPr lang="en-GB"/>
            </a:br>
            <a:r>
              <a:rPr lang="en-GB">
                <a:latin typeface="Arial"/>
                <a:cs typeface="Arial"/>
              </a:rPr>
              <a:t>Object ACL</a:t>
            </a:r>
            <a:br>
              <a:rPr lang="en-GB"/>
            </a:br>
            <a:br>
              <a:rPr lang="en-GB"/>
            </a:br>
            <a:r>
              <a:rPr lang="en-GB">
                <a:latin typeface="Arial"/>
                <a:cs typeface="Arial"/>
              </a:rPr>
              <a:t>Global view but it is regional</a:t>
            </a:r>
            <a:br>
              <a:rPr lang="en-GB"/>
            </a:br>
            <a:endParaRPr lang="en-GB"/>
          </a:p>
          <a:p>
            <a:endParaRPr lang="en-GB"/>
          </a:p>
        </p:txBody>
      </p:sp>
      <p:sp>
        <p:nvSpPr>
          <p:cNvPr id="3" name="Text Placeholder 2">
            <a:extLst>
              <a:ext uri="{FF2B5EF4-FFF2-40B4-BE49-F238E27FC236}">
                <a16:creationId xmlns:a16="http://schemas.microsoft.com/office/drawing/2014/main" id="{2D8BF84D-A871-41B5-FF15-0F580E62C3AE}"/>
              </a:ext>
            </a:extLst>
          </p:cNvPr>
          <p:cNvSpPr>
            <a:spLocks noGrp="1"/>
          </p:cNvSpPr>
          <p:nvPr>
            <p:ph type="body" sz="quarter" idx="115"/>
          </p:nvPr>
        </p:nvSpPr>
        <p:spPr/>
        <p:txBody>
          <a:bodyPr/>
          <a:lstStyle/>
          <a:p>
            <a:r>
              <a:rPr lang="en-US" i="0"/>
              <a:t>S3, Tagging, CloudTrail</a:t>
            </a:r>
            <a:endParaRPr lang="en-US"/>
          </a:p>
        </p:txBody>
      </p:sp>
      <p:pic>
        <p:nvPicPr>
          <p:cNvPr id="4" name="Picture 4" descr="Logo, company name&#10;&#10;Description automatically generated">
            <a:extLst>
              <a:ext uri="{FF2B5EF4-FFF2-40B4-BE49-F238E27FC236}">
                <a16:creationId xmlns:a16="http://schemas.microsoft.com/office/drawing/2014/main" id="{35960BF8-66B7-2959-9A42-7172DBE2E67F}"/>
              </a:ext>
            </a:extLst>
          </p:cNvPr>
          <p:cNvPicPr>
            <a:picLocks noChangeAspect="1"/>
          </p:cNvPicPr>
          <p:nvPr/>
        </p:nvPicPr>
        <p:blipFill>
          <a:blip r:embed="rId2"/>
          <a:stretch>
            <a:fillRect/>
          </a:stretch>
        </p:blipFill>
        <p:spPr>
          <a:xfrm>
            <a:off x="8704730" y="1093956"/>
            <a:ext cx="2743200" cy="922841"/>
          </a:xfrm>
          <a:prstGeom prst="rect">
            <a:avLst/>
          </a:prstGeom>
        </p:spPr>
      </p:pic>
      <p:pic>
        <p:nvPicPr>
          <p:cNvPr id="5" name="Picture 5" descr="Text&#10;&#10;Description automatically generated">
            <a:extLst>
              <a:ext uri="{FF2B5EF4-FFF2-40B4-BE49-F238E27FC236}">
                <a16:creationId xmlns:a16="http://schemas.microsoft.com/office/drawing/2014/main" id="{8E16E925-3CF8-3544-2EBA-882541E8AEDD}"/>
              </a:ext>
            </a:extLst>
          </p:cNvPr>
          <p:cNvPicPr>
            <a:picLocks noChangeAspect="1"/>
          </p:cNvPicPr>
          <p:nvPr/>
        </p:nvPicPr>
        <p:blipFill>
          <a:blip r:embed="rId3"/>
          <a:stretch>
            <a:fillRect/>
          </a:stretch>
        </p:blipFill>
        <p:spPr>
          <a:xfrm>
            <a:off x="9484658" y="4313809"/>
            <a:ext cx="1963271" cy="1914875"/>
          </a:xfrm>
          <a:prstGeom prst="rect">
            <a:avLst/>
          </a:prstGeom>
        </p:spPr>
      </p:pic>
    </p:spTree>
    <p:extLst>
      <p:ext uri="{BB962C8B-B14F-4D97-AF65-F5344CB8AC3E}">
        <p14:creationId xmlns:p14="http://schemas.microsoft.com/office/powerpoint/2010/main" val="1563650807"/>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3B50C-F220-62E0-004E-FA3D1AD87D50}"/>
              </a:ext>
            </a:extLst>
          </p:cNvPr>
          <p:cNvSpPr>
            <a:spLocks noGrp="1"/>
          </p:cNvSpPr>
          <p:nvPr>
            <p:ph type="title"/>
          </p:nvPr>
        </p:nvSpPr>
        <p:spPr/>
        <p:txBody>
          <a:bodyPr vert="horz" lIns="36000" tIns="36000" rIns="36000" bIns="36000" rtlCol="0" anchor="t" anchorCtr="1">
            <a:normAutofit/>
          </a:bodyPr>
          <a:lstStyle/>
          <a:p>
            <a:pPr>
              <a:spcBef>
                <a:spcPct val="20000"/>
              </a:spcBef>
              <a:spcAft>
                <a:spcPct val="0"/>
              </a:spcAft>
            </a:pPr>
            <a:r>
              <a:rPr lang="sk-SK" b="0" err="1">
                <a:latin typeface="Arial"/>
                <a:cs typeface="Arial"/>
              </a:rPr>
              <a:t>Versioning</a:t>
            </a:r>
            <a:br>
              <a:rPr lang="sk-SK" b="0">
                <a:latin typeface="Arial"/>
                <a:cs typeface="Arial"/>
              </a:rPr>
            </a:br>
            <a:r>
              <a:rPr lang="sk-SK" b="0">
                <a:latin typeface="Arial"/>
                <a:cs typeface="Arial"/>
              </a:rPr>
              <a:t>  - </a:t>
            </a:r>
            <a:r>
              <a:rPr lang="en-US" b="0">
                <a:latin typeface="Arial"/>
                <a:cs typeface="Arial"/>
              </a:rPr>
              <a:t>protects objects from accidental overwrites and deletes</a:t>
            </a:r>
            <a:br>
              <a:rPr lang="sk-SK" b="0">
                <a:cs typeface="Arial"/>
              </a:rPr>
            </a:br>
            <a:endParaRPr lang="sk-SK" b="0">
              <a:cs typeface="Arial"/>
            </a:endParaRPr>
          </a:p>
        </p:txBody>
      </p:sp>
      <p:sp>
        <p:nvSpPr>
          <p:cNvPr id="3" name="Text Placeholder 2">
            <a:extLst>
              <a:ext uri="{FF2B5EF4-FFF2-40B4-BE49-F238E27FC236}">
                <a16:creationId xmlns:a16="http://schemas.microsoft.com/office/drawing/2014/main" id="{994B8198-80CA-D2EB-66D4-2CFFD974A3D3}"/>
              </a:ext>
            </a:extLst>
          </p:cNvPr>
          <p:cNvSpPr>
            <a:spLocks noGrp="1"/>
          </p:cNvSpPr>
          <p:nvPr>
            <p:ph type="body" sz="quarter" idx="115"/>
          </p:nvPr>
        </p:nvSpPr>
        <p:spPr/>
        <p:txBody>
          <a:bodyPr/>
          <a:lstStyle/>
          <a:p>
            <a:r>
              <a:rPr lang="en-US" i="0">
                <a:cs typeface="Arial"/>
              </a:rPr>
              <a:t>S3, Tagging, CloudTrail</a:t>
            </a:r>
            <a:endParaRPr lang="en-US"/>
          </a:p>
        </p:txBody>
      </p:sp>
      <p:pic>
        <p:nvPicPr>
          <p:cNvPr id="5" name="Picture 5" descr="Icon&#10;&#10;Description automatically generated">
            <a:extLst>
              <a:ext uri="{FF2B5EF4-FFF2-40B4-BE49-F238E27FC236}">
                <a16:creationId xmlns:a16="http://schemas.microsoft.com/office/drawing/2014/main" id="{10055D23-5CA1-4AC6-C24B-930F114EB197}"/>
              </a:ext>
            </a:extLst>
          </p:cNvPr>
          <p:cNvPicPr>
            <a:picLocks noChangeAspect="1"/>
          </p:cNvPicPr>
          <p:nvPr/>
        </p:nvPicPr>
        <p:blipFill>
          <a:blip r:embed="rId2"/>
          <a:stretch>
            <a:fillRect/>
          </a:stretch>
        </p:blipFill>
        <p:spPr>
          <a:xfrm>
            <a:off x="10744480" y="1009090"/>
            <a:ext cx="904875" cy="895350"/>
          </a:xfrm>
          <a:prstGeom prst="rect">
            <a:avLst/>
          </a:prstGeom>
        </p:spPr>
      </p:pic>
      <p:graphicFrame>
        <p:nvGraphicFramePr>
          <p:cNvPr id="6" name="Table 5">
            <a:extLst>
              <a:ext uri="{FF2B5EF4-FFF2-40B4-BE49-F238E27FC236}">
                <a16:creationId xmlns:a16="http://schemas.microsoft.com/office/drawing/2014/main" id="{A49FECE9-D40B-EA0C-BD7B-C593B9534339}"/>
              </a:ext>
            </a:extLst>
          </p:cNvPr>
          <p:cNvGraphicFramePr>
            <a:graphicFrameLocks noGrp="1"/>
          </p:cNvGraphicFramePr>
          <p:nvPr>
            <p:extLst>
              <p:ext uri="{D42A27DB-BD31-4B8C-83A1-F6EECF244321}">
                <p14:modId xmlns:p14="http://schemas.microsoft.com/office/powerpoint/2010/main" val="2750241760"/>
              </p:ext>
            </p:extLst>
          </p:nvPr>
        </p:nvGraphicFramePr>
        <p:xfrm>
          <a:off x="636493" y="2160493"/>
          <a:ext cx="10800819" cy="4286150"/>
        </p:xfrm>
        <a:graphic>
          <a:graphicData uri="http://schemas.openxmlformats.org/drawingml/2006/table">
            <a:tbl>
              <a:tblPr firstRow="1" bandRow="1">
                <a:tableStyleId>{5C22544A-7EE6-4342-B048-85BDC9FD1C3A}</a:tableStyleId>
              </a:tblPr>
              <a:tblGrid>
                <a:gridCol w="3600273">
                  <a:extLst>
                    <a:ext uri="{9D8B030D-6E8A-4147-A177-3AD203B41FA5}">
                      <a16:colId xmlns:a16="http://schemas.microsoft.com/office/drawing/2014/main" val="3738423942"/>
                    </a:ext>
                  </a:extLst>
                </a:gridCol>
                <a:gridCol w="3600273">
                  <a:extLst>
                    <a:ext uri="{9D8B030D-6E8A-4147-A177-3AD203B41FA5}">
                      <a16:colId xmlns:a16="http://schemas.microsoft.com/office/drawing/2014/main" val="2878819051"/>
                    </a:ext>
                  </a:extLst>
                </a:gridCol>
                <a:gridCol w="3600273">
                  <a:extLst>
                    <a:ext uri="{9D8B030D-6E8A-4147-A177-3AD203B41FA5}">
                      <a16:colId xmlns:a16="http://schemas.microsoft.com/office/drawing/2014/main" val="4108962150"/>
                    </a:ext>
                  </a:extLst>
                </a:gridCol>
              </a:tblGrid>
              <a:tr h="1044002">
                <a:tc>
                  <a:txBody>
                    <a:bodyPr/>
                    <a:lstStyle/>
                    <a:p>
                      <a:pPr algn="ctr" fontAlgn="auto"/>
                      <a:r>
                        <a:rPr lang="en-US" sz="1800">
                          <a:effectLst/>
                        </a:rPr>
                        <a:t>​</a:t>
                      </a:r>
                    </a:p>
                    <a:p>
                      <a:pPr algn="ctr" fontAlgn="base"/>
                      <a:r>
                        <a:rPr lang="en-US" sz="2400">
                          <a:effectLst/>
                        </a:rPr>
                        <a:t>Action​</a:t>
                      </a:r>
                      <a:endParaRPr lang="en-US" b="1">
                        <a:solidFill>
                          <a:srgbClr val="FFFFFF"/>
                        </a:solidFill>
                        <a:effectLst/>
                      </a:endParaRPr>
                    </a:p>
                  </a:txBody>
                  <a:tcPr/>
                </a:tc>
                <a:tc>
                  <a:txBody>
                    <a:bodyPr/>
                    <a:lstStyle/>
                    <a:p>
                      <a:pPr algn="ctr" fontAlgn="base"/>
                      <a:r>
                        <a:rPr lang="en-US" sz="2400">
                          <a:effectLst/>
                        </a:rPr>
                        <a:t>Versioning Enabled​</a:t>
                      </a:r>
                      <a:endParaRPr lang="en-US" b="1">
                        <a:solidFill>
                          <a:srgbClr val="FFFFFF"/>
                        </a:solidFill>
                        <a:effectLst/>
                      </a:endParaRPr>
                    </a:p>
                  </a:txBody>
                  <a:tcPr anchor="ctr"/>
                </a:tc>
                <a:tc>
                  <a:txBody>
                    <a:bodyPr/>
                    <a:lstStyle/>
                    <a:p>
                      <a:pPr algn="ctr" fontAlgn="base"/>
                      <a:r>
                        <a:rPr lang="en-US" sz="2400">
                          <a:effectLst/>
                        </a:rPr>
                        <a:t>Versioning Disabled/​</a:t>
                      </a:r>
                      <a:endParaRPr lang="en-US">
                        <a:effectLst/>
                      </a:endParaRPr>
                    </a:p>
                    <a:p>
                      <a:pPr algn="ctr" fontAlgn="base"/>
                      <a:r>
                        <a:rPr lang="en-US" sz="2400">
                          <a:effectLst/>
                        </a:rPr>
                        <a:t>Versioning Suspended​</a:t>
                      </a:r>
                      <a:endParaRPr lang="en-US" b="1">
                        <a:solidFill>
                          <a:srgbClr val="FFFFFF"/>
                        </a:solidFill>
                        <a:effectLst/>
                      </a:endParaRPr>
                    </a:p>
                  </a:txBody>
                  <a:tcPr anchor="ctr"/>
                </a:tc>
                <a:extLst>
                  <a:ext uri="{0D108BD9-81ED-4DB2-BD59-A6C34878D82A}">
                    <a16:rowId xmlns:a16="http://schemas.microsoft.com/office/drawing/2014/main" val="3263114819"/>
                  </a:ext>
                </a:extLst>
              </a:tr>
              <a:tr h="1687668">
                <a:tc>
                  <a:txBody>
                    <a:bodyPr/>
                    <a:lstStyle/>
                    <a:p>
                      <a:pPr algn="ctr" fontAlgn="base"/>
                      <a:r>
                        <a:rPr lang="en-US" sz="2400">
                          <a:effectLst/>
                        </a:rPr>
                        <a:t>Upload object with​</a:t>
                      </a:r>
                      <a:br>
                        <a:rPr lang="en-US" sz="2400">
                          <a:effectLst/>
                        </a:rPr>
                      </a:br>
                      <a:r>
                        <a:rPr lang="en-US" sz="2400">
                          <a:effectLst/>
                        </a:rPr>
                        <a:t>the same Key​</a:t>
                      </a:r>
                      <a:endParaRPr lang="en-US">
                        <a:effectLst/>
                      </a:endParaRPr>
                    </a:p>
                    <a:p>
                      <a:pPr algn="ctr" fontAlgn="base"/>
                      <a:r>
                        <a:rPr lang="en-US" sz="2400">
                          <a:effectLst/>
                        </a:rPr>
                        <a:t>​</a:t>
                      </a:r>
                      <a:endParaRPr lang="en-US">
                        <a:effectLst/>
                      </a:endParaRPr>
                    </a:p>
                  </a:txBody>
                  <a:tcPr anchor="ctr"/>
                </a:tc>
                <a:tc>
                  <a:txBody>
                    <a:bodyPr/>
                    <a:lstStyle/>
                    <a:p>
                      <a:pPr algn="ctr" fontAlgn="base"/>
                      <a:r>
                        <a:rPr lang="en-US" sz="2400">
                          <a:effectLst/>
                        </a:rPr>
                        <a:t>Creates a new object with a different version ID. Both are retrievable by version ID.​</a:t>
                      </a:r>
                      <a:endParaRPr lang="en-US">
                        <a:effectLst/>
                      </a:endParaRPr>
                    </a:p>
                  </a:txBody>
                  <a:tcPr anchor="ctr"/>
                </a:tc>
                <a:tc>
                  <a:txBody>
                    <a:bodyPr/>
                    <a:lstStyle/>
                    <a:p>
                      <a:pPr algn="ctr" fontAlgn="base"/>
                      <a:r>
                        <a:rPr lang="en-US" sz="2400">
                          <a:effectLst/>
                        </a:rPr>
                        <a:t>Overwrites the original object, and previous object is no longer retrievable.​</a:t>
                      </a:r>
                      <a:endParaRPr lang="en-US">
                        <a:effectLst/>
                      </a:endParaRPr>
                    </a:p>
                  </a:txBody>
                  <a:tcPr anchor="ctr"/>
                </a:tc>
                <a:extLst>
                  <a:ext uri="{0D108BD9-81ED-4DB2-BD59-A6C34878D82A}">
                    <a16:rowId xmlns:a16="http://schemas.microsoft.com/office/drawing/2014/main" val="3554421626"/>
                  </a:ext>
                </a:extLst>
              </a:tr>
              <a:tr h="1365835">
                <a:tc>
                  <a:txBody>
                    <a:bodyPr/>
                    <a:lstStyle/>
                    <a:p>
                      <a:pPr algn="ctr" fontAlgn="base"/>
                      <a:r>
                        <a:rPr lang="en-US" sz="2400">
                          <a:effectLst/>
                        </a:rPr>
                        <a:t>Delete​</a:t>
                      </a:r>
                      <a:endParaRPr lang="en-US">
                        <a:effectLst/>
                      </a:endParaRPr>
                    </a:p>
                  </a:txBody>
                  <a:tcPr anchor="ctr"/>
                </a:tc>
                <a:tc>
                  <a:txBody>
                    <a:bodyPr/>
                    <a:lstStyle/>
                    <a:p>
                      <a:pPr algn="ctr" fontAlgn="base"/>
                      <a:r>
                        <a:rPr lang="en-US" sz="2400">
                          <a:effectLst/>
                        </a:rPr>
                        <a:t>Adds a Delete marker, but the object is still retrievable by version ID.​</a:t>
                      </a:r>
                      <a:endParaRPr lang="en-US">
                        <a:effectLst/>
                      </a:endParaRPr>
                    </a:p>
                  </a:txBody>
                  <a:tcPr anchor="ctr"/>
                </a:tc>
                <a:tc>
                  <a:txBody>
                    <a:bodyPr/>
                    <a:lstStyle/>
                    <a:p>
                      <a:pPr algn="ctr" fontAlgn="base"/>
                      <a:r>
                        <a:rPr lang="en-US" sz="2400">
                          <a:effectLst/>
                        </a:rPr>
                        <a:t>Deletes the object, and it is no longer retrievable.​</a:t>
                      </a:r>
                      <a:endParaRPr lang="en-US">
                        <a:effectLst/>
                      </a:endParaRPr>
                    </a:p>
                  </a:txBody>
                  <a:tcPr anchor="ctr"/>
                </a:tc>
                <a:extLst>
                  <a:ext uri="{0D108BD9-81ED-4DB2-BD59-A6C34878D82A}">
                    <a16:rowId xmlns:a16="http://schemas.microsoft.com/office/drawing/2014/main" val="4151107773"/>
                  </a:ext>
                </a:extLst>
              </a:tr>
            </a:tbl>
          </a:graphicData>
        </a:graphic>
      </p:graphicFrame>
    </p:spTree>
    <p:extLst>
      <p:ext uri="{BB962C8B-B14F-4D97-AF65-F5344CB8AC3E}">
        <p14:creationId xmlns:p14="http://schemas.microsoft.com/office/powerpoint/2010/main" val="551817574"/>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C7E7F25-7D05-3170-5A1C-CF9A01E182BF}"/>
              </a:ext>
            </a:extLst>
          </p:cNvPr>
          <p:cNvSpPr>
            <a:spLocks noGrp="1"/>
          </p:cNvSpPr>
          <p:nvPr>
            <p:ph type="body" sz="quarter" idx="115"/>
          </p:nvPr>
        </p:nvSpPr>
        <p:spPr/>
        <p:txBody>
          <a:bodyPr/>
          <a:lstStyle/>
          <a:p>
            <a:r>
              <a:rPr lang="en-US" i="0">
                <a:ea typeface="+mn-lt"/>
                <a:cs typeface="+mn-lt"/>
              </a:rPr>
              <a:t>S3, Tagging, CloudTrail</a:t>
            </a:r>
            <a:endParaRPr lang="en-US"/>
          </a:p>
        </p:txBody>
      </p:sp>
      <p:graphicFrame>
        <p:nvGraphicFramePr>
          <p:cNvPr id="5" name="Diagram 4">
            <a:extLst>
              <a:ext uri="{FF2B5EF4-FFF2-40B4-BE49-F238E27FC236}">
                <a16:creationId xmlns:a16="http://schemas.microsoft.com/office/drawing/2014/main" id="{8C4D161D-E8B9-A864-90F1-EDBE7B6AB5D5}"/>
              </a:ext>
            </a:extLst>
          </p:cNvPr>
          <p:cNvGraphicFramePr/>
          <p:nvPr>
            <p:extLst>
              <p:ext uri="{D42A27DB-BD31-4B8C-83A1-F6EECF244321}">
                <p14:modId xmlns:p14="http://schemas.microsoft.com/office/powerpoint/2010/main" val="2068412001"/>
              </p:ext>
            </p:extLst>
          </p:nvPr>
        </p:nvGraphicFramePr>
        <p:xfrm>
          <a:off x="723900" y="1559387"/>
          <a:ext cx="10753166" cy="46804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8" name="Text Placeholder 2">
            <a:extLst>
              <a:ext uri="{FF2B5EF4-FFF2-40B4-BE49-F238E27FC236}">
                <a16:creationId xmlns:a16="http://schemas.microsoft.com/office/drawing/2014/main" id="{5134A704-C241-21AB-77B8-0AD6CAA42977}"/>
              </a:ext>
            </a:extLst>
          </p:cNvPr>
          <p:cNvSpPr txBox="1">
            <a:spLocks/>
          </p:cNvSpPr>
          <p:nvPr/>
        </p:nvSpPr>
        <p:spPr>
          <a:xfrm>
            <a:off x="426993" y="851649"/>
            <a:ext cx="5288451" cy="612000"/>
          </a:xfrm>
          <a:prstGeom prst="rect">
            <a:avLst/>
          </a:prstGeom>
        </p:spPr>
        <p:txBody>
          <a:bodyPr vert="horz" lIns="36000" tIns="36000" rIns="36000" bIns="36000" rtlCol="0" anchor="t">
            <a:noAutofit/>
          </a:bodyPr>
          <a:lstStyle>
            <a:lvl1pPr marL="0" indent="0" algn="l" defTabSz="914318" rtl="0" eaLnBrk="1" latinLnBrk="0" hangingPunct="1">
              <a:lnSpc>
                <a:spcPct val="100000"/>
              </a:lnSpc>
              <a:spcBef>
                <a:spcPts val="0"/>
              </a:spcBef>
              <a:buFont typeface="Arial" panose="020B0604020202020204" pitchFamily="34" charset="0"/>
              <a:buNone/>
              <a:tabLst/>
              <a:defRPr sz="1100" b="0" i="0" kern="1200" baseline="0">
                <a:solidFill>
                  <a:schemeClr val="tx1"/>
                </a:solidFill>
                <a:latin typeface="Arial" panose="020B0604020202020204" pitchFamily="34" charset="0"/>
                <a:ea typeface="+mn-ea"/>
                <a:cs typeface="Arial" panose="020B0604020202020204" pitchFamily="34" charset="0"/>
              </a:defRPr>
            </a:lvl1pPr>
            <a:lvl2pPr marL="0" indent="0" algn="l" defTabSz="914318" rtl="0" eaLnBrk="1" latinLnBrk="0" hangingPunct="1">
              <a:lnSpc>
                <a:spcPct val="100000"/>
              </a:lnSpc>
              <a:spcBef>
                <a:spcPts val="0"/>
              </a:spcBef>
              <a:buFont typeface="Arial" panose="020B0604020202020204" pitchFamily="34" charset="0"/>
              <a:buNone/>
              <a:tabLst/>
              <a:defRPr sz="1100" b="1" i="0" kern="1200" baseline="0">
                <a:solidFill>
                  <a:schemeClr val="tx1"/>
                </a:solidFill>
                <a:latin typeface="Arial" panose="020B0604020202020204" pitchFamily="34" charset="0"/>
                <a:ea typeface="+mn-ea"/>
                <a:cs typeface="Arial" panose="020B0604020202020204" pitchFamily="34" charset="0"/>
              </a:defRPr>
            </a:lvl2pPr>
            <a:lvl3pPr marL="0" indent="0" algn="l" defTabSz="914318" rtl="0" eaLnBrk="1" latinLnBrk="0" hangingPunct="1">
              <a:lnSpc>
                <a:spcPct val="100000"/>
              </a:lnSpc>
              <a:spcBef>
                <a:spcPts val="0"/>
              </a:spcBef>
              <a:buFont typeface="Arial" panose="020B0604020202020204" pitchFamily="34" charset="0"/>
              <a:buNone/>
              <a:tabLst/>
              <a:defRPr sz="1400" b="0" i="0" kern="1200" baseline="0">
                <a:solidFill>
                  <a:srgbClr val="00C08B"/>
                </a:solidFill>
                <a:latin typeface="Arial" panose="020B0604020202020204" pitchFamily="34" charset="0"/>
                <a:ea typeface="+mn-ea"/>
                <a:cs typeface="Arial" panose="020B0604020202020204" pitchFamily="34" charset="0"/>
              </a:defRPr>
            </a:lvl3pPr>
            <a:lvl4pPr marL="0" indent="0" algn="l" defTabSz="914318" rtl="0" eaLnBrk="1" latinLnBrk="0" hangingPunct="1">
              <a:lnSpc>
                <a:spcPct val="100000"/>
              </a:lnSpc>
              <a:spcBef>
                <a:spcPts val="0"/>
              </a:spcBef>
              <a:buFont typeface="Arial" panose="020B0604020202020204" pitchFamily="34" charset="0"/>
              <a:buNone/>
              <a:tabLst/>
              <a:defRPr sz="1100" b="0" i="1" kern="1200" baseline="0">
                <a:solidFill>
                  <a:schemeClr val="tx1"/>
                </a:solidFill>
                <a:latin typeface="Arial" panose="020B0604020202020204" pitchFamily="34" charset="0"/>
                <a:ea typeface="+mn-ea"/>
                <a:cs typeface="Arial" panose="020B0604020202020204" pitchFamily="34" charset="0"/>
              </a:defRPr>
            </a:lvl4pPr>
            <a:lvl5pPr marL="0" indent="-171450" algn="l" defTabSz="914318" rtl="0" eaLnBrk="1" latinLnBrk="0" hangingPunct="1">
              <a:lnSpc>
                <a:spcPct val="100000"/>
              </a:lnSpc>
              <a:spcBef>
                <a:spcPts val="0"/>
              </a:spcBef>
              <a:buFont typeface="Arial" panose="020B0604020202020204" pitchFamily="34" charset="0"/>
              <a:buChar char="•"/>
              <a:tabLst/>
              <a:defRPr sz="1100" b="0" i="0" kern="1200" baseline="0">
                <a:solidFill>
                  <a:schemeClr val="tx1"/>
                </a:solidFill>
                <a:latin typeface="Arial" panose="020B0604020202020204" pitchFamily="34" charset="0"/>
                <a:ea typeface="+mn-ea"/>
                <a:cs typeface="Arial" panose="020B0604020202020204" pitchFamily="34" charset="0"/>
              </a:defRPr>
            </a:lvl5pPr>
            <a:lvl6pPr marL="251437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6pPr>
            <a:lvl7pPr marL="297153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7pPr>
            <a:lvl8pPr marL="3428692"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8pPr>
            <a:lvl9pPr marL="3885850"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9pPr>
          </a:lstStyle>
          <a:p>
            <a:r>
              <a:rPr lang="en-US" sz="2400">
                <a:latin typeface="Arial"/>
                <a:ea typeface="+mn-lt"/>
                <a:cs typeface="Arial"/>
              </a:rPr>
              <a:t>S3 – Object Storage Classes</a:t>
            </a:r>
            <a:endParaRPr lang="en-US" sz="2400">
              <a:ea typeface="+mn-lt"/>
              <a:cs typeface="Arial"/>
            </a:endParaRPr>
          </a:p>
        </p:txBody>
      </p:sp>
    </p:spTree>
    <p:extLst>
      <p:ext uri="{BB962C8B-B14F-4D97-AF65-F5344CB8AC3E}">
        <p14:creationId xmlns:p14="http://schemas.microsoft.com/office/powerpoint/2010/main" val="2170844940"/>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BDA3603-AB90-25F7-2F39-58DFBD7855BD}"/>
              </a:ext>
            </a:extLst>
          </p:cNvPr>
          <p:cNvSpPr>
            <a:spLocks noGrp="1"/>
          </p:cNvSpPr>
          <p:nvPr>
            <p:ph type="title"/>
          </p:nvPr>
        </p:nvSpPr>
        <p:spPr>
          <a:xfrm>
            <a:off x="828000" y="1008000"/>
            <a:ext cx="5378098" cy="963036"/>
          </a:xfrm>
        </p:spPr>
        <p:txBody>
          <a:bodyPr/>
          <a:lstStyle/>
          <a:p>
            <a:r>
              <a:rPr lang="en-GB">
                <a:latin typeface="Arial"/>
                <a:cs typeface="Arial"/>
              </a:rPr>
              <a:t>S3 Glacier</a:t>
            </a:r>
            <a:endParaRPr lang="en-GB"/>
          </a:p>
        </p:txBody>
      </p:sp>
      <p:sp>
        <p:nvSpPr>
          <p:cNvPr id="7" name="Text Placeholder 6">
            <a:extLst>
              <a:ext uri="{FF2B5EF4-FFF2-40B4-BE49-F238E27FC236}">
                <a16:creationId xmlns:a16="http://schemas.microsoft.com/office/drawing/2014/main" id="{610E875B-D032-9616-0AFE-1F46EC629E36}"/>
              </a:ext>
            </a:extLst>
          </p:cNvPr>
          <p:cNvSpPr>
            <a:spLocks noGrp="1"/>
          </p:cNvSpPr>
          <p:nvPr>
            <p:ph type="body" sz="quarter" idx="115"/>
          </p:nvPr>
        </p:nvSpPr>
        <p:spPr/>
        <p:txBody>
          <a:bodyPr/>
          <a:lstStyle/>
          <a:p>
            <a:r>
              <a:rPr lang="en-US" i="0"/>
              <a:t>S3, Tagging, CloudTrail</a:t>
            </a:r>
            <a:endParaRPr lang="en-US"/>
          </a:p>
        </p:txBody>
      </p:sp>
      <p:pic>
        <p:nvPicPr>
          <p:cNvPr id="10" name="Graphic 37">
            <a:extLst>
              <a:ext uri="{FF2B5EF4-FFF2-40B4-BE49-F238E27FC236}">
                <a16:creationId xmlns:a16="http://schemas.microsoft.com/office/drawing/2014/main" id="{C1D73C6C-1EBC-9A22-1BD4-E3E3786A917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517774" y="957384"/>
            <a:ext cx="881547" cy="881547"/>
          </a:xfrm>
          <a:prstGeom prst="rect">
            <a:avLst/>
          </a:prstGeom>
        </p:spPr>
      </p:pic>
      <p:sp>
        <p:nvSpPr>
          <p:cNvPr id="11" name="TextBox 103">
            <a:extLst>
              <a:ext uri="{FF2B5EF4-FFF2-40B4-BE49-F238E27FC236}">
                <a16:creationId xmlns:a16="http://schemas.microsoft.com/office/drawing/2014/main" id="{1F3967FF-6FDA-E76C-0821-7B0BC26CFD1D}"/>
              </a:ext>
            </a:extLst>
          </p:cNvPr>
          <p:cNvSpPr txBox="1">
            <a:spLocks noChangeArrowheads="1"/>
          </p:cNvSpPr>
          <p:nvPr/>
        </p:nvSpPr>
        <p:spPr bwMode="auto">
          <a:xfrm>
            <a:off x="7357666" y="1849856"/>
            <a:ext cx="1271964" cy="430887"/>
          </a:xfrm>
          <a:prstGeom prst="rect">
            <a:avLst/>
          </a:prstGeom>
          <a:noFill/>
          <a:ln w="9525">
            <a:noFill/>
            <a:miter lim="800000"/>
            <a:headEnd/>
            <a:tailEnd/>
          </a:ln>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a:latin typeface="Amazon Ember" panose="02000000000000000000" pitchFamily="2" charset="0"/>
                <a:ea typeface="Amazon Ember" panose="02000000000000000000" pitchFamily="2" charset="0"/>
                <a:cs typeface="Amazon Ember Light" panose="020B0403020204020204" pitchFamily="34" charset="0"/>
              </a:rPr>
              <a:t>On-premises server</a:t>
            </a:r>
          </a:p>
        </p:txBody>
      </p:sp>
      <p:sp>
        <p:nvSpPr>
          <p:cNvPr id="12" name="Freeform 20">
            <a:extLst>
              <a:ext uri="{FF2B5EF4-FFF2-40B4-BE49-F238E27FC236}">
                <a16:creationId xmlns:a16="http://schemas.microsoft.com/office/drawing/2014/main" id="{DFCF428A-54EF-E94D-31A2-C23B778CD8C2}"/>
              </a:ext>
            </a:extLst>
          </p:cNvPr>
          <p:cNvSpPr/>
          <p:nvPr/>
        </p:nvSpPr>
        <p:spPr>
          <a:xfrm>
            <a:off x="8024062" y="2488926"/>
            <a:ext cx="661207" cy="1386921"/>
          </a:xfrm>
          <a:custGeom>
            <a:avLst/>
            <a:gdLst>
              <a:gd name="connsiteX0" fmla="*/ 0 w 495905"/>
              <a:gd name="connsiteY0" fmla="*/ 0 h 1233715"/>
              <a:gd name="connsiteX1" fmla="*/ 108858 w 495905"/>
              <a:gd name="connsiteY1" fmla="*/ 955524 h 1233715"/>
              <a:gd name="connsiteX2" fmla="*/ 495905 w 495905"/>
              <a:gd name="connsiteY2" fmla="*/ 1233715 h 1233715"/>
              <a:gd name="connsiteX0" fmla="*/ 0 w 495905"/>
              <a:gd name="connsiteY0" fmla="*/ 0 h 1233715"/>
              <a:gd name="connsiteX1" fmla="*/ 84667 w 495905"/>
              <a:gd name="connsiteY1" fmla="*/ 786190 h 1233715"/>
              <a:gd name="connsiteX2" fmla="*/ 495905 w 495905"/>
              <a:gd name="connsiteY2" fmla="*/ 1233715 h 1233715"/>
              <a:gd name="connsiteX0" fmla="*/ 0 w 495905"/>
              <a:gd name="connsiteY0" fmla="*/ 0 h 1040191"/>
              <a:gd name="connsiteX1" fmla="*/ 84667 w 495905"/>
              <a:gd name="connsiteY1" fmla="*/ 786190 h 1040191"/>
              <a:gd name="connsiteX2" fmla="*/ 495905 w 495905"/>
              <a:gd name="connsiteY2" fmla="*/ 1040191 h 1040191"/>
              <a:gd name="connsiteX0" fmla="*/ 0 w 495905"/>
              <a:gd name="connsiteY0" fmla="*/ 0 h 1040191"/>
              <a:gd name="connsiteX1" fmla="*/ 72572 w 495905"/>
              <a:gd name="connsiteY1" fmla="*/ 592666 h 1040191"/>
              <a:gd name="connsiteX2" fmla="*/ 495905 w 495905"/>
              <a:gd name="connsiteY2" fmla="*/ 1040191 h 1040191"/>
            </a:gdLst>
            <a:ahLst/>
            <a:cxnLst>
              <a:cxn ang="0">
                <a:pos x="connsiteX0" y="connsiteY0"/>
              </a:cxn>
              <a:cxn ang="0">
                <a:pos x="connsiteX1" y="connsiteY1"/>
              </a:cxn>
              <a:cxn ang="0">
                <a:pos x="connsiteX2" y="connsiteY2"/>
              </a:cxn>
            </a:cxnLst>
            <a:rect l="l" t="t" r="r" b="b"/>
            <a:pathLst>
              <a:path w="495905" h="1040191">
                <a:moveTo>
                  <a:pt x="0" y="0"/>
                </a:moveTo>
                <a:cubicBezTo>
                  <a:pt x="13103" y="374952"/>
                  <a:pt x="-10079" y="419301"/>
                  <a:pt x="72572" y="592666"/>
                </a:cubicBezTo>
                <a:cubicBezTo>
                  <a:pt x="155223" y="766031"/>
                  <a:pt x="495905" y="1040191"/>
                  <a:pt x="495905" y="1040191"/>
                </a:cubicBezTo>
              </a:path>
            </a:pathLst>
          </a:custGeom>
          <a:ln w="76200" cmpd="sng">
            <a:solidFill>
              <a:schemeClr val="accent6"/>
            </a:solidFill>
            <a:headEnd type="triangle"/>
            <a:tailEnd type="triangle"/>
          </a:ln>
        </p:spPr>
        <p:style>
          <a:lnRef idx="3">
            <a:schemeClr val="accent2"/>
          </a:lnRef>
          <a:fillRef idx="0">
            <a:schemeClr val="accent2"/>
          </a:fillRef>
          <a:effectRef idx="2">
            <a:schemeClr val="accent2"/>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1600">
              <a:latin typeface="Amazon Ember" panose="020B0603020204020204" pitchFamily="34" charset="0"/>
              <a:ea typeface="Amazon Ember" panose="020B0603020204020204" pitchFamily="34" charset="0"/>
              <a:cs typeface="Amazon Ember" panose="020B0603020204020204" pitchFamily="34" charset="0"/>
            </a:endParaRPr>
          </a:p>
        </p:txBody>
      </p:sp>
      <p:sp>
        <p:nvSpPr>
          <p:cNvPr id="13" name="Freeform 26">
            <a:extLst>
              <a:ext uri="{FF2B5EF4-FFF2-40B4-BE49-F238E27FC236}">
                <a16:creationId xmlns:a16="http://schemas.microsoft.com/office/drawing/2014/main" id="{7BC3DBB1-5CCF-C4B7-BE9A-D453C138934D}"/>
              </a:ext>
            </a:extLst>
          </p:cNvPr>
          <p:cNvSpPr/>
          <p:nvPr/>
        </p:nvSpPr>
        <p:spPr>
          <a:xfrm flipH="1">
            <a:off x="9610558" y="2488926"/>
            <a:ext cx="661207" cy="1386921"/>
          </a:xfrm>
          <a:custGeom>
            <a:avLst/>
            <a:gdLst>
              <a:gd name="connsiteX0" fmla="*/ 0 w 495905"/>
              <a:gd name="connsiteY0" fmla="*/ 0 h 1233715"/>
              <a:gd name="connsiteX1" fmla="*/ 108858 w 495905"/>
              <a:gd name="connsiteY1" fmla="*/ 955524 h 1233715"/>
              <a:gd name="connsiteX2" fmla="*/ 495905 w 495905"/>
              <a:gd name="connsiteY2" fmla="*/ 1233715 h 1233715"/>
              <a:gd name="connsiteX0" fmla="*/ 0 w 495905"/>
              <a:gd name="connsiteY0" fmla="*/ 0 h 1233715"/>
              <a:gd name="connsiteX1" fmla="*/ 84667 w 495905"/>
              <a:gd name="connsiteY1" fmla="*/ 786190 h 1233715"/>
              <a:gd name="connsiteX2" fmla="*/ 495905 w 495905"/>
              <a:gd name="connsiteY2" fmla="*/ 1233715 h 1233715"/>
              <a:gd name="connsiteX0" fmla="*/ 0 w 495905"/>
              <a:gd name="connsiteY0" fmla="*/ 0 h 1040191"/>
              <a:gd name="connsiteX1" fmla="*/ 84667 w 495905"/>
              <a:gd name="connsiteY1" fmla="*/ 786190 h 1040191"/>
              <a:gd name="connsiteX2" fmla="*/ 495905 w 495905"/>
              <a:gd name="connsiteY2" fmla="*/ 1040191 h 1040191"/>
              <a:gd name="connsiteX0" fmla="*/ 0 w 495905"/>
              <a:gd name="connsiteY0" fmla="*/ 0 h 1040191"/>
              <a:gd name="connsiteX1" fmla="*/ 72572 w 495905"/>
              <a:gd name="connsiteY1" fmla="*/ 592666 h 1040191"/>
              <a:gd name="connsiteX2" fmla="*/ 495905 w 495905"/>
              <a:gd name="connsiteY2" fmla="*/ 1040191 h 1040191"/>
            </a:gdLst>
            <a:ahLst/>
            <a:cxnLst>
              <a:cxn ang="0">
                <a:pos x="connsiteX0" y="connsiteY0"/>
              </a:cxn>
              <a:cxn ang="0">
                <a:pos x="connsiteX1" y="connsiteY1"/>
              </a:cxn>
              <a:cxn ang="0">
                <a:pos x="connsiteX2" y="connsiteY2"/>
              </a:cxn>
            </a:cxnLst>
            <a:rect l="l" t="t" r="r" b="b"/>
            <a:pathLst>
              <a:path w="495905" h="1040191">
                <a:moveTo>
                  <a:pt x="0" y="0"/>
                </a:moveTo>
                <a:cubicBezTo>
                  <a:pt x="13103" y="374952"/>
                  <a:pt x="-10079" y="419301"/>
                  <a:pt x="72572" y="592666"/>
                </a:cubicBezTo>
                <a:cubicBezTo>
                  <a:pt x="155223" y="766031"/>
                  <a:pt x="495905" y="1040191"/>
                  <a:pt x="495905" y="1040191"/>
                </a:cubicBezTo>
              </a:path>
            </a:pathLst>
          </a:custGeom>
          <a:ln w="76200" cmpd="sng">
            <a:solidFill>
              <a:schemeClr val="accent6"/>
            </a:solidFill>
            <a:headEnd type="triangle"/>
            <a:tailEnd type="triangle"/>
          </a:ln>
        </p:spPr>
        <p:style>
          <a:lnRef idx="3">
            <a:schemeClr val="accent2"/>
          </a:lnRef>
          <a:fillRef idx="0">
            <a:schemeClr val="accent2"/>
          </a:fillRef>
          <a:effectRef idx="2">
            <a:schemeClr val="accent2"/>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1600">
              <a:latin typeface="Amazon Ember" panose="020B0603020204020204" pitchFamily="34" charset="0"/>
              <a:ea typeface="Amazon Ember" panose="020B0603020204020204" pitchFamily="34" charset="0"/>
              <a:cs typeface="Amazon Ember" panose="020B0603020204020204" pitchFamily="34" charset="0"/>
            </a:endParaRPr>
          </a:p>
        </p:txBody>
      </p:sp>
      <p:sp>
        <p:nvSpPr>
          <p:cNvPr id="14" name="TextBox 103">
            <a:extLst>
              <a:ext uri="{FF2B5EF4-FFF2-40B4-BE49-F238E27FC236}">
                <a16:creationId xmlns:a16="http://schemas.microsoft.com/office/drawing/2014/main" id="{123BF2F2-E98E-CB2F-267E-6949465ADDCF}"/>
              </a:ext>
            </a:extLst>
          </p:cNvPr>
          <p:cNvSpPr txBox="1">
            <a:spLocks noChangeArrowheads="1"/>
          </p:cNvSpPr>
          <p:nvPr/>
        </p:nvSpPr>
        <p:spPr bwMode="auto">
          <a:xfrm>
            <a:off x="6087477" y="3015852"/>
            <a:ext cx="780547" cy="430887"/>
          </a:xfrm>
          <a:prstGeom prst="rect">
            <a:avLst/>
          </a:prstGeom>
          <a:noFill/>
          <a:ln w="9525">
            <a:noFill/>
            <a:miter lim="800000"/>
            <a:headEnd/>
            <a:tailEnd/>
          </a:ln>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a:latin typeface="Amazon Ember" panose="02000000000000000000" pitchFamily="2" charset="0"/>
                <a:ea typeface="Amazon Ember" panose="02000000000000000000" pitchFamily="2" charset="0"/>
                <a:cs typeface="Amazon Ember Light" panose="020B0403020204020204" pitchFamily="34" charset="0"/>
              </a:rPr>
              <a:t>Archive via API</a:t>
            </a:r>
          </a:p>
        </p:txBody>
      </p:sp>
      <p:sp>
        <p:nvSpPr>
          <p:cNvPr id="15" name="TextBox 103">
            <a:extLst>
              <a:ext uri="{FF2B5EF4-FFF2-40B4-BE49-F238E27FC236}">
                <a16:creationId xmlns:a16="http://schemas.microsoft.com/office/drawing/2014/main" id="{48D0FFA1-D0BF-E77E-0981-42918E85C717}"/>
              </a:ext>
            </a:extLst>
          </p:cNvPr>
          <p:cNvSpPr txBox="1">
            <a:spLocks noChangeArrowheads="1"/>
          </p:cNvSpPr>
          <p:nvPr/>
        </p:nvSpPr>
        <p:spPr bwMode="auto">
          <a:xfrm>
            <a:off x="10466604" y="2810427"/>
            <a:ext cx="964396" cy="646331"/>
          </a:xfrm>
          <a:prstGeom prst="rect">
            <a:avLst/>
          </a:prstGeom>
          <a:noFill/>
          <a:ln w="9525">
            <a:noFill/>
            <a:miter lim="800000"/>
            <a:headEnd/>
            <a:tailEnd/>
          </a:ln>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a:latin typeface="Amazon Ember" panose="02000000000000000000" pitchFamily="2" charset="0"/>
                <a:ea typeface="Amazon Ember" panose="02000000000000000000" pitchFamily="2" charset="0"/>
                <a:cs typeface="Amazon Ember Light" panose="020B0403020204020204" pitchFamily="34" charset="0"/>
              </a:rPr>
              <a:t>Use lifecycle rules</a:t>
            </a:r>
          </a:p>
        </p:txBody>
      </p:sp>
      <p:sp>
        <p:nvSpPr>
          <p:cNvPr id="16" name="TextBox 103">
            <a:extLst>
              <a:ext uri="{FF2B5EF4-FFF2-40B4-BE49-F238E27FC236}">
                <a16:creationId xmlns:a16="http://schemas.microsoft.com/office/drawing/2014/main" id="{401C5E2D-C063-E5EF-863D-BEF98491329C}"/>
              </a:ext>
            </a:extLst>
          </p:cNvPr>
          <p:cNvSpPr txBox="1">
            <a:spLocks noChangeArrowheads="1"/>
          </p:cNvSpPr>
          <p:nvPr/>
        </p:nvSpPr>
        <p:spPr bwMode="auto">
          <a:xfrm>
            <a:off x="8802336" y="3288448"/>
            <a:ext cx="780547" cy="215444"/>
          </a:xfrm>
          <a:prstGeom prst="rect">
            <a:avLst/>
          </a:prstGeom>
          <a:noFill/>
          <a:ln w="9525">
            <a:noFill/>
            <a:miter lim="800000"/>
            <a:headEnd/>
            <a:tailEnd/>
          </a:ln>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a:latin typeface="Amazon Ember" panose="02000000000000000000" pitchFamily="2" charset="0"/>
                <a:ea typeface="Amazon Ember" panose="02000000000000000000" pitchFamily="2" charset="0"/>
                <a:cs typeface="Amazon Ember Light" panose="020B0403020204020204" pitchFamily="34" charset="0"/>
              </a:rPr>
              <a:t>or…</a:t>
            </a:r>
          </a:p>
        </p:txBody>
      </p:sp>
      <p:sp>
        <p:nvSpPr>
          <p:cNvPr id="17" name="Freeform 23">
            <a:extLst>
              <a:ext uri="{FF2B5EF4-FFF2-40B4-BE49-F238E27FC236}">
                <a16:creationId xmlns:a16="http://schemas.microsoft.com/office/drawing/2014/main" id="{DD56CDAE-2FA9-7D30-59B2-0917A5DC1C5D}"/>
              </a:ext>
            </a:extLst>
          </p:cNvPr>
          <p:cNvSpPr/>
          <p:nvPr/>
        </p:nvSpPr>
        <p:spPr>
          <a:xfrm>
            <a:off x="6975409" y="2808633"/>
            <a:ext cx="1709859" cy="1050056"/>
          </a:xfrm>
          <a:custGeom>
            <a:avLst/>
            <a:gdLst>
              <a:gd name="connsiteX0" fmla="*/ 0 w 495905"/>
              <a:gd name="connsiteY0" fmla="*/ 0 h 1233715"/>
              <a:gd name="connsiteX1" fmla="*/ 108858 w 495905"/>
              <a:gd name="connsiteY1" fmla="*/ 955524 h 1233715"/>
              <a:gd name="connsiteX2" fmla="*/ 495905 w 495905"/>
              <a:gd name="connsiteY2" fmla="*/ 1233715 h 1233715"/>
              <a:gd name="connsiteX0" fmla="*/ 0 w 495905"/>
              <a:gd name="connsiteY0" fmla="*/ 0 h 1233715"/>
              <a:gd name="connsiteX1" fmla="*/ 84667 w 495905"/>
              <a:gd name="connsiteY1" fmla="*/ 786190 h 1233715"/>
              <a:gd name="connsiteX2" fmla="*/ 495905 w 495905"/>
              <a:gd name="connsiteY2" fmla="*/ 1233715 h 1233715"/>
              <a:gd name="connsiteX0" fmla="*/ 0 w 495905"/>
              <a:gd name="connsiteY0" fmla="*/ 0 h 1040191"/>
              <a:gd name="connsiteX1" fmla="*/ 84667 w 495905"/>
              <a:gd name="connsiteY1" fmla="*/ 786190 h 1040191"/>
              <a:gd name="connsiteX2" fmla="*/ 495905 w 495905"/>
              <a:gd name="connsiteY2" fmla="*/ 1040191 h 1040191"/>
              <a:gd name="connsiteX0" fmla="*/ 0 w 495905"/>
              <a:gd name="connsiteY0" fmla="*/ 0 h 1040191"/>
              <a:gd name="connsiteX1" fmla="*/ 72572 w 495905"/>
              <a:gd name="connsiteY1" fmla="*/ 592666 h 1040191"/>
              <a:gd name="connsiteX2" fmla="*/ 495905 w 495905"/>
              <a:gd name="connsiteY2" fmla="*/ 1040191 h 1040191"/>
            </a:gdLst>
            <a:ahLst/>
            <a:cxnLst>
              <a:cxn ang="0">
                <a:pos x="connsiteX0" y="connsiteY0"/>
              </a:cxn>
              <a:cxn ang="0">
                <a:pos x="connsiteX1" y="connsiteY1"/>
              </a:cxn>
              <a:cxn ang="0">
                <a:pos x="connsiteX2" y="connsiteY2"/>
              </a:cxn>
            </a:cxnLst>
            <a:rect l="l" t="t" r="r" b="b"/>
            <a:pathLst>
              <a:path w="495905" h="1040191">
                <a:moveTo>
                  <a:pt x="0" y="0"/>
                </a:moveTo>
                <a:cubicBezTo>
                  <a:pt x="13103" y="374952"/>
                  <a:pt x="-10079" y="419301"/>
                  <a:pt x="72572" y="592666"/>
                </a:cubicBezTo>
                <a:cubicBezTo>
                  <a:pt x="155223" y="766031"/>
                  <a:pt x="495905" y="1040191"/>
                  <a:pt x="495905" y="1040191"/>
                </a:cubicBezTo>
              </a:path>
            </a:pathLst>
          </a:custGeom>
          <a:ln w="76200" cmpd="sng">
            <a:solidFill>
              <a:schemeClr val="accent6"/>
            </a:solidFill>
            <a:headEnd type="triangle"/>
            <a:tailEnd type="triangle"/>
          </a:ln>
        </p:spPr>
        <p:style>
          <a:lnRef idx="3">
            <a:schemeClr val="accent2"/>
          </a:lnRef>
          <a:fillRef idx="0">
            <a:schemeClr val="accent2"/>
          </a:fillRef>
          <a:effectRef idx="2">
            <a:schemeClr val="accent2"/>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1600">
              <a:latin typeface="Amazon Ember" panose="020B0603020204020204" pitchFamily="34" charset="0"/>
              <a:ea typeface="Amazon Ember" panose="020B0603020204020204" pitchFamily="34" charset="0"/>
              <a:cs typeface="Amazon Ember" panose="020B0603020204020204" pitchFamily="34" charset="0"/>
            </a:endParaRPr>
          </a:p>
        </p:txBody>
      </p:sp>
      <p:pic>
        <p:nvPicPr>
          <p:cNvPr id="18" name="Graphic 44">
            <a:extLst>
              <a:ext uri="{FF2B5EF4-FFF2-40B4-BE49-F238E27FC236}">
                <a16:creationId xmlns:a16="http://schemas.microsoft.com/office/drawing/2014/main" id="{0EC07B7C-2EC1-17BD-8422-FB04AD7435E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041847" y="1114000"/>
            <a:ext cx="711200" cy="711200"/>
          </a:xfrm>
          <a:prstGeom prst="rect">
            <a:avLst/>
          </a:prstGeom>
        </p:spPr>
      </p:pic>
      <p:sp>
        <p:nvSpPr>
          <p:cNvPr id="19" name="TextBox 10">
            <a:extLst>
              <a:ext uri="{FF2B5EF4-FFF2-40B4-BE49-F238E27FC236}">
                <a16:creationId xmlns:a16="http://schemas.microsoft.com/office/drawing/2014/main" id="{82A04135-9024-FD6E-ED10-77566F1EE1E0}"/>
              </a:ext>
            </a:extLst>
          </p:cNvPr>
          <p:cNvSpPr txBox="1"/>
          <p:nvPr/>
        </p:nvSpPr>
        <p:spPr>
          <a:xfrm>
            <a:off x="9246495" y="1825200"/>
            <a:ext cx="2301904"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a:latin typeface="Amazon Ember" panose="02000000000000000000" pitchFamily="2" charset="0"/>
              </a:rPr>
              <a:t>Amazon Simple Storage Service (S3)</a:t>
            </a:r>
          </a:p>
        </p:txBody>
      </p:sp>
      <p:pic>
        <p:nvPicPr>
          <p:cNvPr id="20" name="Graphic 31">
            <a:extLst>
              <a:ext uri="{FF2B5EF4-FFF2-40B4-BE49-F238E27FC236}">
                <a16:creationId xmlns:a16="http://schemas.microsoft.com/office/drawing/2014/main" id="{E20BD89D-A63A-9625-4743-98D6DBC3321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819414" y="3859357"/>
            <a:ext cx="711200" cy="711200"/>
          </a:xfrm>
          <a:prstGeom prst="rect">
            <a:avLst/>
          </a:prstGeom>
        </p:spPr>
      </p:pic>
      <p:sp>
        <p:nvSpPr>
          <p:cNvPr id="21" name="TextBox 12">
            <a:extLst>
              <a:ext uri="{FF2B5EF4-FFF2-40B4-BE49-F238E27FC236}">
                <a16:creationId xmlns:a16="http://schemas.microsoft.com/office/drawing/2014/main" id="{5018071E-F66A-8803-FDE8-140DE871AEB4}"/>
              </a:ext>
            </a:extLst>
          </p:cNvPr>
          <p:cNvSpPr txBox="1"/>
          <p:nvPr/>
        </p:nvSpPr>
        <p:spPr>
          <a:xfrm>
            <a:off x="8024062" y="4558117"/>
            <a:ext cx="2301904"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a:latin typeface="Amazon Ember" panose="02000000000000000000" pitchFamily="2" charset="0"/>
              </a:rPr>
              <a:t>Amazon S3 Glacier</a:t>
            </a:r>
          </a:p>
        </p:txBody>
      </p:sp>
      <p:pic>
        <p:nvPicPr>
          <p:cNvPr id="22" name="Graphic 135">
            <a:extLst>
              <a:ext uri="{FF2B5EF4-FFF2-40B4-BE49-F238E27FC236}">
                <a16:creationId xmlns:a16="http://schemas.microsoft.com/office/drawing/2014/main" id="{D08CE0F6-D949-FB06-DE88-CA7686F84E9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308786" y="1687896"/>
            <a:ext cx="945716" cy="945716"/>
          </a:xfrm>
          <a:prstGeom prst="rect">
            <a:avLst/>
          </a:prstGeom>
        </p:spPr>
      </p:pic>
      <p:sp>
        <p:nvSpPr>
          <p:cNvPr id="23" name="TextBox 14">
            <a:extLst>
              <a:ext uri="{FF2B5EF4-FFF2-40B4-BE49-F238E27FC236}">
                <a16:creationId xmlns:a16="http://schemas.microsoft.com/office/drawing/2014/main" id="{15289493-328A-D81A-7D80-01356E2F5B37}"/>
              </a:ext>
            </a:extLst>
          </p:cNvPr>
          <p:cNvSpPr txBox="1"/>
          <p:nvPr/>
        </p:nvSpPr>
        <p:spPr>
          <a:xfrm>
            <a:off x="6045514" y="2596166"/>
            <a:ext cx="1513305"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Instance</a:t>
            </a:r>
          </a:p>
        </p:txBody>
      </p:sp>
      <p:sp>
        <p:nvSpPr>
          <p:cNvPr id="24" name="TextBox 103">
            <a:extLst>
              <a:ext uri="{FF2B5EF4-FFF2-40B4-BE49-F238E27FC236}">
                <a16:creationId xmlns:a16="http://schemas.microsoft.com/office/drawing/2014/main" id="{2A6A7A64-D524-56AE-40C7-533F976D8C15}"/>
              </a:ext>
            </a:extLst>
          </p:cNvPr>
          <p:cNvSpPr txBox="1">
            <a:spLocks noChangeArrowheads="1"/>
          </p:cNvSpPr>
          <p:nvPr/>
        </p:nvSpPr>
        <p:spPr bwMode="auto">
          <a:xfrm>
            <a:off x="8109006" y="2810427"/>
            <a:ext cx="954456" cy="430887"/>
          </a:xfrm>
          <a:prstGeom prst="rect">
            <a:avLst/>
          </a:prstGeom>
          <a:noFill/>
          <a:ln w="9525">
            <a:noFill/>
            <a:miter lim="800000"/>
            <a:headEnd/>
            <a:tailEnd/>
          </a:ln>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a:latin typeface="Amazon Ember" panose="02000000000000000000" pitchFamily="2" charset="0"/>
                <a:ea typeface="Amazon Ember" panose="02000000000000000000" pitchFamily="2" charset="0"/>
                <a:cs typeface="Amazon Ember Light" panose="020B0403020204020204" pitchFamily="34" charset="0"/>
              </a:rPr>
              <a:t>Archive via AWS CLI</a:t>
            </a:r>
          </a:p>
        </p:txBody>
      </p:sp>
      <p:sp>
        <p:nvSpPr>
          <p:cNvPr id="26" name="TextBox 25">
            <a:extLst>
              <a:ext uri="{FF2B5EF4-FFF2-40B4-BE49-F238E27FC236}">
                <a16:creationId xmlns:a16="http://schemas.microsoft.com/office/drawing/2014/main" id="{CBBDA782-B41A-A2D5-E099-D4662A6B3A02}"/>
              </a:ext>
            </a:extLst>
          </p:cNvPr>
          <p:cNvSpPr txBox="1"/>
          <p:nvPr/>
        </p:nvSpPr>
        <p:spPr>
          <a:xfrm>
            <a:off x="824752" y="1954305"/>
            <a:ext cx="4661647" cy="2042473"/>
          </a:xfrm>
          <a:prstGeom prst="rect">
            <a:avLst/>
          </a:prstGeom>
          <a:noFill/>
        </p:spPr>
        <p:txBody>
          <a:bodyPr rot="0" spcFirstLastPara="0" vertOverflow="overflow" horzOverflow="overflow" vert="horz" wrap="square" lIns="0" tIns="36000" rIns="216000" bIns="36000" numCol="1" spcCol="0" rtlCol="0" fromWordArt="0" anchor="t" anchorCtr="0" forceAA="0" compatLnSpc="1">
            <a:prstTxWarp prst="textNoShape">
              <a:avLst/>
            </a:prstTxWarp>
            <a:spAutoFit/>
          </a:bodyPr>
          <a:lstStyle/>
          <a:p>
            <a:r>
              <a:rPr lang="en-GB" sz="1600">
                <a:cs typeface="Arial"/>
              </a:rPr>
              <a:t>Extremely low-cost data archiving</a:t>
            </a:r>
          </a:p>
          <a:p>
            <a:endParaRPr lang="en-GB" sz="1600">
              <a:cs typeface="Arial"/>
            </a:endParaRPr>
          </a:p>
          <a:p>
            <a:r>
              <a:rPr lang="en-GB" sz="1600">
                <a:cs typeface="Arial"/>
              </a:rPr>
              <a:t>Long-term backup</a:t>
            </a:r>
          </a:p>
          <a:p>
            <a:endParaRPr lang="en-GB" sz="1600">
              <a:cs typeface="Arial"/>
            </a:endParaRPr>
          </a:p>
          <a:p>
            <a:r>
              <a:rPr lang="en-GB" sz="1600">
                <a:cs typeface="Arial"/>
              </a:rPr>
              <a:t>Retrieval by request</a:t>
            </a:r>
          </a:p>
          <a:p>
            <a:endParaRPr lang="en-GB" sz="1600">
              <a:cs typeface="Arial"/>
            </a:endParaRPr>
          </a:p>
          <a:p>
            <a:r>
              <a:rPr lang="en-GB" sz="1600">
                <a:cs typeface="Arial"/>
              </a:rPr>
              <a:t>Can configure lifecycle archiving of Amazon S3 content to Amazon S3 Glacier</a:t>
            </a:r>
          </a:p>
        </p:txBody>
      </p:sp>
      <p:pic>
        <p:nvPicPr>
          <p:cNvPr id="27" name="Picture 27" descr="Shape, polygon&#10;&#10;Description automatically generated">
            <a:extLst>
              <a:ext uri="{FF2B5EF4-FFF2-40B4-BE49-F238E27FC236}">
                <a16:creationId xmlns:a16="http://schemas.microsoft.com/office/drawing/2014/main" id="{CD6E2D39-F4E1-F191-1B6F-E77F7BFD8C66}"/>
              </a:ext>
            </a:extLst>
          </p:cNvPr>
          <p:cNvPicPr>
            <a:picLocks noChangeAspect="1"/>
          </p:cNvPicPr>
          <p:nvPr/>
        </p:nvPicPr>
        <p:blipFill>
          <a:blip r:embed="rId10"/>
          <a:stretch>
            <a:fillRect/>
          </a:stretch>
        </p:blipFill>
        <p:spPr>
          <a:xfrm>
            <a:off x="2698376" y="4518213"/>
            <a:ext cx="2743200" cy="1371600"/>
          </a:xfrm>
          <a:prstGeom prst="rect">
            <a:avLst/>
          </a:prstGeom>
        </p:spPr>
      </p:pic>
      <p:pic>
        <p:nvPicPr>
          <p:cNvPr id="28" name="Picture 28">
            <a:extLst>
              <a:ext uri="{FF2B5EF4-FFF2-40B4-BE49-F238E27FC236}">
                <a16:creationId xmlns:a16="http://schemas.microsoft.com/office/drawing/2014/main" id="{BF36B2D5-0EB8-AFDF-250D-9584094F3F8C}"/>
              </a:ext>
            </a:extLst>
          </p:cNvPr>
          <p:cNvPicPr>
            <a:picLocks noChangeAspect="1"/>
          </p:cNvPicPr>
          <p:nvPr/>
        </p:nvPicPr>
        <p:blipFill>
          <a:blip r:embed="rId11"/>
          <a:stretch>
            <a:fillRect/>
          </a:stretch>
        </p:blipFill>
        <p:spPr>
          <a:xfrm>
            <a:off x="786373" y="4465264"/>
            <a:ext cx="1152526" cy="1280273"/>
          </a:xfrm>
          <a:prstGeom prst="rect">
            <a:avLst/>
          </a:prstGeom>
        </p:spPr>
      </p:pic>
      <p:sp>
        <p:nvSpPr>
          <p:cNvPr id="170" name="TextBox 169">
            <a:extLst>
              <a:ext uri="{FF2B5EF4-FFF2-40B4-BE49-F238E27FC236}">
                <a16:creationId xmlns:a16="http://schemas.microsoft.com/office/drawing/2014/main" id="{15EED968-65ED-C0A9-FAA8-3B559DCE1CBB}"/>
              </a:ext>
            </a:extLst>
          </p:cNvPr>
          <p:cNvSpPr txBox="1"/>
          <p:nvPr/>
        </p:nvSpPr>
        <p:spPr>
          <a:xfrm>
            <a:off x="7959394" y="5075632"/>
            <a:ext cx="2743199" cy="1334587"/>
          </a:xfrm>
          <a:prstGeom prst="rect">
            <a:avLst/>
          </a:prstGeom>
          <a:noFill/>
        </p:spPr>
        <p:txBody>
          <a:bodyPr rot="0" spcFirstLastPara="0" vertOverflow="overflow" horzOverflow="overflow" vert="horz" wrap="square" lIns="0" tIns="36000" rIns="216000" bIns="36000" numCol="1" spcCol="0" rtlCol="0" fromWordArt="0" anchor="t" anchorCtr="0" forceAA="0" compatLnSpc="1">
            <a:prstTxWarp prst="textNoShape">
              <a:avLst/>
            </a:prstTxWarp>
            <a:spAutoFit/>
          </a:bodyPr>
          <a:lstStyle/>
          <a:p>
            <a:r>
              <a:rPr lang="en-GB" i="1">
                <a:cs typeface="Arial"/>
              </a:rPr>
              <a:t>Archive retrieval options</a:t>
            </a:r>
          </a:p>
          <a:p>
            <a:r>
              <a:rPr lang="en-GB" sz="1600">
                <a:cs typeface="Arial"/>
              </a:rPr>
              <a:t>Expedited: 1-5 minutes</a:t>
            </a:r>
          </a:p>
          <a:p>
            <a:r>
              <a:rPr lang="en-GB" sz="1600">
                <a:cs typeface="Arial"/>
              </a:rPr>
              <a:t>Standard: 3-5 hours</a:t>
            </a:r>
          </a:p>
          <a:p>
            <a:r>
              <a:rPr lang="en-GB" sz="1600">
                <a:cs typeface="Arial"/>
              </a:rPr>
              <a:t>Bulk: 5-12 hours</a:t>
            </a:r>
          </a:p>
          <a:p>
            <a:endParaRPr lang="en-GB" sz="1600">
              <a:cs typeface="Arial"/>
            </a:endParaRPr>
          </a:p>
        </p:txBody>
      </p:sp>
    </p:spTree>
    <p:extLst>
      <p:ext uri="{BB962C8B-B14F-4D97-AF65-F5344CB8AC3E}">
        <p14:creationId xmlns:p14="http://schemas.microsoft.com/office/powerpoint/2010/main" val="1517826607"/>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59824481"/>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A9752836-A286-7422-C826-13C376AB102F}"/>
              </a:ext>
            </a:extLst>
          </p:cNvPr>
          <p:cNvSpPr>
            <a:spLocks noGrp="1"/>
          </p:cNvSpPr>
          <p:nvPr>
            <p:ph type="body" sz="quarter" idx="4294967295"/>
          </p:nvPr>
        </p:nvSpPr>
        <p:spPr>
          <a:xfrm>
            <a:off x="4930588" y="1288023"/>
            <a:ext cx="6619688" cy="4947397"/>
          </a:xfrm>
        </p:spPr>
        <p:txBody>
          <a:bodyPr vert="horz" lIns="36000" tIns="36000" rIns="36000" bIns="36000" rtlCol="0" anchor="t">
            <a:noAutofit/>
          </a:bodyPr>
          <a:lstStyle/>
          <a:p>
            <a:r>
              <a:rPr lang="en-GB" sz="2000">
                <a:latin typeface="Arial"/>
                <a:cs typeface="Arial"/>
              </a:rPr>
              <a:t>Tag</a:t>
            </a:r>
            <a:endParaRPr lang="en-GB" sz="2000"/>
          </a:p>
          <a:p>
            <a:endParaRPr lang="en-GB" sz="2000"/>
          </a:p>
          <a:p>
            <a:r>
              <a:rPr lang="en-US" sz="2000">
                <a:latin typeface="Arial"/>
                <a:cs typeface="Arial"/>
              </a:rPr>
              <a:t>Key-value pair that can be attached to an AWS resource</a:t>
            </a:r>
            <a:endParaRPr lang="en-GB" sz="2000"/>
          </a:p>
          <a:p>
            <a:endParaRPr lang="en-US" sz="2000">
              <a:latin typeface="Arial"/>
              <a:cs typeface="Arial"/>
            </a:endParaRPr>
          </a:p>
          <a:p>
            <a:r>
              <a:rPr lang="en-US" sz="2000">
                <a:latin typeface="Arial"/>
                <a:cs typeface="Arial"/>
              </a:rPr>
              <a:t>Allows to identify and categorize resources</a:t>
            </a:r>
            <a:endParaRPr lang="en-US" sz="2000"/>
          </a:p>
          <a:p>
            <a:endParaRPr lang="en-US" sz="2000"/>
          </a:p>
          <a:p>
            <a:r>
              <a:rPr lang="en-US" sz="2000">
                <a:latin typeface="Arial"/>
                <a:cs typeface="Arial"/>
              </a:rPr>
              <a:t>Tag keys and values are case-sensitive</a:t>
            </a:r>
          </a:p>
          <a:p>
            <a:endParaRPr lang="en-US" sz="2000"/>
          </a:p>
          <a:p>
            <a:r>
              <a:rPr lang="en-US" sz="2000">
                <a:latin typeface="Arial"/>
                <a:cs typeface="Arial"/>
              </a:rPr>
              <a:t>Some tags are build-in and cannot be removed</a:t>
            </a:r>
            <a:br>
              <a:rPr lang="en-US" sz="2000">
                <a:latin typeface="Arial"/>
                <a:cs typeface="Arial"/>
              </a:rPr>
            </a:br>
            <a:r>
              <a:rPr lang="en-US" sz="2000">
                <a:latin typeface="Arial"/>
                <a:cs typeface="Arial"/>
              </a:rPr>
              <a:t>(For example: </a:t>
            </a:r>
            <a:r>
              <a:rPr lang="en-US" sz="2000" i="1" err="1">
                <a:latin typeface="Arial"/>
                <a:cs typeface="Arial"/>
              </a:rPr>
              <a:t>aws:cloudformation</a:t>
            </a:r>
            <a:r>
              <a:rPr lang="en-US" sz="2000" i="1">
                <a:latin typeface="Arial"/>
                <a:cs typeface="Arial"/>
              </a:rPr>
              <a:t>:&lt;stack-name&gt;</a:t>
            </a:r>
            <a:r>
              <a:rPr lang="en-US" sz="2000">
                <a:latin typeface="Arial"/>
                <a:cs typeface="Arial"/>
              </a:rPr>
              <a:t>)</a:t>
            </a:r>
          </a:p>
          <a:p>
            <a:endParaRPr lang="en-US" sz="2000">
              <a:latin typeface="Arial"/>
              <a:cs typeface="Arial"/>
            </a:endParaRPr>
          </a:p>
          <a:p>
            <a:r>
              <a:rPr lang="en-US" sz="2000">
                <a:latin typeface="Arial"/>
                <a:cs typeface="Arial"/>
              </a:rPr>
              <a:t>Limits</a:t>
            </a:r>
          </a:p>
          <a:p>
            <a:endParaRPr lang="en-US" sz="1400">
              <a:latin typeface="Arial"/>
              <a:cs typeface="Arial"/>
            </a:endParaRPr>
          </a:p>
          <a:p>
            <a:endParaRPr lang="en-US" sz="1400">
              <a:latin typeface="Arial"/>
              <a:cs typeface="Arial"/>
            </a:endParaRPr>
          </a:p>
        </p:txBody>
      </p:sp>
      <p:sp>
        <p:nvSpPr>
          <p:cNvPr id="16" name="Text Placeholder 15">
            <a:extLst>
              <a:ext uri="{FF2B5EF4-FFF2-40B4-BE49-F238E27FC236}">
                <a16:creationId xmlns:a16="http://schemas.microsoft.com/office/drawing/2014/main" id="{497A66C7-648A-9576-898D-F74E1E574DBA}"/>
              </a:ext>
            </a:extLst>
          </p:cNvPr>
          <p:cNvSpPr>
            <a:spLocks noGrp="1"/>
          </p:cNvSpPr>
          <p:nvPr>
            <p:ph type="body" sz="quarter" idx="115"/>
          </p:nvPr>
        </p:nvSpPr>
        <p:spPr/>
        <p:txBody>
          <a:bodyPr/>
          <a:lstStyle/>
          <a:p>
            <a:r>
              <a:rPr lang="en-US" i="0">
                <a:ea typeface="+mn-lt"/>
                <a:cs typeface="+mn-lt"/>
              </a:rPr>
              <a:t>S3, Tagging, CloudTrail</a:t>
            </a:r>
            <a:endParaRPr lang="en-US"/>
          </a:p>
        </p:txBody>
      </p:sp>
      <p:pic>
        <p:nvPicPr>
          <p:cNvPr id="6" name="Picture 6">
            <a:extLst>
              <a:ext uri="{FF2B5EF4-FFF2-40B4-BE49-F238E27FC236}">
                <a16:creationId xmlns:a16="http://schemas.microsoft.com/office/drawing/2014/main" id="{4BE21E55-41DB-B8CE-B66E-6D2D41CFD8DE}"/>
              </a:ext>
            </a:extLst>
          </p:cNvPr>
          <p:cNvPicPr>
            <a:picLocks noChangeAspect="1"/>
          </p:cNvPicPr>
          <p:nvPr/>
        </p:nvPicPr>
        <p:blipFill>
          <a:blip r:embed="rId2"/>
          <a:stretch>
            <a:fillRect/>
          </a:stretch>
        </p:blipFill>
        <p:spPr>
          <a:xfrm>
            <a:off x="439271" y="972110"/>
            <a:ext cx="3406588" cy="1919567"/>
          </a:xfrm>
          <a:prstGeom prst="rect">
            <a:avLst/>
          </a:prstGeom>
        </p:spPr>
      </p:pic>
      <p:sp>
        <p:nvSpPr>
          <p:cNvPr id="11" name="Title 9">
            <a:extLst>
              <a:ext uri="{FF2B5EF4-FFF2-40B4-BE49-F238E27FC236}">
                <a16:creationId xmlns:a16="http://schemas.microsoft.com/office/drawing/2014/main" id="{BB770BEA-7AFE-949C-7F19-3E0F2B08DFBA}"/>
              </a:ext>
            </a:extLst>
          </p:cNvPr>
          <p:cNvSpPr>
            <a:spLocks noGrp="1"/>
          </p:cNvSpPr>
          <p:nvPr>
            <p:ph type="title"/>
          </p:nvPr>
        </p:nvSpPr>
        <p:spPr>
          <a:xfrm>
            <a:off x="505270" y="972141"/>
            <a:ext cx="3170330" cy="5220000"/>
          </a:xfrm>
        </p:spPr>
        <p:txBody>
          <a:bodyPr>
            <a:normAutofit/>
          </a:bodyPr>
          <a:lstStyle/>
          <a:p>
            <a:pPr algn="ctr"/>
            <a:r>
              <a:rPr lang="en-GB" sz="3600">
                <a:latin typeface="Arial"/>
                <a:cs typeface="Arial"/>
              </a:rPr>
              <a:t>Tagging</a:t>
            </a:r>
            <a:endParaRPr lang="en-GB" sz="3600"/>
          </a:p>
        </p:txBody>
      </p:sp>
    </p:spTree>
    <p:extLst>
      <p:ext uri="{BB962C8B-B14F-4D97-AF65-F5344CB8AC3E}">
        <p14:creationId xmlns:p14="http://schemas.microsoft.com/office/powerpoint/2010/main" val="1976039498"/>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96B1D61-3562-AA79-B52B-F9686F7D08F5}"/>
              </a:ext>
            </a:extLst>
          </p:cNvPr>
          <p:cNvSpPr>
            <a:spLocks noGrp="1"/>
          </p:cNvSpPr>
          <p:nvPr>
            <p:ph type="body" sz="quarter" idx="115"/>
          </p:nvPr>
        </p:nvSpPr>
        <p:spPr/>
        <p:txBody>
          <a:bodyPr/>
          <a:lstStyle/>
          <a:p>
            <a:r>
              <a:rPr lang="en-US" i="0">
                <a:ea typeface="+mn-lt"/>
                <a:cs typeface="+mn-lt"/>
              </a:rPr>
              <a:t>S3, Tagging, CloudTrail</a:t>
            </a:r>
            <a:endParaRPr lang="en-US"/>
          </a:p>
        </p:txBody>
      </p:sp>
      <p:graphicFrame>
        <p:nvGraphicFramePr>
          <p:cNvPr id="4" name="Diagram 3">
            <a:extLst>
              <a:ext uri="{FF2B5EF4-FFF2-40B4-BE49-F238E27FC236}">
                <a16:creationId xmlns:a16="http://schemas.microsoft.com/office/drawing/2014/main" id="{50FFC85D-16A9-2114-DCF3-074C26D004FC}"/>
              </a:ext>
            </a:extLst>
          </p:cNvPr>
          <p:cNvGraphicFramePr/>
          <p:nvPr>
            <p:extLst>
              <p:ext uri="{D42A27DB-BD31-4B8C-83A1-F6EECF244321}">
                <p14:modId xmlns:p14="http://schemas.microsoft.com/office/powerpoint/2010/main" val="2325290511"/>
              </p:ext>
            </p:extLst>
          </p:nvPr>
        </p:nvGraphicFramePr>
        <p:xfrm>
          <a:off x="477153" y="811740"/>
          <a:ext cx="11241958" cy="44570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22" name="Picture 122" descr="Calendar, arrow&#10;&#10;Description automatically generated">
            <a:extLst>
              <a:ext uri="{FF2B5EF4-FFF2-40B4-BE49-F238E27FC236}">
                <a16:creationId xmlns:a16="http://schemas.microsoft.com/office/drawing/2014/main" id="{2D0B6245-FBB2-BEEC-0876-49758F5DB155}"/>
              </a:ext>
            </a:extLst>
          </p:cNvPr>
          <p:cNvPicPr>
            <a:picLocks noChangeAspect="1"/>
          </p:cNvPicPr>
          <p:nvPr/>
        </p:nvPicPr>
        <p:blipFill>
          <a:blip r:embed="rId7"/>
          <a:stretch>
            <a:fillRect/>
          </a:stretch>
        </p:blipFill>
        <p:spPr>
          <a:xfrm>
            <a:off x="519953" y="5264613"/>
            <a:ext cx="1532965" cy="1142821"/>
          </a:xfrm>
          <a:prstGeom prst="rect">
            <a:avLst/>
          </a:prstGeom>
        </p:spPr>
      </p:pic>
      <p:pic>
        <p:nvPicPr>
          <p:cNvPr id="123" name="Picture 123" descr="Icon&#10;&#10;Description automatically generated">
            <a:extLst>
              <a:ext uri="{FF2B5EF4-FFF2-40B4-BE49-F238E27FC236}">
                <a16:creationId xmlns:a16="http://schemas.microsoft.com/office/drawing/2014/main" id="{B73C17E2-A78A-0FA5-F2E4-EEEF33DF67E0}"/>
              </a:ext>
            </a:extLst>
          </p:cNvPr>
          <p:cNvPicPr>
            <a:picLocks noChangeAspect="1"/>
          </p:cNvPicPr>
          <p:nvPr/>
        </p:nvPicPr>
        <p:blipFill>
          <a:blip r:embed="rId8"/>
          <a:stretch>
            <a:fillRect/>
          </a:stretch>
        </p:blipFill>
        <p:spPr>
          <a:xfrm>
            <a:off x="8973671" y="5271247"/>
            <a:ext cx="2743200" cy="1371600"/>
          </a:xfrm>
          <a:prstGeom prst="rect">
            <a:avLst/>
          </a:prstGeom>
        </p:spPr>
      </p:pic>
    </p:spTree>
    <p:extLst>
      <p:ext uri="{BB962C8B-B14F-4D97-AF65-F5344CB8AC3E}">
        <p14:creationId xmlns:p14="http://schemas.microsoft.com/office/powerpoint/2010/main" val="3368761278"/>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0109005"/>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901AF78-2A04-EE67-D960-FA62930EC0F6}"/>
              </a:ext>
            </a:extLst>
          </p:cNvPr>
          <p:cNvSpPr>
            <a:spLocks noGrp="1"/>
          </p:cNvSpPr>
          <p:nvPr>
            <p:ph type="title"/>
          </p:nvPr>
        </p:nvSpPr>
        <p:spPr>
          <a:xfrm>
            <a:off x="505270" y="972141"/>
            <a:ext cx="3170330" cy="5220000"/>
          </a:xfrm>
        </p:spPr>
        <p:txBody>
          <a:bodyPr>
            <a:normAutofit/>
          </a:bodyPr>
          <a:lstStyle/>
          <a:p>
            <a:pPr algn="ctr"/>
            <a:r>
              <a:rPr lang="en-GB" sz="3600">
                <a:latin typeface="Arial"/>
                <a:cs typeface="Arial"/>
              </a:rPr>
              <a:t>CloudTrail</a:t>
            </a:r>
            <a:endParaRPr lang="en-GB" sz="3600"/>
          </a:p>
        </p:txBody>
      </p:sp>
      <p:sp>
        <p:nvSpPr>
          <p:cNvPr id="2" name="Text Placeholder 1">
            <a:extLst>
              <a:ext uri="{FF2B5EF4-FFF2-40B4-BE49-F238E27FC236}">
                <a16:creationId xmlns:a16="http://schemas.microsoft.com/office/drawing/2014/main" id="{C9DDCA4D-AB96-2D14-CD05-E65C73A0695C}"/>
              </a:ext>
            </a:extLst>
          </p:cNvPr>
          <p:cNvSpPr>
            <a:spLocks noGrp="1"/>
          </p:cNvSpPr>
          <p:nvPr>
            <p:ph type="body" sz="quarter" idx="115"/>
          </p:nvPr>
        </p:nvSpPr>
        <p:spPr/>
        <p:txBody>
          <a:bodyPr/>
          <a:lstStyle/>
          <a:p>
            <a:r>
              <a:rPr lang="en-US" i="0">
                <a:cs typeface="Arial"/>
              </a:rPr>
              <a:t>S3, Tagging, CloudTrail</a:t>
            </a:r>
            <a:endParaRPr lang="en-US"/>
          </a:p>
        </p:txBody>
      </p:sp>
      <p:pic>
        <p:nvPicPr>
          <p:cNvPr id="3" name="Picture 3" descr="Logo, company name&#10;&#10;Description automatically generated">
            <a:extLst>
              <a:ext uri="{FF2B5EF4-FFF2-40B4-BE49-F238E27FC236}">
                <a16:creationId xmlns:a16="http://schemas.microsoft.com/office/drawing/2014/main" id="{B0A70A4C-FD15-6EB7-D699-311752EC19A8}"/>
              </a:ext>
            </a:extLst>
          </p:cNvPr>
          <p:cNvPicPr>
            <a:picLocks noChangeAspect="1"/>
          </p:cNvPicPr>
          <p:nvPr/>
        </p:nvPicPr>
        <p:blipFill>
          <a:blip r:embed="rId2"/>
          <a:stretch>
            <a:fillRect/>
          </a:stretch>
        </p:blipFill>
        <p:spPr>
          <a:xfrm>
            <a:off x="717176" y="970742"/>
            <a:ext cx="2743200" cy="1527858"/>
          </a:xfrm>
          <a:prstGeom prst="rect">
            <a:avLst/>
          </a:prstGeom>
        </p:spPr>
      </p:pic>
      <p:sp>
        <p:nvSpPr>
          <p:cNvPr id="5" name="Text Placeholder 7">
            <a:extLst>
              <a:ext uri="{FF2B5EF4-FFF2-40B4-BE49-F238E27FC236}">
                <a16:creationId xmlns:a16="http://schemas.microsoft.com/office/drawing/2014/main" id="{0CFA331F-84B5-F2F9-6421-3DC7CC4C7DCC}"/>
              </a:ext>
            </a:extLst>
          </p:cNvPr>
          <p:cNvSpPr txBox="1">
            <a:spLocks/>
          </p:cNvSpPr>
          <p:nvPr/>
        </p:nvSpPr>
        <p:spPr>
          <a:xfrm>
            <a:off x="4930588" y="1288023"/>
            <a:ext cx="6619688" cy="4947397"/>
          </a:xfrm>
          <a:prstGeom prst="rect">
            <a:avLst/>
          </a:prstGeom>
        </p:spPr>
        <p:txBody>
          <a:bodyPr vert="horz" lIns="36000" tIns="36000" rIns="36000" bIns="36000" rtlCol="0" anchor="t">
            <a:noAutofit/>
          </a:bodyPr>
          <a:lstStyle>
            <a:lvl1pPr marL="9525" indent="0" algn="l" defTabSz="914318" rtl="0" eaLnBrk="1" latinLnBrk="0" hangingPunct="1">
              <a:lnSpc>
                <a:spcPct val="100000"/>
              </a:lnSpc>
              <a:spcBef>
                <a:spcPts val="1000"/>
              </a:spcBef>
              <a:buFont typeface="Arial" panose="020B0604020202020204" pitchFamily="34" charset="0"/>
              <a:buNone/>
              <a:tabLst/>
              <a:defRPr sz="1100" b="0" i="0" kern="1200" baseline="0">
                <a:solidFill>
                  <a:schemeClr val="tx1"/>
                </a:solidFill>
                <a:latin typeface="Arial" panose="020B0604020202020204" pitchFamily="34" charset="0"/>
                <a:ea typeface="+mn-ea"/>
                <a:cs typeface="Arial" panose="020B0604020202020204" pitchFamily="34" charset="0"/>
              </a:defRPr>
            </a:lvl1pPr>
            <a:lvl2pPr marL="9525" indent="0" algn="l" defTabSz="914318" rtl="0" eaLnBrk="1" latinLnBrk="0" hangingPunct="1">
              <a:lnSpc>
                <a:spcPct val="100000"/>
              </a:lnSpc>
              <a:spcBef>
                <a:spcPts val="499"/>
              </a:spcBef>
              <a:buFont typeface="Arial" panose="020B0604020202020204" pitchFamily="34" charset="0"/>
              <a:buNone/>
              <a:tabLst/>
              <a:defRPr sz="1100" b="1" i="0" kern="1200" baseline="0">
                <a:solidFill>
                  <a:schemeClr val="tx1"/>
                </a:solidFill>
                <a:latin typeface="Arial" panose="020B0604020202020204" pitchFamily="34" charset="0"/>
                <a:ea typeface="+mn-ea"/>
                <a:cs typeface="Arial" panose="020B0604020202020204" pitchFamily="34" charset="0"/>
              </a:defRPr>
            </a:lvl2pPr>
            <a:lvl3pPr marL="9525" indent="0" algn="l" defTabSz="914318" rtl="0" eaLnBrk="1" latinLnBrk="0" hangingPunct="1">
              <a:lnSpc>
                <a:spcPct val="100000"/>
              </a:lnSpc>
              <a:spcBef>
                <a:spcPts val="499"/>
              </a:spcBef>
              <a:buFont typeface="Arial" panose="020B0604020202020204" pitchFamily="34" charset="0"/>
              <a:buNone/>
              <a:tabLst/>
              <a:defRPr sz="1400" b="0" i="0" kern="1200" baseline="0">
                <a:solidFill>
                  <a:srgbClr val="00C08B"/>
                </a:solidFill>
                <a:latin typeface="Arial" panose="020B0604020202020204" pitchFamily="34" charset="0"/>
                <a:ea typeface="+mn-ea"/>
                <a:cs typeface="Arial" panose="020B0604020202020204" pitchFamily="34" charset="0"/>
              </a:defRPr>
            </a:lvl3pPr>
            <a:lvl4pPr marL="9525" indent="0" algn="l" defTabSz="914318" rtl="0" eaLnBrk="1" latinLnBrk="0" hangingPunct="1">
              <a:lnSpc>
                <a:spcPct val="100000"/>
              </a:lnSpc>
              <a:spcBef>
                <a:spcPts val="499"/>
              </a:spcBef>
              <a:buFont typeface="Arial" panose="020B0604020202020204" pitchFamily="34" charset="0"/>
              <a:buNone/>
              <a:tabLst/>
              <a:defRPr sz="1100" b="0" i="1" kern="1200" baseline="0">
                <a:solidFill>
                  <a:schemeClr val="tx1"/>
                </a:solidFill>
                <a:latin typeface="Arial" panose="020B0604020202020204" pitchFamily="34" charset="0"/>
                <a:ea typeface="+mn-ea"/>
                <a:cs typeface="Arial" panose="020B0604020202020204" pitchFamily="34" charset="0"/>
              </a:defRPr>
            </a:lvl4pPr>
            <a:lvl5pPr marL="180975" indent="-171450" algn="l" defTabSz="914318" rtl="0" eaLnBrk="1" latinLnBrk="0" hangingPunct="1">
              <a:lnSpc>
                <a:spcPct val="100000"/>
              </a:lnSpc>
              <a:spcBef>
                <a:spcPts val="499"/>
              </a:spcBef>
              <a:buFont typeface="Arial" panose="020B0604020202020204" pitchFamily="34" charset="0"/>
              <a:buChar char="•"/>
              <a:tabLst/>
              <a:defRPr sz="1100" b="0" i="0" kern="1200" baseline="0">
                <a:solidFill>
                  <a:schemeClr val="tx1"/>
                </a:solidFill>
                <a:latin typeface="Arial" panose="020B0604020202020204" pitchFamily="34" charset="0"/>
                <a:ea typeface="+mn-ea"/>
                <a:cs typeface="Arial" panose="020B0604020202020204" pitchFamily="34" charset="0"/>
              </a:defRPr>
            </a:lvl5pPr>
            <a:lvl6pPr marL="251437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6pPr>
            <a:lvl7pPr marL="297153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7pPr>
            <a:lvl8pPr marL="3428692"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8pPr>
            <a:lvl9pPr marL="3885850"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9pPr>
          </a:lstStyle>
          <a:p>
            <a:r>
              <a:rPr lang="en-GB" sz="2000">
                <a:latin typeface="Arial"/>
                <a:cs typeface="Arial"/>
              </a:rPr>
              <a:t>Logs, continuously monitors and retains account activity related to actions across AWS infrastructure</a:t>
            </a:r>
            <a:endParaRPr lang="en-GB" sz="2000"/>
          </a:p>
          <a:p>
            <a:r>
              <a:rPr lang="en-GB" sz="2000">
                <a:latin typeface="Arial"/>
                <a:cs typeface="Arial"/>
              </a:rPr>
              <a:t>Records API calls for most AWS services</a:t>
            </a:r>
            <a:endParaRPr lang="en-GB" sz="2000"/>
          </a:p>
          <a:p>
            <a:r>
              <a:rPr lang="en-GB" sz="2000">
                <a:latin typeface="Arial"/>
                <a:cs typeface="Arial"/>
              </a:rPr>
              <a:t>Automatically pushes logs to S3 after it is configured</a:t>
            </a:r>
            <a:endParaRPr lang="en-GB" sz="2000"/>
          </a:p>
          <a:p>
            <a:r>
              <a:rPr lang="en-GB" sz="2000">
                <a:latin typeface="Arial"/>
                <a:cs typeface="Arial"/>
              </a:rPr>
              <a:t>Will not track events within EC2 instances</a:t>
            </a:r>
            <a:endParaRPr lang="en-GB" sz="2000"/>
          </a:p>
          <a:p>
            <a:endParaRPr lang="en-GB" sz="2000">
              <a:latin typeface="Arial"/>
              <a:cs typeface="Arial"/>
            </a:endParaRPr>
          </a:p>
          <a:p>
            <a:r>
              <a:rPr lang="en-GB" sz="2000">
                <a:latin typeface="Arial"/>
                <a:cs typeface="Arial"/>
              </a:rPr>
              <a:t>Helps to answer questions:</a:t>
            </a:r>
            <a:endParaRPr lang="en-GB" sz="2000"/>
          </a:p>
          <a:p>
            <a:r>
              <a:rPr lang="en-GB" sz="2000">
                <a:latin typeface="Arial"/>
                <a:cs typeface="Arial"/>
              </a:rPr>
              <a:t>Who terminated specific instance?</a:t>
            </a:r>
            <a:endParaRPr lang="en-GB" sz="2000"/>
          </a:p>
          <a:p>
            <a:r>
              <a:rPr lang="en-GB" sz="2000">
                <a:latin typeface="Arial"/>
                <a:cs typeface="Arial"/>
              </a:rPr>
              <a:t>Who changed SG configuration?</a:t>
            </a:r>
            <a:endParaRPr lang="en-GB" sz="2000"/>
          </a:p>
          <a:p>
            <a:r>
              <a:rPr lang="en-GB" sz="2000">
                <a:latin typeface="Arial"/>
                <a:cs typeface="Arial"/>
              </a:rPr>
              <a:t>What activities were denied due to lack of permissions?</a:t>
            </a:r>
            <a:endParaRPr lang="en-GB" sz="2000"/>
          </a:p>
          <a:p>
            <a:endParaRPr lang="en-US" sz="1400"/>
          </a:p>
          <a:p>
            <a:endParaRPr lang="en-US" sz="1400">
              <a:latin typeface="Arial"/>
              <a:cs typeface="Arial"/>
            </a:endParaRPr>
          </a:p>
        </p:txBody>
      </p:sp>
      <p:pic>
        <p:nvPicPr>
          <p:cNvPr id="4" name="Picture 5" descr="Graphical user interface, text&#10;&#10;Description automatically generated">
            <a:extLst>
              <a:ext uri="{FF2B5EF4-FFF2-40B4-BE49-F238E27FC236}">
                <a16:creationId xmlns:a16="http://schemas.microsoft.com/office/drawing/2014/main" id="{4911ECEE-38F2-F5A3-CB63-3737958B0B6C}"/>
              </a:ext>
            </a:extLst>
          </p:cNvPr>
          <p:cNvPicPr>
            <a:picLocks noChangeAspect="1"/>
          </p:cNvPicPr>
          <p:nvPr/>
        </p:nvPicPr>
        <p:blipFill>
          <a:blip r:embed="rId3"/>
          <a:stretch>
            <a:fillRect/>
          </a:stretch>
        </p:blipFill>
        <p:spPr>
          <a:xfrm>
            <a:off x="824753" y="4476103"/>
            <a:ext cx="2743200" cy="1491675"/>
          </a:xfrm>
          <a:prstGeom prst="rect">
            <a:avLst/>
          </a:prstGeom>
        </p:spPr>
      </p:pic>
    </p:spTree>
    <p:extLst>
      <p:ext uri="{BB962C8B-B14F-4D97-AF65-F5344CB8AC3E}">
        <p14:creationId xmlns:p14="http://schemas.microsoft.com/office/powerpoint/2010/main" val="490260084"/>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92791385"/>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5951464"/>
      </p:ext>
    </p:extLst>
  </p:cSld>
  <p:clrMapOvr>
    <a:masterClrMapping/>
  </p:clrMapOvr>
  <mc:AlternateContent xmlns:mc="http://schemas.openxmlformats.org/markup-compatibility/2006">
    <mc:Choice xmlns:p14="http://schemas.microsoft.com/office/powerpoint/2010/main" Requires="p14">
      <p:transition p14:dur="250">
        <p:circle/>
      </p:transition>
    </mc:Choice>
    <mc:Fallback>
      <p:transition>
        <p:circl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Master_Cover+End slides">
  <a:themeElements>
    <a:clrScheme name="Ohpen">
      <a:dk1>
        <a:srgbClr val="12322B"/>
      </a:dk1>
      <a:lt1>
        <a:srgbClr val="FFFFFF"/>
      </a:lt1>
      <a:dk2>
        <a:srgbClr val="12322B"/>
      </a:dk2>
      <a:lt2>
        <a:srgbClr val="F8FAFB"/>
      </a:lt2>
      <a:accent1>
        <a:srgbClr val="00C08A"/>
      </a:accent1>
      <a:accent2>
        <a:srgbClr val="00AE8D"/>
      </a:accent2>
      <a:accent3>
        <a:srgbClr val="33FF99"/>
      </a:accent3>
      <a:accent4>
        <a:srgbClr val="DBFE53"/>
      </a:accent4>
      <a:accent5>
        <a:srgbClr val="CFC4FB"/>
      </a:accent5>
      <a:accent6>
        <a:srgbClr val="ABB5BD"/>
      </a:accent6>
      <a:hlink>
        <a:srgbClr val="00C08A"/>
      </a:hlink>
      <a:folHlink>
        <a:srgbClr val="00AE8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effectLst>
          <a:outerShdw blurRad="38100" dist="12700" dir="5400000" algn="ctr" rotWithShape="0">
            <a:prstClr val="black">
              <a:alpha val="15000"/>
            </a:prstClr>
          </a:outerShdw>
        </a:effectLst>
      </a:spPr>
      <a:bodyPr wrap="square" lIns="91440" tIns="45720" rIns="91440" bIns="45720" rtlCol="0" anchor="t">
        <a:noAutofit/>
      </a:bodyPr>
      <a:lstStyle>
        <a:defPPr algn="l">
          <a:spcBef>
            <a:spcPts val="1000"/>
          </a:spcBef>
          <a:defRPr sz="1400" dirty="0" err="1" smtClean="0">
            <a:solidFill>
              <a:schemeClr val="tx1"/>
            </a:solidFill>
            <a:latin typeface="Visuelt Pro Light" panose="020B03030402020401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36000" rIns="216000" bIns="36000" rtlCol="0">
        <a:spAutoFit/>
      </a:bodyPr>
      <a:lstStyle>
        <a:defPPr algn="l">
          <a:lnSpc>
            <a:spcPct val="100000"/>
          </a:lnSpc>
          <a:spcBef>
            <a:spcPts val="0"/>
          </a:spcBef>
          <a:defRPr sz="1600" b="0" dirty="0" err="1" smtClean="0"/>
        </a:defPPr>
      </a:lstStyle>
    </a:txDef>
  </a:objectDefaults>
  <a:extraClrSchemeLst/>
  <a:extLst>
    <a:ext uri="{05A4C25C-085E-4340-85A3-A5531E510DB2}">
      <thm15:themeFamily xmlns:thm15="http://schemas.microsoft.com/office/thememl/2012/main" name="Ohpen-corp_template_2023.pptx" id="{04EFEC17-9D44-6140-A6B8-A2B4AB3D0BD1}" vid="{ADD49102-3D03-C64B-9BFE-8F3C56A5CF3B}"/>
    </a:ext>
  </a:extLst>
</a:theme>
</file>

<file path=ppt/theme/theme2.xml><?xml version="1.0" encoding="utf-8"?>
<a:theme xmlns:a="http://schemas.openxmlformats.org/drawingml/2006/main" name="Master_Light slides">
  <a:themeElements>
    <a:clrScheme name="Ohpen">
      <a:dk1>
        <a:srgbClr val="12322B"/>
      </a:dk1>
      <a:lt1>
        <a:srgbClr val="FFFFFF"/>
      </a:lt1>
      <a:dk2>
        <a:srgbClr val="12322B"/>
      </a:dk2>
      <a:lt2>
        <a:srgbClr val="F8FAFB"/>
      </a:lt2>
      <a:accent1>
        <a:srgbClr val="00C08A"/>
      </a:accent1>
      <a:accent2>
        <a:srgbClr val="00AE8D"/>
      </a:accent2>
      <a:accent3>
        <a:srgbClr val="33FF99"/>
      </a:accent3>
      <a:accent4>
        <a:srgbClr val="DBFE53"/>
      </a:accent4>
      <a:accent5>
        <a:srgbClr val="CFC4FB"/>
      </a:accent5>
      <a:accent6>
        <a:srgbClr val="ABB5BD"/>
      </a:accent6>
      <a:hlink>
        <a:srgbClr val="00C08A"/>
      </a:hlink>
      <a:folHlink>
        <a:srgbClr val="00AE8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effectLst>
          <a:outerShdw blurRad="38100" dist="12700" dir="5400000" algn="ctr" rotWithShape="0">
            <a:prstClr val="black">
              <a:alpha val="15000"/>
            </a:prstClr>
          </a:outerShdw>
        </a:effectLst>
      </a:spPr>
      <a:bodyPr wrap="square" lIns="91440" tIns="45720" rIns="91440" bIns="45720" rtlCol="0" anchor="t">
        <a:noAutofit/>
      </a:bodyPr>
      <a:lstStyle>
        <a:defPPr algn="l">
          <a:spcBef>
            <a:spcPts val="1000"/>
          </a:spcBef>
          <a:defRPr sz="1400" dirty="0" err="1" smtClean="0">
            <a:solidFill>
              <a:schemeClr val="tx1"/>
            </a:solidFill>
            <a:latin typeface="Visuelt Pro Light" panose="020B03030402020401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36000" rIns="216000" bIns="36000" rtlCol="0">
        <a:spAutoFit/>
      </a:bodyPr>
      <a:lstStyle>
        <a:defPPr algn="l">
          <a:lnSpc>
            <a:spcPct val="100000"/>
          </a:lnSpc>
          <a:spcBef>
            <a:spcPts val="0"/>
          </a:spcBef>
          <a:defRPr sz="1600" b="0" dirty="0" err="1" smtClean="0"/>
        </a:defPPr>
      </a:lstStyle>
    </a:txDef>
  </a:objectDefaults>
  <a:extraClrSchemeLst/>
  <a:extLst>
    <a:ext uri="{05A4C25C-085E-4340-85A3-A5531E510DB2}">
      <thm15:themeFamily xmlns:thm15="http://schemas.microsoft.com/office/thememl/2012/main" name="Ohpen-corp_template_2023.pptx" id="{04EFEC17-9D44-6140-A6B8-A2B4AB3D0BD1}" vid="{4F078254-12CE-3743-B9BB-ACF226B4F946}"/>
    </a:ext>
  </a:extLst>
</a:theme>
</file>

<file path=ppt/theme/theme3.xml><?xml version="1.0" encoding="utf-8"?>
<a:theme xmlns:a="http://schemas.openxmlformats.org/drawingml/2006/main" name="Mater-Dark slides">
  <a:themeElements>
    <a:clrScheme name="Ohpen">
      <a:dk1>
        <a:srgbClr val="12322B"/>
      </a:dk1>
      <a:lt1>
        <a:srgbClr val="FFFFFF"/>
      </a:lt1>
      <a:dk2>
        <a:srgbClr val="12322B"/>
      </a:dk2>
      <a:lt2>
        <a:srgbClr val="F8FAFB"/>
      </a:lt2>
      <a:accent1>
        <a:srgbClr val="00C08A"/>
      </a:accent1>
      <a:accent2>
        <a:srgbClr val="00AE8D"/>
      </a:accent2>
      <a:accent3>
        <a:srgbClr val="33FF99"/>
      </a:accent3>
      <a:accent4>
        <a:srgbClr val="DBFE53"/>
      </a:accent4>
      <a:accent5>
        <a:srgbClr val="CFC4FB"/>
      </a:accent5>
      <a:accent6>
        <a:srgbClr val="ABB5BD"/>
      </a:accent6>
      <a:hlink>
        <a:srgbClr val="00C08A"/>
      </a:hlink>
      <a:folHlink>
        <a:srgbClr val="00AE8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effectLst>
          <a:outerShdw blurRad="38100" dist="12700" dir="5400000" algn="ctr" rotWithShape="0">
            <a:prstClr val="black">
              <a:alpha val="15000"/>
            </a:prstClr>
          </a:outerShdw>
        </a:effectLst>
      </a:spPr>
      <a:bodyPr wrap="square" lIns="91440" tIns="45720" rIns="91440" bIns="45720" rtlCol="0" anchor="t">
        <a:noAutofit/>
      </a:bodyPr>
      <a:lstStyle>
        <a:defPPr algn="l">
          <a:spcBef>
            <a:spcPts val="1000"/>
          </a:spcBef>
          <a:defRPr sz="1400" dirty="0" err="1" smtClean="0">
            <a:solidFill>
              <a:schemeClr val="tx1"/>
            </a:solidFill>
            <a:latin typeface="Visuelt Pro Light" panose="020B03030402020401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36000" rIns="216000" bIns="36000" rtlCol="0">
        <a:spAutoFit/>
      </a:bodyPr>
      <a:lstStyle>
        <a:defPPr algn="l">
          <a:lnSpc>
            <a:spcPct val="100000"/>
          </a:lnSpc>
          <a:spcBef>
            <a:spcPts val="0"/>
          </a:spcBef>
          <a:defRPr sz="1600" b="0" dirty="0" err="1" smtClean="0"/>
        </a:defPPr>
      </a:lstStyle>
    </a:txDef>
  </a:objectDefaults>
  <a:extraClrSchemeLst/>
  <a:extLst>
    <a:ext uri="{05A4C25C-085E-4340-85A3-A5531E510DB2}">
      <thm15:themeFamily xmlns:thm15="http://schemas.microsoft.com/office/thememl/2012/main" name="Ohpen-corp_template_2023.pptx" id="{04EFEC17-9D44-6140-A6B8-A2B4AB3D0BD1}" vid="{43084647-4271-8042-A1FC-205B14781851}"/>
    </a:ext>
  </a:extLst>
</a:theme>
</file>

<file path=ppt/theme/theme4.xml><?xml version="1.0" encoding="utf-8"?>
<a:theme xmlns:a="http://schemas.openxmlformats.org/drawingml/2006/main" name="1_Office Theme">
  <a:themeElements>
    <a:clrScheme name="Training and Certification 1">
      <a:dk1>
        <a:srgbClr val="000000"/>
      </a:dk1>
      <a:lt1>
        <a:srgbClr val="FFFFFF"/>
      </a:lt1>
      <a:dk2>
        <a:srgbClr val="36C2B3"/>
      </a:dk2>
      <a:lt2>
        <a:srgbClr val="FFFFFF"/>
      </a:lt2>
      <a:accent1>
        <a:srgbClr val="232F3E"/>
      </a:accent1>
      <a:accent2>
        <a:srgbClr val="D5DBDB"/>
      </a:accent2>
      <a:accent3>
        <a:srgbClr val="36C2B3"/>
      </a:accent3>
      <a:accent4>
        <a:srgbClr val="1CC9F7"/>
      </a:accent4>
      <a:accent5>
        <a:srgbClr val="4D27AA"/>
      </a:accent5>
      <a:accent6>
        <a:srgbClr val="E617E6"/>
      </a:accent6>
      <a:hlink>
        <a:srgbClr val="1CC9F7"/>
      </a:hlink>
      <a:folHlink>
        <a:srgbClr val="232F3E"/>
      </a:folHlink>
    </a:clrScheme>
    <a:fontScheme name="Custom 1">
      <a:majorFont>
        <a:latin typeface="Amazon Ember Light"/>
        <a:ea typeface=""/>
        <a:cs typeface=""/>
      </a:majorFont>
      <a:minorFont>
        <a:latin typeface="Amazon Ember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2800" dirty="0" err="1" smtClean="0">
            <a:latin typeface="Amazon Ember Light" panose="020B0403020204020204" pitchFamily="34" charset="0"/>
            <a:ea typeface="Amazon Ember Light" panose="020B0403020204020204" pitchFamily="34" charset="0"/>
            <a:cs typeface="Amazon Ember Light" panose="020B0403020204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E157D8FE381E394CA0978F18D313AF5B" ma:contentTypeVersion="4" ma:contentTypeDescription="Umožňuje vytvoriť nový dokument." ma:contentTypeScope="" ma:versionID="aff62bb51479d4842a502a1bb47fa9a1">
  <xsd:schema xmlns:xsd="http://www.w3.org/2001/XMLSchema" xmlns:xs="http://www.w3.org/2001/XMLSchema" xmlns:p="http://schemas.microsoft.com/office/2006/metadata/properties" xmlns:ns2="8b39c7c6-6374-4048-baab-732f731b7b44" targetNamespace="http://schemas.microsoft.com/office/2006/metadata/properties" ma:root="true" ma:fieldsID="8ad306c91166591d6c7dbbbffc516e69" ns2:_="">
    <xsd:import namespace="8b39c7c6-6374-4048-baab-732f731b7b4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b39c7c6-6374-4048-baab-732f731b7b4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obsahu"/>
        <xsd:element ref="dc:title" minOccurs="0" maxOccurs="1" ma:index="4" ma:displayName="Nadpis"/>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6978C9F-AC80-42CA-86F2-16447E36BEEF}">
  <ds:schemaRefs>
    <ds:schemaRef ds:uri="http://schemas.microsoft.com/sharepoint/v3/contenttype/forms"/>
  </ds:schemaRefs>
</ds:datastoreItem>
</file>

<file path=customXml/itemProps2.xml><?xml version="1.0" encoding="utf-8"?>
<ds:datastoreItem xmlns:ds="http://schemas.openxmlformats.org/officeDocument/2006/customXml" ds:itemID="{060AA199-2D70-42A0-9797-347C9B92DCC4}">
  <ds:schemaRefs>
    <ds:schemaRef ds:uri="8153fd29-981d-4976-9cc4-b43d32c22918"/>
    <ds:schemaRef ds:uri="fe90b6d9-1d8e-4338-b4e0-2e301d0f329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0C6B8B29-84BE-4C52-A894-F64746C28081}"/>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14</Slides>
  <Notes>1</Notes>
  <HiddenSlides>0</HiddenSlides>
  <ScaleCrop>false</ScaleCrop>
  <HeadingPairs>
    <vt:vector size="4" baseType="variant">
      <vt:variant>
        <vt:lpstr>Theme</vt:lpstr>
      </vt:variant>
      <vt:variant>
        <vt:i4>4</vt:i4>
      </vt:variant>
      <vt:variant>
        <vt:lpstr>Slide Titles</vt:lpstr>
      </vt:variant>
      <vt:variant>
        <vt:i4>14</vt:i4>
      </vt:variant>
    </vt:vector>
  </HeadingPairs>
  <TitlesOfParts>
    <vt:vector size="18" baseType="lpstr">
      <vt:lpstr>Master_Cover+End slides</vt:lpstr>
      <vt:lpstr>Master_Light slides</vt:lpstr>
      <vt:lpstr>Mater-Dark slides</vt:lpstr>
      <vt:lpstr>1_Office Theme</vt:lpstr>
      <vt:lpstr>S3, Tagging, CloudTrail</vt:lpstr>
      <vt:lpstr>Today, it's about...</vt:lpstr>
      <vt:lpstr>S3  Simple Storage Service Regionally provisioned object storage service Globally unique Can be accessed anywhere No limit to the amount of data stored </vt:lpstr>
      <vt:lpstr>S3  Key-value store Object = key, value, version ID, metadata, subresources By default – objects are private Bucket policies Object ACL  Global view but it is regional  </vt:lpstr>
      <vt:lpstr>Versioning   - protects objects from accidental overwrites and deletes </vt:lpstr>
      <vt:lpstr>PowerPoint Presentation</vt:lpstr>
      <vt:lpstr>S3 Glacier</vt:lpstr>
      <vt:lpstr>PowerPoint Presentation</vt:lpstr>
      <vt:lpstr>Tagging</vt:lpstr>
      <vt:lpstr>PowerPoint Presentation</vt:lpstr>
      <vt:lpstr>PowerPoint Presentation</vt:lpstr>
      <vt:lpstr>CloudTrail</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Attila Miklós</dc:creator>
  <cp:keywords/>
  <dc:description/>
  <cp:revision>1</cp:revision>
  <dcterms:created xsi:type="dcterms:W3CDTF">2023-01-09T14:10:55Z</dcterms:created>
  <dcterms:modified xsi:type="dcterms:W3CDTF">2023-03-20T18:31:27Z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0x010100E157D8FE381E394CA0978F18D313AF5B</vt:lpwstr>
  </property>
</Properties>
</file>