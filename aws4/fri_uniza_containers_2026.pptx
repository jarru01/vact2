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4372" r:id="rId4"/>
    <p:sldMasterId id="2147484005" r:id="rId5"/>
    <p:sldMasterId id="2147484408" r:id="rId6"/>
  </p:sldMasterIdLst>
  <p:notesMasterIdLst>
    <p:notesMasterId r:id="rId31"/>
  </p:notesMasterIdLst>
  <p:handoutMasterIdLst>
    <p:handoutMasterId r:id="rId32"/>
  </p:handoutMasterIdLst>
  <p:sldIdLst>
    <p:sldId id="5266" r:id="rId7"/>
    <p:sldId id="5282" r:id="rId8"/>
    <p:sldId id="5306" r:id="rId9"/>
    <p:sldId id="5302" r:id="rId10"/>
    <p:sldId id="5284" r:id="rId11"/>
    <p:sldId id="5286" r:id="rId12"/>
    <p:sldId id="5285" r:id="rId13"/>
    <p:sldId id="5287" r:id="rId14"/>
    <p:sldId id="5289" r:id="rId15"/>
    <p:sldId id="5290" r:id="rId16"/>
    <p:sldId id="5291" r:id="rId17"/>
    <p:sldId id="5292" r:id="rId18"/>
    <p:sldId id="5293" r:id="rId19"/>
    <p:sldId id="5298" r:id="rId20"/>
    <p:sldId id="5305" r:id="rId21"/>
    <p:sldId id="5301" r:id="rId22"/>
    <p:sldId id="5299" r:id="rId23"/>
    <p:sldId id="5300" r:id="rId24"/>
    <p:sldId id="5307" r:id="rId25"/>
    <p:sldId id="5303" r:id="rId26"/>
    <p:sldId id="5304" r:id="rId27"/>
    <p:sldId id="5297" r:id="rId28"/>
    <p:sldId id="5277" r:id="rId29"/>
    <p:sldId id="5281" r:id="rId30"/>
  </p:sldIdLst>
  <p:sldSz cx="12192000" cy="6858000"/>
  <p:notesSz cx="6858000" cy="9144000"/>
  <p:embeddedFontLst>
    <p:embeddedFont>
      <p:font typeface="Consolas" panose="020B0609020204030204" pitchFamily="49" charset="0"/>
      <p:regular r:id="rId33"/>
      <p:bold r:id="rId34"/>
      <p:italic r:id="rId35"/>
      <p:boldItalic r:id="rId36"/>
    </p:embeddedFont>
    <p:embeddedFont>
      <p:font typeface="Visuelt Pro Light" panose="020B0303040202040104" charset="0"/>
      <p:regular r:id="rId37"/>
      <p:italic r:id="rId38"/>
    </p:embeddedFont>
  </p:embeddedFontLst>
  <p:defaultTextStyle>
    <a:defPPr>
      <a:defRPr lang="en-US"/>
    </a:defPPr>
    <a:lvl1pPr marL="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3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9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6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2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9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5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2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yssa Gibson-Wood" initials="AG" lastIdx="145" clrIdx="0">
    <p:extLst>
      <p:ext uri="{19B8F6BF-5375-455C-9EA6-DF929625EA0E}">
        <p15:presenceInfo xmlns:p15="http://schemas.microsoft.com/office/powerpoint/2012/main" userId="S::awood@ohpen.com::599f9993-2b4b-4fc6-9815-a01929e3467a" providerId="AD"/>
      </p:ext>
    </p:extLst>
  </p:cmAuthor>
  <p:cmAuthor id="2" name="Paola Staufert" initials="PS" lastIdx="19" clrIdx="1">
    <p:extLst>
      <p:ext uri="{19B8F6BF-5375-455C-9EA6-DF929625EA0E}">
        <p15:presenceInfo xmlns:p15="http://schemas.microsoft.com/office/powerpoint/2012/main" userId="S::pstaufert@ohpen.com::3b96de33-4065-402d-9c7f-1a6c4a4f7534" providerId="AD"/>
      </p:ext>
    </p:extLst>
  </p:cmAuthor>
  <p:cmAuthor id="3" name="Matthijs Aler" initials="MA [2]" lastIdx="2" clrIdx="2">
    <p:extLst>
      <p:ext uri="{19B8F6BF-5375-455C-9EA6-DF929625EA0E}">
        <p15:presenceInfo xmlns:p15="http://schemas.microsoft.com/office/powerpoint/2012/main" userId="S::maler@ohpen.nl::3afdc1cf-4f92-4865-b124-29c30f45ca87" providerId="AD"/>
      </p:ext>
    </p:extLst>
  </p:cmAuthor>
  <p:cmAuthor id="4" name="Attila Miklos" initials="AM" lastIdx="4" clrIdx="3">
    <p:extLst>
      <p:ext uri="{19B8F6BF-5375-455C-9EA6-DF929625EA0E}">
        <p15:presenceInfo xmlns:p15="http://schemas.microsoft.com/office/powerpoint/2012/main" userId="S::amiklos@ohpen.com::301b316a-a714-4768-85fd-00c3a7698aa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08B"/>
    <a:srgbClr val="F9FAFC"/>
    <a:srgbClr val="13322B"/>
    <a:srgbClr val="D0C5FB"/>
    <a:srgbClr val="D9E1E2"/>
    <a:srgbClr val="ACB5BD"/>
    <a:srgbClr val="D0DEBB"/>
    <a:srgbClr val="33FF99"/>
    <a:srgbClr val="F6F8F9"/>
    <a:srgbClr val="DCFE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E8C771-958E-F503-69A7-F130177803B2}" v="5" dt="2026-03-08T22:10:03.649"/>
    <p1510:client id="{76B3E765-B375-37F1-5C19-E2B06EDFA1D8}" v="760" dt="2026-03-08T20:48:19.937"/>
    <p1510:client id="{92C9EE03-3E01-92D4-6B2B-E31549A74225}" v="56" dt="2026-03-08T19:54:14.941"/>
    <p1510:client id="{E5AAFC91-5299-B10B-1084-4CA2E625CE99}" v="780" dt="2026-03-08T21:35:38.5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commentAuthors" Target="commentAuthors.xml"/><Relationship Id="rId21" Type="http://schemas.openxmlformats.org/officeDocument/2006/relationships/slide" Target="slides/slide15.xml"/><Relationship Id="rId34" Type="http://schemas.openxmlformats.org/officeDocument/2006/relationships/font" Target="fonts/font2.fntdata"/><Relationship Id="rId42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font" Target="fonts/font4.fntdata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notesMaster" Target="notesMasters/notesMaster1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font" Target="fonts/font3.fntdata"/><Relationship Id="rId43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20" Type="http://schemas.openxmlformats.org/officeDocument/2006/relationships/slide" Target="slides/slide14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án Čáni" userId="S::jcani@ohpen.com::8e110c53-06bf-4e5a-8dee-e888a0648c60" providerId="AD" clId="Web-{76B3E765-B375-37F1-5C19-E2B06EDFA1D8}"/>
    <pc:docChg chg="addSld delSld modSld">
      <pc:chgData name="Ján Čáni" userId="S::jcani@ohpen.com::8e110c53-06bf-4e5a-8dee-e888a0648c60" providerId="AD" clId="Web-{76B3E765-B375-37F1-5C19-E2B06EDFA1D8}" dt="2026-03-08T20:48:19.937" v="491" actId="1076"/>
      <pc:docMkLst>
        <pc:docMk/>
      </pc:docMkLst>
      <pc:sldChg chg="modSp">
        <pc:chgData name="Ján Čáni" userId="S::jcani@ohpen.com::8e110c53-06bf-4e5a-8dee-e888a0648c60" providerId="AD" clId="Web-{76B3E765-B375-37F1-5C19-E2B06EDFA1D8}" dt="2026-03-08T20:02:03.329" v="55" actId="20577"/>
        <pc:sldMkLst>
          <pc:docMk/>
          <pc:sldMk cId="1765092295" sldId="5284"/>
        </pc:sldMkLst>
        <pc:spChg chg="mod">
          <ac:chgData name="Ján Čáni" userId="S::jcani@ohpen.com::8e110c53-06bf-4e5a-8dee-e888a0648c60" providerId="AD" clId="Web-{76B3E765-B375-37F1-5C19-E2B06EDFA1D8}" dt="2026-03-08T20:02:03.329" v="55" actId="20577"/>
          <ac:spMkLst>
            <pc:docMk/>
            <pc:sldMk cId="1765092295" sldId="5284"/>
            <ac:spMk id="10" creationId="{AA753DDC-DA48-F075-7EC9-0BDE4C06CD74}"/>
          </ac:spMkLst>
        </pc:spChg>
      </pc:sldChg>
      <pc:sldChg chg="modSp">
        <pc:chgData name="Ján Čáni" userId="S::jcani@ohpen.com::8e110c53-06bf-4e5a-8dee-e888a0648c60" providerId="AD" clId="Web-{76B3E765-B375-37F1-5C19-E2B06EDFA1D8}" dt="2026-03-08T20:03:53.315" v="72" actId="20577"/>
        <pc:sldMkLst>
          <pc:docMk/>
          <pc:sldMk cId="2842621643" sldId="5285"/>
        </pc:sldMkLst>
        <pc:spChg chg="mod">
          <ac:chgData name="Ján Čáni" userId="S::jcani@ohpen.com::8e110c53-06bf-4e5a-8dee-e888a0648c60" providerId="AD" clId="Web-{76B3E765-B375-37F1-5C19-E2B06EDFA1D8}" dt="2026-03-08T20:03:53.315" v="72" actId="20577"/>
          <ac:spMkLst>
            <pc:docMk/>
            <pc:sldMk cId="2842621643" sldId="5285"/>
            <ac:spMk id="2" creationId="{F3CFBA04-4F47-41F4-8D2F-4CB0EECCBD10}"/>
          </ac:spMkLst>
        </pc:spChg>
      </pc:sldChg>
      <pc:sldChg chg="addSp modSp">
        <pc:chgData name="Ján Čáni" userId="S::jcani@ohpen.com::8e110c53-06bf-4e5a-8dee-e888a0648c60" providerId="AD" clId="Web-{76B3E765-B375-37F1-5C19-E2B06EDFA1D8}" dt="2026-03-08T20:03:29.158" v="69" actId="1076"/>
        <pc:sldMkLst>
          <pc:docMk/>
          <pc:sldMk cId="1209560987" sldId="5286"/>
        </pc:sldMkLst>
        <pc:spChg chg="mod">
          <ac:chgData name="Ján Čáni" userId="S::jcani@ohpen.com::8e110c53-06bf-4e5a-8dee-e888a0648c60" providerId="AD" clId="Web-{76B3E765-B375-37F1-5C19-E2B06EDFA1D8}" dt="2026-03-08T20:02:19.064" v="62" actId="20577"/>
          <ac:spMkLst>
            <pc:docMk/>
            <pc:sldMk cId="1209560987" sldId="5286"/>
            <ac:spMk id="2" creationId="{9BDD970B-A260-E447-3ED5-BB8B8B80C064}"/>
          </ac:spMkLst>
        </pc:spChg>
        <pc:picChg chg="add mod">
          <ac:chgData name="Ján Čáni" userId="S::jcani@ohpen.com::8e110c53-06bf-4e5a-8dee-e888a0648c60" providerId="AD" clId="Web-{76B3E765-B375-37F1-5C19-E2B06EDFA1D8}" dt="2026-03-08T20:03:29.158" v="69" actId="1076"/>
          <ac:picMkLst>
            <pc:docMk/>
            <pc:sldMk cId="1209560987" sldId="5286"/>
            <ac:picMk id="5" creationId="{7F919644-39A4-8EC5-7E0B-949F2D2786A3}"/>
          </ac:picMkLst>
        </pc:picChg>
      </pc:sldChg>
      <pc:sldChg chg="modSp">
        <pc:chgData name="Ján Čáni" userId="S::jcani@ohpen.com::8e110c53-06bf-4e5a-8dee-e888a0648c60" providerId="AD" clId="Web-{76B3E765-B375-37F1-5C19-E2B06EDFA1D8}" dt="2026-03-08T20:04:11.159" v="76" actId="20577"/>
        <pc:sldMkLst>
          <pc:docMk/>
          <pc:sldMk cId="1012338784" sldId="5287"/>
        </pc:sldMkLst>
        <pc:spChg chg="mod">
          <ac:chgData name="Ján Čáni" userId="S::jcani@ohpen.com::8e110c53-06bf-4e5a-8dee-e888a0648c60" providerId="AD" clId="Web-{76B3E765-B375-37F1-5C19-E2B06EDFA1D8}" dt="2026-03-08T20:04:11.159" v="76" actId="20577"/>
          <ac:spMkLst>
            <pc:docMk/>
            <pc:sldMk cId="1012338784" sldId="5287"/>
            <ac:spMk id="2" creationId="{2AD5A72A-8786-B029-2C66-93A94CA482C5}"/>
          </ac:spMkLst>
        </pc:spChg>
      </pc:sldChg>
      <pc:sldChg chg="modSp">
        <pc:chgData name="Ján Čáni" userId="S::jcani@ohpen.com::8e110c53-06bf-4e5a-8dee-e888a0648c60" providerId="AD" clId="Web-{76B3E765-B375-37F1-5C19-E2B06EDFA1D8}" dt="2026-03-08T20:05:47.113" v="121" actId="20577"/>
        <pc:sldMkLst>
          <pc:docMk/>
          <pc:sldMk cId="3251517004" sldId="5289"/>
        </pc:sldMkLst>
        <pc:spChg chg="mod">
          <ac:chgData name="Ján Čáni" userId="S::jcani@ohpen.com::8e110c53-06bf-4e5a-8dee-e888a0648c60" providerId="AD" clId="Web-{76B3E765-B375-37F1-5C19-E2B06EDFA1D8}" dt="2026-03-08T20:05:47.113" v="121" actId="20577"/>
          <ac:spMkLst>
            <pc:docMk/>
            <pc:sldMk cId="3251517004" sldId="5289"/>
            <ac:spMk id="2" creationId="{E530E3D0-C457-6684-987D-910E3F4041F4}"/>
          </ac:spMkLst>
        </pc:spChg>
      </pc:sldChg>
      <pc:sldChg chg="modSp">
        <pc:chgData name="Ján Čáni" userId="S::jcani@ohpen.com::8e110c53-06bf-4e5a-8dee-e888a0648c60" providerId="AD" clId="Web-{76B3E765-B375-37F1-5C19-E2B06EDFA1D8}" dt="2026-03-08T20:14:27.735" v="305" actId="20577"/>
        <pc:sldMkLst>
          <pc:docMk/>
          <pc:sldMk cId="2952572259" sldId="5290"/>
        </pc:sldMkLst>
        <pc:spChg chg="mod">
          <ac:chgData name="Ján Čáni" userId="S::jcani@ohpen.com::8e110c53-06bf-4e5a-8dee-e888a0648c60" providerId="AD" clId="Web-{76B3E765-B375-37F1-5C19-E2B06EDFA1D8}" dt="2026-03-08T20:05:53.958" v="132" actId="20577"/>
          <ac:spMkLst>
            <pc:docMk/>
            <pc:sldMk cId="2952572259" sldId="5290"/>
            <ac:spMk id="2" creationId="{E530E3D0-C457-6684-987D-910E3F4041F4}"/>
          </ac:spMkLst>
        </pc:spChg>
        <pc:spChg chg="mod">
          <ac:chgData name="Ján Čáni" userId="S::jcani@ohpen.com::8e110c53-06bf-4e5a-8dee-e888a0648c60" providerId="AD" clId="Web-{76B3E765-B375-37F1-5C19-E2B06EDFA1D8}" dt="2026-03-08T20:14:27.735" v="305" actId="20577"/>
          <ac:spMkLst>
            <pc:docMk/>
            <pc:sldMk cId="2952572259" sldId="5290"/>
            <ac:spMk id="7" creationId="{15793CF6-ECA0-4A2B-F197-9427EF4FCBB3}"/>
          </ac:spMkLst>
        </pc:spChg>
      </pc:sldChg>
      <pc:sldChg chg="modSp">
        <pc:chgData name="Ján Čáni" userId="S::jcani@ohpen.com::8e110c53-06bf-4e5a-8dee-e888a0648c60" providerId="AD" clId="Web-{76B3E765-B375-37F1-5C19-E2B06EDFA1D8}" dt="2026-03-08T20:07:11.825" v="149" actId="1076"/>
        <pc:sldMkLst>
          <pc:docMk/>
          <pc:sldMk cId="3871324686" sldId="5291"/>
        </pc:sldMkLst>
        <pc:spChg chg="mod">
          <ac:chgData name="Ján Čáni" userId="S::jcani@ohpen.com::8e110c53-06bf-4e5a-8dee-e888a0648c60" providerId="AD" clId="Web-{76B3E765-B375-37F1-5C19-E2B06EDFA1D8}" dt="2026-03-08T20:07:10.465" v="148" actId="20577"/>
          <ac:spMkLst>
            <pc:docMk/>
            <pc:sldMk cId="3871324686" sldId="5291"/>
            <ac:spMk id="2" creationId="{E530E3D0-C457-6684-987D-910E3F4041F4}"/>
          </ac:spMkLst>
        </pc:spChg>
        <pc:picChg chg="mod">
          <ac:chgData name="Ján Čáni" userId="S::jcani@ohpen.com::8e110c53-06bf-4e5a-8dee-e888a0648c60" providerId="AD" clId="Web-{76B3E765-B375-37F1-5C19-E2B06EDFA1D8}" dt="2026-03-08T20:07:11.825" v="149" actId="1076"/>
          <ac:picMkLst>
            <pc:docMk/>
            <pc:sldMk cId="3871324686" sldId="5291"/>
            <ac:picMk id="6" creationId="{E11E3B1B-54EF-85C3-1585-E024308A9C94}"/>
          </ac:picMkLst>
        </pc:picChg>
      </pc:sldChg>
      <pc:sldChg chg="modSp">
        <pc:chgData name="Ján Čáni" userId="S::jcani@ohpen.com::8e110c53-06bf-4e5a-8dee-e888a0648c60" providerId="AD" clId="Web-{76B3E765-B375-37F1-5C19-E2B06EDFA1D8}" dt="2026-03-08T20:17:38.519" v="333" actId="20577"/>
        <pc:sldMkLst>
          <pc:docMk/>
          <pc:sldMk cId="304601919" sldId="5292"/>
        </pc:sldMkLst>
        <pc:spChg chg="mod">
          <ac:chgData name="Ján Čáni" userId="S::jcani@ohpen.com::8e110c53-06bf-4e5a-8dee-e888a0648c60" providerId="AD" clId="Web-{76B3E765-B375-37F1-5C19-E2B06EDFA1D8}" dt="2026-03-08T20:05:28.816" v="105" actId="20577"/>
          <ac:spMkLst>
            <pc:docMk/>
            <pc:sldMk cId="304601919" sldId="5292"/>
            <ac:spMk id="2" creationId="{E530E3D0-C457-6684-987D-910E3F4041F4}"/>
          </ac:spMkLst>
        </pc:spChg>
        <pc:spChg chg="mod">
          <ac:chgData name="Ján Čáni" userId="S::jcani@ohpen.com::8e110c53-06bf-4e5a-8dee-e888a0648c60" providerId="AD" clId="Web-{76B3E765-B375-37F1-5C19-E2B06EDFA1D8}" dt="2026-03-08T20:17:38.519" v="333" actId="20577"/>
          <ac:spMkLst>
            <pc:docMk/>
            <pc:sldMk cId="304601919" sldId="5292"/>
            <ac:spMk id="5" creationId="{D4FBE327-4F81-5501-B2EF-78873BF16466}"/>
          </ac:spMkLst>
        </pc:spChg>
      </pc:sldChg>
      <pc:sldChg chg="modSp">
        <pc:chgData name="Ján Čáni" userId="S::jcani@ohpen.com::8e110c53-06bf-4e5a-8dee-e888a0648c60" providerId="AD" clId="Web-{76B3E765-B375-37F1-5C19-E2B06EDFA1D8}" dt="2026-03-08T20:17:58.290" v="336" actId="20577"/>
        <pc:sldMkLst>
          <pc:docMk/>
          <pc:sldMk cId="728960246" sldId="5293"/>
        </pc:sldMkLst>
        <pc:spChg chg="mod">
          <ac:chgData name="Ján Čáni" userId="S::jcani@ohpen.com::8e110c53-06bf-4e5a-8dee-e888a0648c60" providerId="AD" clId="Web-{76B3E765-B375-37F1-5C19-E2B06EDFA1D8}" dt="2026-03-08T20:17:58.290" v="336" actId="20577"/>
          <ac:spMkLst>
            <pc:docMk/>
            <pc:sldMk cId="728960246" sldId="5293"/>
            <ac:spMk id="2" creationId="{E530E3D0-C457-6684-987D-910E3F4041F4}"/>
          </ac:spMkLst>
        </pc:spChg>
      </pc:sldChg>
      <pc:sldChg chg="addSp delSp modSp">
        <pc:chgData name="Ján Čáni" userId="S::jcani@ohpen.com::8e110c53-06bf-4e5a-8dee-e888a0648c60" providerId="AD" clId="Web-{76B3E765-B375-37F1-5C19-E2B06EDFA1D8}" dt="2026-03-08T20:36:09.175" v="447" actId="1076"/>
        <pc:sldMkLst>
          <pc:docMk/>
          <pc:sldMk cId="252824350" sldId="5298"/>
        </pc:sldMkLst>
        <pc:spChg chg="mod">
          <ac:chgData name="Ján Čáni" userId="S::jcani@ohpen.com::8e110c53-06bf-4e5a-8dee-e888a0648c60" providerId="AD" clId="Web-{76B3E765-B375-37F1-5C19-E2B06EDFA1D8}" dt="2026-03-08T20:20:50.389" v="352" actId="20577"/>
          <ac:spMkLst>
            <pc:docMk/>
            <pc:sldMk cId="252824350" sldId="5298"/>
            <ac:spMk id="2" creationId="{E530E3D0-C457-6684-987D-910E3F4041F4}"/>
          </ac:spMkLst>
        </pc:spChg>
        <pc:spChg chg="del">
          <ac:chgData name="Ján Čáni" userId="S::jcani@ohpen.com::8e110c53-06bf-4e5a-8dee-e888a0648c60" providerId="AD" clId="Web-{76B3E765-B375-37F1-5C19-E2B06EDFA1D8}" dt="2026-03-08T20:35:42.456" v="442"/>
          <ac:spMkLst>
            <pc:docMk/>
            <pc:sldMk cId="252824350" sldId="5298"/>
            <ac:spMk id="5" creationId="{D4FBE327-4F81-5501-B2EF-78873BF16466}"/>
          </ac:spMkLst>
        </pc:spChg>
        <pc:spChg chg="mod">
          <ac:chgData name="Ján Čáni" userId="S::jcani@ohpen.com::8e110c53-06bf-4e5a-8dee-e888a0648c60" providerId="AD" clId="Web-{76B3E765-B375-37F1-5C19-E2B06EDFA1D8}" dt="2026-03-08T20:36:09.175" v="447" actId="1076"/>
          <ac:spMkLst>
            <pc:docMk/>
            <pc:sldMk cId="252824350" sldId="5298"/>
            <ac:spMk id="13" creationId="{B3207798-573D-2678-FB08-FEB63A8718B5}"/>
          </ac:spMkLst>
        </pc:spChg>
        <pc:spChg chg="mod">
          <ac:chgData name="Ján Čáni" userId="S::jcani@ohpen.com::8e110c53-06bf-4e5a-8dee-e888a0648c60" providerId="AD" clId="Web-{76B3E765-B375-37F1-5C19-E2B06EDFA1D8}" dt="2026-03-08T20:36:01.956" v="445" actId="1076"/>
          <ac:spMkLst>
            <pc:docMk/>
            <pc:sldMk cId="252824350" sldId="5298"/>
            <ac:spMk id="15" creationId="{0024C1C8-7867-A6BE-94FF-1CB40CCDE7DF}"/>
          </ac:spMkLst>
        </pc:spChg>
        <pc:picChg chg="del">
          <ac:chgData name="Ján Čáni" userId="S::jcani@ohpen.com::8e110c53-06bf-4e5a-8dee-e888a0648c60" providerId="AD" clId="Web-{76B3E765-B375-37F1-5C19-E2B06EDFA1D8}" dt="2026-03-08T20:35:32.815" v="439"/>
          <ac:picMkLst>
            <pc:docMk/>
            <pc:sldMk cId="252824350" sldId="5298"/>
            <ac:picMk id="4" creationId="{EC50FAAE-7834-F5E5-4F7E-BBE23BD66ECD}"/>
          </ac:picMkLst>
        </pc:picChg>
        <pc:picChg chg="add mod">
          <ac:chgData name="Ján Čáni" userId="S::jcani@ohpen.com::8e110c53-06bf-4e5a-8dee-e888a0648c60" providerId="AD" clId="Web-{76B3E765-B375-37F1-5C19-E2B06EDFA1D8}" dt="2026-03-08T20:35:52.409" v="444" actId="1076"/>
          <ac:picMkLst>
            <pc:docMk/>
            <pc:sldMk cId="252824350" sldId="5298"/>
            <ac:picMk id="6" creationId="{B7BB669B-B27A-F7B2-F28E-8ADECFDB6C1B}"/>
          </ac:picMkLst>
        </pc:picChg>
        <pc:picChg chg="del">
          <ac:chgData name="Ján Čáni" userId="S::jcani@ohpen.com::8e110c53-06bf-4e5a-8dee-e888a0648c60" providerId="AD" clId="Web-{76B3E765-B375-37F1-5C19-E2B06EDFA1D8}" dt="2026-03-08T20:35:19.393" v="432"/>
          <ac:picMkLst>
            <pc:docMk/>
            <pc:sldMk cId="252824350" sldId="5298"/>
            <ac:picMk id="8" creationId="{BBA39D7E-4B42-7E86-6D44-7BBE6C6D0606}"/>
          </ac:picMkLst>
        </pc:picChg>
        <pc:picChg chg="del">
          <ac:chgData name="Ján Čáni" userId="S::jcani@ohpen.com::8e110c53-06bf-4e5a-8dee-e888a0648c60" providerId="AD" clId="Web-{76B3E765-B375-37F1-5C19-E2B06EDFA1D8}" dt="2026-03-08T20:35:30.643" v="437"/>
          <ac:picMkLst>
            <pc:docMk/>
            <pc:sldMk cId="252824350" sldId="5298"/>
            <ac:picMk id="10" creationId="{3B15F69D-9F3A-8D04-077A-FCCB13C43F9E}"/>
          </ac:picMkLst>
        </pc:picChg>
        <pc:picChg chg="del">
          <ac:chgData name="Ján Čáni" userId="S::jcani@ohpen.com::8e110c53-06bf-4e5a-8dee-e888a0648c60" providerId="AD" clId="Web-{76B3E765-B375-37F1-5C19-E2B06EDFA1D8}" dt="2026-03-08T20:35:31.596" v="438"/>
          <ac:picMkLst>
            <pc:docMk/>
            <pc:sldMk cId="252824350" sldId="5298"/>
            <ac:picMk id="12" creationId="{E3A7D9BA-48E4-B00B-3EE2-AA1BC2974B6C}"/>
          </ac:picMkLst>
        </pc:picChg>
      </pc:sldChg>
      <pc:sldChg chg="modSp">
        <pc:chgData name="Ján Čáni" userId="S::jcani@ohpen.com::8e110c53-06bf-4e5a-8dee-e888a0648c60" providerId="AD" clId="Web-{76B3E765-B375-37F1-5C19-E2B06EDFA1D8}" dt="2026-03-08T20:30:25.868" v="426" actId="20577"/>
        <pc:sldMkLst>
          <pc:docMk/>
          <pc:sldMk cId="2082401304" sldId="5301"/>
        </pc:sldMkLst>
        <pc:spChg chg="mod">
          <ac:chgData name="Ján Čáni" userId="S::jcani@ohpen.com::8e110c53-06bf-4e5a-8dee-e888a0648c60" providerId="AD" clId="Web-{76B3E765-B375-37F1-5C19-E2B06EDFA1D8}" dt="2026-03-08T20:30:25.868" v="426" actId="20577"/>
          <ac:spMkLst>
            <pc:docMk/>
            <pc:sldMk cId="2082401304" sldId="5301"/>
            <ac:spMk id="2" creationId="{E530E3D0-C457-6684-987D-910E3F4041F4}"/>
          </ac:spMkLst>
        </pc:spChg>
      </pc:sldChg>
      <pc:sldChg chg="addSp delSp modSp">
        <pc:chgData name="Ján Čáni" userId="S::jcani@ohpen.com::8e110c53-06bf-4e5a-8dee-e888a0648c60" providerId="AD" clId="Web-{76B3E765-B375-37F1-5C19-E2B06EDFA1D8}" dt="2026-03-08T20:48:19.937" v="491" actId="1076"/>
        <pc:sldMkLst>
          <pc:docMk/>
          <pc:sldMk cId="2110970362" sldId="5305"/>
        </pc:sldMkLst>
        <pc:spChg chg="mod">
          <ac:chgData name="Ján Čáni" userId="S::jcani@ohpen.com::8e110c53-06bf-4e5a-8dee-e888a0648c60" providerId="AD" clId="Web-{76B3E765-B375-37F1-5C19-E2B06EDFA1D8}" dt="2026-03-08T20:32:33.386" v="429" actId="20577"/>
          <ac:spMkLst>
            <pc:docMk/>
            <pc:sldMk cId="2110970362" sldId="5305"/>
            <ac:spMk id="2" creationId="{E530E3D0-C457-6684-987D-910E3F4041F4}"/>
          </ac:spMkLst>
        </pc:spChg>
        <pc:spChg chg="del">
          <ac:chgData name="Ján Čáni" userId="S::jcani@ohpen.com::8e110c53-06bf-4e5a-8dee-e888a0648c60" providerId="AD" clId="Web-{76B3E765-B375-37F1-5C19-E2B06EDFA1D8}" dt="2026-03-08T20:43:09.489" v="454"/>
          <ac:spMkLst>
            <pc:docMk/>
            <pc:sldMk cId="2110970362" sldId="5305"/>
            <ac:spMk id="5" creationId="{D4FBE327-4F81-5501-B2EF-78873BF16466}"/>
          </ac:spMkLst>
        </pc:spChg>
        <pc:spChg chg="mod">
          <ac:chgData name="Ján Čáni" userId="S::jcani@ohpen.com::8e110c53-06bf-4e5a-8dee-e888a0648c60" providerId="AD" clId="Web-{76B3E765-B375-37F1-5C19-E2B06EDFA1D8}" dt="2026-03-08T20:28:51.053" v="403" actId="20577"/>
          <ac:spMkLst>
            <pc:docMk/>
            <pc:sldMk cId="2110970362" sldId="5305"/>
            <ac:spMk id="6" creationId="{47259EBD-B45D-BD52-67FA-D776A2CD5277}"/>
          </ac:spMkLst>
        </pc:spChg>
        <pc:spChg chg="del mod">
          <ac:chgData name="Ján Čáni" userId="S::jcani@ohpen.com::8e110c53-06bf-4e5a-8dee-e888a0648c60" providerId="AD" clId="Web-{76B3E765-B375-37F1-5C19-E2B06EDFA1D8}" dt="2026-03-08T20:48:11.233" v="489"/>
          <ac:spMkLst>
            <pc:docMk/>
            <pc:sldMk cId="2110970362" sldId="5305"/>
            <ac:spMk id="7" creationId="{3A641A4E-0A5A-A90B-9CD1-64D293F48C4A}"/>
          </ac:spMkLst>
        </pc:spChg>
        <pc:spChg chg="mod">
          <ac:chgData name="Ján Čáni" userId="S::jcani@ohpen.com::8e110c53-06bf-4e5a-8dee-e888a0648c60" providerId="AD" clId="Web-{76B3E765-B375-37F1-5C19-E2B06EDFA1D8}" dt="2026-03-08T20:43:51.569" v="461" actId="14100"/>
          <ac:spMkLst>
            <pc:docMk/>
            <pc:sldMk cId="2110970362" sldId="5305"/>
            <ac:spMk id="13" creationId="{B3207798-573D-2678-FB08-FEB63A8718B5}"/>
          </ac:spMkLst>
        </pc:spChg>
        <pc:picChg chg="del">
          <ac:chgData name="Ján Čáni" userId="S::jcani@ohpen.com::8e110c53-06bf-4e5a-8dee-e888a0648c60" providerId="AD" clId="Web-{76B3E765-B375-37F1-5C19-E2B06EDFA1D8}" dt="2026-03-08T20:39:22.552" v="449"/>
          <ac:picMkLst>
            <pc:docMk/>
            <pc:sldMk cId="2110970362" sldId="5305"/>
            <ac:picMk id="4" creationId="{EC50FAAE-7834-F5E5-4F7E-BBE23BD66ECD}"/>
          </ac:picMkLst>
        </pc:picChg>
        <pc:picChg chg="del">
          <ac:chgData name="Ján Čáni" userId="S::jcani@ohpen.com::8e110c53-06bf-4e5a-8dee-e888a0648c60" providerId="AD" clId="Web-{76B3E765-B375-37F1-5C19-E2B06EDFA1D8}" dt="2026-03-08T20:39:20.817" v="448"/>
          <ac:picMkLst>
            <pc:docMk/>
            <pc:sldMk cId="2110970362" sldId="5305"/>
            <ac:picMk id="8" creationId="{BBA39D7E-4B42-7E86-6D44-7BBE6C6D0606}"/>
          </ac:picMkLst>
        </pc:picChg>
        <pc:picChg chg="add del mod">
          <ac:chgData name="Ján Čáni" userId="S::jcani@ohpen.com::8e110c53-06bf-4e5a-8dee-e888a0648c60" providerId="AD" clId="Web-{76B3E765-B375-37F1-5C19-E2B06EDFA1D8}" dt="2026-03-08T20:39:33.583" v="453"/>
          <ac:picMkLst>
            <pc:docMk/>
            <pc:sldMk cId="2110970362" sldId="5305"/>
            <ac:picMk id="9" creationId="{7E3DEAE6-AF7D-7F67-42EF-C9A23A33F61B}"/>
          </ac:picMkLst>
        </pc:picChg>
        <pc:picChg chg="mod">
          <ac:chgData name="Ján Čáni" userId="S::jcani@ohpen.com::8e110c53-06bf-4e5a-8dee-e888a0648c60" providerId="AD" clId="Web-{76B3E765-B375-37F1-5C19-E2B06EDFA1D8}" dt="2026-03-08T20:48:19.937" v="491" actId="1076"/>
          <ac:picMkLst>
            <pc:docMk/>
            <pc:sldMk cId="2110970362" sldId="5305"/>
            <ac:picMk id="10" creationId="{3B15F69D-9F3A-8D04-077A-FCCB13C43F9E}"/>
          </ac:picMkLst>
        </pc:picChg>
        <pc:picChg chg="add mod">
          <ac:chgData name="Ján Čáni" userId="S::jcani@ohpen.com::8e110c53-06bf-4e5a-8dee-e888a0648c60" providerId="AD" clId="Web-{76B3E765-B375-37F1-5C19-E2B06EDFA1D8}" dt="2026-03-08T20:43:36.053" v="457" actId="1076"/>
          <ac:picMkLst>
            <pc:docMk/>
            <pc:sldMk cId="2110970362" sldId="5305"/>
            <ac:picMk id="11" creationId="{8BFA26B7-EA1D-A301-B4EC-48CDEA068020}"/>
          </ac:picMkLst>
        </pc:picChg>
        <pc:picChg chg="mod">
          <ac:chgData name="Ján Čáni" userId="S::jcani@ohpen.com::8e110c53-06bf-4e5a-8dee-e888a0648c60" providerId="AD" clId="Web-{76B3E765-B375-37F1-5C19-E2B06EDFA1D8}" dt="2026-03-08T20:48:16.905" v="490" actId="1076"/>
          <ac:picMkLst>
            <pc:docMk/>
            <pc:sldMk cId="2110970362" sldId="5305"/>
            <ac:picMk id="12" creationId="{E3A7D9BA-48E4-B00B-3EE2-AA1BC2974B6C}"/>
          </ac:picMkLst>
        </pc:picChg>
      </pc:sldChg>
      <pc:sldChg chg="addSp delSp modSp">
        <pc:chgData name="Ján Čáni" userId="S::jcani@ohpen.com::8e110c53-06bf-4e5a-8dee-e888a0648c60" providerId="AD" clId="Web-{76B3E765-B375-37F1-5C19-E2B06EDFA1D8}" dt="2026-03-08T20:01:00.563" v="30" actId="20577"/>
        <pc:sldMkLst>
          <pc:docMk/>
          <pc:sldMk cId="1488783676" sldId="5306"/>
        </pc:sldMkLst>
        <pc:spChg chg="mod">
          <ac:chgData name="Ján Čáni" userId="S::jcani@ohpen.com::8e110c53-06bf-4e5a-8dee-e888a0648c60" providerId="AD" clId="Web-{76B3E765-B375-37F1-5C19-E2B06EDFA1D8}" dt="2026-03-08T20:00:28.684" v="28" actId="20577"/>
          <ac:spMkLst>
            <pc:docMk/>
            <pc:sldMk cId="1488783676" sldId="5306"/>
            <ac:spMk id="2" creationId="{9538CC2F-E4C9-DEE4-FD5B-C372CDFC460C}"/>
          </ac:spMkLst>
        </pc:spChg>
        <pc:spChg chg="mod">
          <ac:chgData name="Ján Čáni" userId="S::jcani@ohpen.com::8e110c53-06bf-4e5a-8dee-e888a0648c60" providerId="AD" clId="Web-{76B3E765-B375-37F1-5C19-E2B06EDFA1D8}" dt="2026-03-08T20:01:00.563" v="30" actId="20577"/>
          <ac:spMkLst>
            <pc:docMk/>
            <pc:sldMk cId="1488783676" sldId="5306"/>
            <ac:spMk id="7" creationId="{DE321D9B-9F3E-91CD-D2E5-8546076224E0}"/>
          </ac:spMkLst>
        </pc:spChg>
        <pc:picChg chg="add del mod">
          <ac:chgData name="Ján Čáni" userId="S::jcani@ohpen.com::8e110c53-06bf-4e5a-8dee-e888a0648c60" providerId="AD" clId="Web-{76B3E765-B375-37F1-5C19-E2B06EDFA1D8}" dt="2026-03-08T19:58:49.526" v="6"/>
          <ac:picMkLst>
            <pc:docMk/>
            <pc:sldMk cId="1488783676" sldId="5306"/>
            <ac:picMk id="4" creationId="{E1699449-E2F0-CF5F-B448-BAB1340DF653}"/>
          </ac:picMkLst>
        </pc:picChg>
        <pc:picChg chg="add mod">
          <ac:chgData name="Ján Čáni" userId="S::jcani@ohpen.com::8e110c53-06bf-4e5a-8dee-e888a0648c60" providerId="AD" clId="Web-{76B3E765-B375-37F1-5C19-E2B06EDFA1D8}" dt="2026-03-08T19:59:54.574" v="9" actId="1076"/>
          <ac:picMkLst>
            <pc:docMk/>
            <pc:sldMk cId="1488783676" sldId="5306"/>
            <ac:picMk id="5" creationId="{5B223E81-CA2E-290C-FB7D-ED3E8157A56B}"/>
          </ac:picMkLst>
        </pc:picChg>
      </pc:sldChg>
      <pc:sldChg chg="new del">
        <pc:chgData name="Ján Čáni" userId="S::jcani@ohpen.com::8e110c53-06bf-4e5a-8dee-e888a0648c60" providerId="AD" clId="Web-{76B3E765-B375-37F1-5C19-E2B06EDFA1D8}" dt="2026-03-08T20:27:29.581" v="369"/>
        <pc:sldMkLst>
          <pc:docMk/>
          <pc:sldMk cId="2470525517" sldId="5308"/>
        </pc:sldMkLst>
      </pc:sldChg>
      <pc:sldChg chg="add del replId">
        <pc:chgData name="Ján Čáni" userId="S::jcani@ohpen.com::8e110c53-06bf-4e5a-8dee-e888a0648c60" providerId="AD" clId="Web-{76B3E765-B375-37F1-5C19-E2B06EDFA1D8}" dt="2026-03-08T20:02:56.111" v="64"/>
        <pc:sldMkLst>
          <pc:docMk/>
          <pc:sldMk cId="3642455730" sldId="5308"/>
        </pc:sldMkLst>
      </pc:sldChg>
    </pc:docChg>
  </pc:docChgLst>
  <pc:docChgLst>
    <pc:chgData name="Ján Čáni" userId="S::jcani@ohpen.com::8e110c53-06bf-4e5a-8dee-e888a0648c60" providerId="AD" clId="Web-{E5AAFC91-5299-B10B-1084-4CA2E625CE99}"/>
    <pc:docChg chg="modSld">
      <pc:chgData name="Ján Čáni" userId="S::jcani@ohpen.com::8e110c53-06bf-4e5a-8dee-e888a0648c60" providerId="AD" clId="Web-{E5AAFC91-5299-B10B-1084-4CA2E625CE99}" dt="2026-03-08T21:35:38.569" v="552" actId="20577"/>
      <pc:docMkLst>
        <pc:docMk/>
      </pc:docMkLst>
      <pc:sldChg chg="addSp delSp modSp">
        <pc:chgData name="Ján Čáni" userId="S::jcani@ohpen.com::8e110c53-06bf-4e5a-8dee-e888a0648c60" providerId="AD" clId="Web-{E5AAFC91-5299-B10B-1084-4CA2E625CE99}" dt="2026-03-08T21:25:33.910" v="406" actId="20577"/>
        <pc:sldMkLst>
          <pc:docMk/>
          <pc:sldMk cId="3605782896" sldId="5297"/>
        </pc:sldMkLst>
        <pc:spChg chg="mod">
          <ac:chgData name="Ján Čáni" userId="S::jcani@ohpen.com::8e110c53-06bf-4e5a-8dee-e888a0648c60" providerId="AD" clId="Web-{E5AAFC91-5299-B10B-1084-4CA2E625CE99}" dt="2026-03-08T21:25:33.910" v="406" actId="20577"/>
          <ac:spMkLst>
            <pc:docMk/>
            <pc:sldMk cId="3605782896" sldId="5297"/>
            <ac:spMk id="2" creationId="{E530E3D0-C457-6684-987D-910E3F4041F4}"/>
          </ac:spMkLst>
        </pc:spChg>
        <pc:spChg chg="del mod">
          <ac:chgData name="Ján Čáni" userId="S::jcani@ohpen.com::8e110c53-06bf-4e5a-8dee-e888a0648c60" providerId="AD" clId="Web-{E5AAFC91-5299-B10B-1084-4CA2E625CE99}" dt="2026-03-08T21:09:37.464" v="214"/>
          <ac:spMkLst>
            <pc:docMk/>
            <pc:sldMk cId="3605782896" sldId="5297"/>
            <ac:spMk id="4" creationId="{13AE87A0-2733-D125-13CF-D2A064B2AA14}"/>
          </ac:spMkLst>
        </pc:spChg>
        <pc:spChg chg="del mod">
          <ac:chgData name="Ján Čáni" userId="S::jcani@ohpen.com::8e110c53-06bf-4e5a-8dee-e888a0648c60" providerId="AD" clId="Web-{E5AAFC91-5299-B10B-1084-4CA2E625CE99}" dt="2026-03-08T21:09:34.402" v="213"/>
          <ac:spMkLst>
            <pc:docMk/>
            <pc:sldMk cId="3605782896" sldId="5297"/>
            <ac:spMk id="7" creationId="{0F651CAA-2EA1-95CD-7C37-50FB5D06310E}"/>
          </ac:spMkLst>
        </pc:spChg>
        <pc:spChg chg="del mod">
          <ac:chgData name="Ján Čáni" userId="S::jcani@ohpen.com::8e110c53-06bf-4e5a-8dee-e888a0648c60" providerId="AD" clId="Web-{E5AAFC91-5299-B10B-1084-4CA2E625CE99}" dt="2026-03-08T21:08:00.023" v="163"/>
          <ac:spMkLst>
            <pc:docMk/>
            <pc:sldMk cId="3605782896" sldId="5297"/>
            <ac:spMk id="9" creationId="{6FD63A32-7FA3-C7B2-2A99-2F021768E4E9}"/>
          </ac:spMkLst>
        </pc:spChg>
        <pc:graphicFrameChg chg="add mod modGraphic">
          <ac:chgData name="Ján Čáni" userId="S::jcani@ohpen.com::8e110c53-06bf-4e5a-8dee-e888a0648c60" providerId="AD" clId="Web-{E5AAFC91-5299-B10B-1084-4CA2E625CE99}" dt="2026-03-08T21:12:05.875" v="257"/>
          <ac:graphicFrameMkLst>
            <pc:docMk/>
            <pc:sldMk cId="3605782896" sldId="5297"/>
            <ac:graphicFrameMk id="8" creationId="{A21B95C4-65ED-A165-2E11-73DA0D42F2AC}"/>
          </ac:graphicFrameMkLst>
        </pc:graphicFrameChg>
        <pc:graphicFrameChg chg="add del mod">
          <ac:chgData name="Ján Čáni" userId="S::jcani@ohpen.com::8e110c53-06bf-4e5a-8dee-e888a0648c60" providerId="AD" clId="Web-{E5AAFC91-5299-B10B-1084-4CA2E625CE99}" dt="2026-03-08T21:11:35.640" v="237"/>
          <ac:graphicFrameMkLst>
            <pc:docMk/>
            <pc:sldMk cId="3605782896" sldId="5297"/>
            <ac:graphicFrameMk id="12" creationId="{493F20E2-8609-AC5B-2AFA-DFD94BD5439F}"/>
          </ac:graphicFrameMkLst>
        </pc:graphicFrameChg>
        <pc:picChg chg="mod">
          <ac:chgData name="Ján Čáni" userId="S::jcani@ohpen.com::8e110c53-06bf-4e5a-8dee-e888a0648c60" providerId="AD" clId="Web-{E5AAFC91-5299-B10B-1084-4CA2E625CE99}" dt="2026-03-08T21:10:10.950" v="224" actId="1076"/>
          <ac:picMkLst>
            <pc:docMk/>
            <pc:sldMk cId="3605782896" sldId="5297"/>
            <ac:picMk id="11" creationId="{1F25E1D4-289A-C40D-B45E-65ED74E167AC}"/>
          </ac:picMkLst>
        </pc:picChg>
        <pc:picChg chg="mod">
          <ac:chgData name="Ján Čáni" userId="S::jcani@ohpen.com::8e110c53-06bf-4e5a-8dee-e888a0648c60" providerId="AD" clId="Web-{E5AAFC91-5299-B10B-1084-4CA2E625CE99}" dt="2026-03-08T21:10:12.434" v="225" actId="1076"/>
          <ac:picMkLst>
            <pc:docMk/>
            <pc:sldMk cId="3605782896" sldId="5297"/>
            <ac:picMk id="13" creationId="{C1653AE0-C4E3-C208-6BE1-034BBB0309EE}"/>
          </ac:picMkLst>
        </pc:picChg>
      </pc:sldChg>
      <pc:sldChg chg="modSp">
        <pc:chgData name="Ján Čáni" userId="S::jcani@ohpen.com::8e110c53-06bf-4e5a-8dee-e888a0648c60" providerId="AD" clId="Web-{E5AAFC91-5299-B10B-1084-4CA2E625CE99}" dt="2026-03-08T20:56:46.803" v="129" actId="20577"/>
        <pc:sldMkLst>
          <pc:docMk/>
          <pc:sldMk cId="3209308259" sldId="5299"/>
        </pc:sldMkLst>
        <pc:spChg chg="mod">
          <ac:chgData name="Ján Čáni" userId="S::jcani@ohpen.com::8e110c53-06bf-4e5a-8dee-e888a0648c60" providerId="AD" clId="Web-{E5AAFC91-5299-B10B-1084-4CA2E625CE99}" dt="2026-03-08T20:56:46.803" v="129" actId="20577"/>
          <ac:spMkLst>
            <pc:docMk/>
            <pc:sldMk cId="3209308259" sldId="5299"/>
            <ac:spMk id="2" creationId="{E530E3D0-C457-6684-987D-910E3F4041F4}"/>
          </ac:spMkLst>
        </pc:spChg>
      </pc:sldChg>
      <pc:sldChg chg="modSp">
        <pc:chgData name="Ján Čáni" userId="S::jcani@ohpen.com::8e110c53-06bf-4e5a-8dee-e888a0648c60" providerId="AD" clId="Web-{E5AAFC91-5299-B10B-1084-4CA2E625CE99}" dt="2026-03-08T21:25:42.926" v="412" actId="20577"/>
        <pc:sldMkLst>
          <pc:docMk/>
          <pc:sldMk cId="4157132293" sldId="5300"/>
        </pc:sldMkLst>
        <pc:spChg chg="mod">
          <ac:chgData name="Ján Čáni" userId="S::jcani@ohpen.com::8e110c53-06bf-4e5a-8dee-e888a0648c60" providerId="AD" clId="Web-{E5AAFC91-5299-B10B-1084-4CA2E625CE99}" dt="2026-03-08T21:25:42.926" v="412" actId="20577"/>
          <ac:spMkLst>
            <pc:docMk/>
            <pc:sldMk cId="4157132293" sldId="5300"/>
            <ac:spMk id="2" creationId="{E530E3D0-C457-6684-987D-910E3F4041F4}"/>
          </ac:spMkLst>
        </pc:spChg>
      </pc:sldChg>
      <pc:sldChg chg="modSp">
        <pc:chgData name="Ján Čáni" userId="S::jcani@ohpen.com::8e110c53-06bf-4e5a-8dee-e888a0648c60" providerId="AD" clId="Web-{E5AAFC91-5299-B10B-1084-4CA2E625CE99}" dt="2026-03-08T21:25:58.880" v="424" actId="20577"/>
        <pc:sldMkLst>
          <pc:docMk/>
          <pc:sldMk cId="2809277852" sldId="5303"/>
        </pc:sldMkLst>
        <pc:spChg chg="mod">
          <ac:chgData name="Ján Čáni" userId="S::jcani@ohpen.com::8e110c53-06bf-4e5a-8dee-e888a0648c60" providerId="AD" clId="Web-{E5AAFC91-5299-B10B-1084-4CA2E625CE99}" dt="2026-03-08T21:25:58.880" v="424" actId="20577"/>
          <ac:spMkLst>
            <pc:docMk/>
            <pc:sldMk cId="2809277852" sldId="5303"/>
            <ac:spMk id="2" creationId="{E530E3D0-C457-6684-987D-910E3F4041F4}"/>
          </ac:spMkLst>
        </pc:spChg>
        <pc:spChg chg="mod">
          <ac:chgData name="Ján Čáni" userId="S::jcani@ohpen.com::8e110c53-06bf-4e5a-8dee-e888a0648c60" providerId="AD" clId="Web-{E5AAFC91-5299-B10B-1084-4CA2E625CE99}" dt="2026-03-08T21:23:14.199" v="394" actId="20577"/>
          <ac:spMkLst>
            <pc:docMk/>
            <pc:sldMk cId="2809277852" sldId="5303"/>
            <ac:spMk id="5" creationId="{D4FBE327-4F81-5501-B2EF-78873BF16466}"/>
          </ac:spMkLst>
        </pc:spChg>
      </pc:sldChg>
      <pc:sldChg chg="modSp">
        <pc:chgData name="Ján Čáni" userId="S::jcani@ohpen.com::8e110c53-06bf-4e5a-8dee-e888a0648c60" providerId="AD" clId="Web-{E5AAFC91-5299-B10B-1084-4CA2E625CE99}" dt="2026-03-08T21:35:38.569" v="552" actId="20577"/>
        <pc:sldMkLst>
          <pc:docMk/>
          <pc:sldMk cId="1154129482" sldId="5304"/>
        </pc:sldMkLst>
        <pc:spChg chg="mod">
          <ac:chgData name="Ján Čáni" userId="S::jcani@ohpen.com::8e110c53-06bf-4e5a-8dee-e888a0648c60" providerId="AD" clId="Web-{E5AAFC91-5299-B10B-1084-4CA2E625CE99}" dt="2026-03-08T21:26:16.178" v="433" actId="20577"/>
          <ac:spMkLst>
            <pc:docMk/>
            <pc:sldMk cId="1154129482" sldId="5304"/>
            <ac:spMk id="2" creationId="{E530E3D0-C457-6684-987D-910E3F4041F4}"/>
          </ac:spMkLst>
        </pc:spChg>
        <pc:spChg chg="mod">
          <ac:chgData name="Ján Čáni" userId="S::jcani@ohpen.com::8e110c53-06bf-4e5a-8dee-e888a0648c60" providerId="AD" clId="Web-{E5AAFC91-5299-B10B-1084-4CA2E625CE99}" dt="2026-03-08T21:35:38.569" v="552" actId="20577"/>
          <ac:spMkLst>
            <pc:docMk/>
            <pc:sldMk cId="1154129482" sldId="5304"/>
            <ac:spMk id="5" creationId="{D4FBE327-4F81-5501-B2EF-78873BF16466}"/>
          </ac:spMkLst>
        </pc:spChg>
      </pc:sldChg>
      <pc:sldChg chg="addSp delSp modSp">
        <pc:chgData name="Ján Čáni" userId="S::jcani@ohpen.com::8e110c53-06bf-4e5a-8dee-e888a0648c60" providerId="AD" clId="Web-{E5AAFC91-5299-B10B-1084-4CA2E625CE99}" dt="2026-03-08T20:54:19.269" v="116" actId="1076"/>
        <pc:sldMkLst>
          <pc:docMk/>
          <pc:sldMk cId="2110970362" sldId="5305"/>
        </pc:sldMkLst>
        <pc:spChg chg="del mod">
          <ac:chgData name="Ján Čáni" userId="S::jcani@ohpen.com::8e110c53-06bf-4e5a-8dee-e888a0648c60" providerId="AD" clId="Web-{E5AAFC91-5299-B10B-1084-4CA2E625CE99}" dt="2026-03-08T20:49:55.024" v="2"/>
          <ac:spMkLst>
            <pc:docMk/>
            <pc:sldMk cId="2110970362" sldId="5305"/>
            <ac:spMk id="6" creationId="{47259EBD-B45D-BD52-67FA-D776A2CD5277}"/>
          </ac:spMkLst>
        </pc:spChg>
        <pc:spChg chg="mod">
          <ac:chgData name="Ján Čáni" userId="S::jcani@ohpen.com::8e110c53-06bf-4e5a-8dee-e888a0648c60" providerId="AD" clId="Web-{E5AAFC91-5299-B10B-1084-4CA2E625CE99}" dt="2026-03-08T20:53:52.846" v="103" actId="1076"/>
          <ac:spMkLst>
            <pc:docMk/>
            <pc:sldMk cId="2110970362" sldId="5305"/>
            <ac:spMk id="13" creationId="{B3207798-573D-2678-FB08-FEB63A8718B5}"/>
          </ac:spMkLst>
        </pc:spChg>
        <pc:spChg chg="mod">
          <ac:chgData name="Ján Čáni" userId="S::jcani@ohpen.com::8e110c53-06bf-4e5a-8dee-e888a0648c60" providerId="AD" clId="Web-{E5AAFC91-5299-B10B-1084-4CA2E625CE99}" dt="2026-03-08T20:54:02.003" v="111" actId="1076"/>
          <ac:spMkLst>
            <pc:docMk/>
            <pc:sldMk cId="2110970362" sldId="5305"/>
            <ac:spMk id="14" creationId="{80B565B7-0A59-946A-2865-F87180B7BF95}"/>
          </ac:spMkLst>
        </pc:spChg>
        <pc:spChg chg="mod">
          <ac:chgData name="Ján Čáni" userId="S::jcani@ohpen.com::8e110c53-06bf-4e5a-8dee-e888a0648c60" providerId="AD" clId="Web-{E5AAFC91-5299-B10B-1084-4CA2E625CE99}" dt="2026-03-08T20:54:19.269" v="116" actId="1076"/>
          <ac:spMkLst>
            <pc:docMk/>
            <pc:sldMk cId="2110970362" sldId="5305"/>
            <ac:spMk id="15" creationId="{0024C1C8-7867-A6BE-94FF-1CB40CCDE7DF}"/>
          </ac:spMkLst>
        </pc:spChg>
        <pc:graphicFrameChg chg="add del mod">
          <ac:chgData name="Ján Čáni" userId="S::jcani@ohpen.com::8e110c53-06bf-4e5a-8dee-e888a0648c60" providerId="AD" clId="Web-{E5AAFC91-5299-B10B-1084-4CA2E625CE99}" dt="2026-03-08T20:50:16.963" v="4"/>
          <ac:graphicFrameMkLst>
            <pc:docMk/>
            <pc:sldMk cId="2110970362" sldId="5305"/>
            <ac:graphicFrameMk id="5" creationId="{CBEADD92-3B77-9791-1EF6-80CF563AD008}"/>
          </ac:graphicFrameMkLst>
        </pc:graphicFrameChg>
        <pc:graphicFrameChg chg="add mod modGraphic">
          <ac:chgData name="Ján Čáni" userId="S::jcani@ohpen.com::8e110c53-06bf-4e5a-8dee-e888a0648c60" providerId="AD" clId="Web-{E5AAFC91-5299-B10B-1084-4CA2E625CE99}" dt="2026-03-08T20:52:51.719" v="91"/>
          <ac:graphicFrameMkLst>
            <pc:docMk/>
            <pc:sldMk cId="2110970362" sldId="5305"/>
            <ac:graphicFrameMk id="8" creationId="{07B3BD88-C8BB-4417-C4EB-6B111E1C5667}"/>
          </ac:graphicFrameMkLst>
        </pc:graphicFrameChg>
        <pc:picChg chg="mod">
          <ac:chgData name="Ján Čáni" userId="S::jcani@ohpen.com::8e110c53-06bf-4e5a-8dee-e888a0648c60" providerId="AD" clId="Web-{E5AAFC91-5299-B10B-1084-4CA2E625CE99}" dt="2026-03-08T20:54:15.456" v="115" actId="1076"/>
          <ac:picMkLst>
            <pc:docMk/>
            <pc:sldMk cId="2110970362" sldId="5305"/>
            <ac:picMk id="10" creationId="{3B15F69D-9F3A-8D04-077A-FCCB13C43F9E}"/>
          </ac:picMkLst>
        </pc:picChg>
        <pc:picChg chg="mod">
          <ac:chgData name="Ján Čáni" userId="S::jcani@ohpen.com::8e110c53-06bf-4e5a-8dee-e888a0648c60" providerId="AD" clId="Web-{E5AAFC91-5299-B10B-1084-4CA2E625CE99}" dt="2026-03-08T20:53:52.862" v="104" actId="1076"/>
          <ac:picMkLst>
            <pc:docMk/>
            <pc:sldMk cId="2110970362" sldId="5305"/>
            <ac:picMk id="11" creationId="{8BFA26B7-EA1D-A301-B4EC-48CDEA068020}"/>
          </ac:picMkLst>
        </pc:picChg>
        <pc:picChg chg="mod">
          <ac:chgData name="Ján Čáni" userId="S::jcani@ohpen.com::8e110c53-06bf-4e5a-8dee-e888a0648c60" providerId="AD" clId="Web-{E5AAFC91-5299-B10B-1084-4CA2E625CE99}" dt="2026-03-08T20:54:07.878" v="114" actId="1076"/>
          <ac:picMkLst>
            <pc:docMk/>
            <pc:sldMk cId="2110970362" sldId="5305"/>
            <ac:picMk id="12" creationId="{E3A7D9BA-48E4-B00B-3EE2-AA1BC2974B6C}"/>
          </ac:picMkLst>
        </pc:picChg>
      </pc:sldChg>
      <pc:sldChg chg="modSp">
        <pc:chgData name="Ján Čáni" userId="S::jcani@ohpen.com::8e110c53-06bf-4e5a-8dee-e888a0648c60" providerId="AD" clId="Web-{E5AAFC91-5299-B10B-1084-4CA2E625CE99}" dt="2026-03-08T21:25:50.380" v="418" actId="20577"/>
        <pc:sldMkLst>
          <pc:docMk/>
          <pc:sldMk cId="3458076687" sldId="5307"/>
        </pc:sldMkLst>
        <pc:spChg chg="mod">
          <ac:chgData name="Ján Čáni" userId="S::jcani@ohpen.com::8e110c53-06bf-4e5a-8dee-e888a0648c60" providerId="AD" clId="Web-{E5AAFC91-5299-B10B-1084-4CA2E625CE99}" dt="2026-03-08T21:25:50.380" v="418" actId="20577"/>
          <ac:spMkLst>
            <pc:docMk/>
            <pc:sldMk cId="3458076687" sldId="5307"/>
            <ac:spMk id="2" creationId="{8FD00961-6FF2-6DDD-8DEF-ED46CB431282}"/>
          </ac:spMkLst>
        </pc:spChg>
        <pc:spChg chg="mod">
          <ac:chgData name="Ján Čáni" userId="S::jcani@ohpen.com::8e110c53-06bf-4e5a-8dee-e888a0648c60" providerId="AD" clId="Web-{E5AAFC91-5299-B10B-1084-4CA2E625CE99}" dt="2026-03-08T21:12:57.126" v="275" actId="20577"/>
          <ac:spMkLst>
            <pc:docMk/>
            <pc:sldMk cId="3458076687" sldId="5307"/>
            <ac:spMk id="12" creationId="{FF913BF6-06A9-8243-5BFF-7BC6FBF90F31}"/>
          </ac:spMkLst>
        </pc:spChg>
        <pc:spChg chg="mod">
          <ac:chgData name="Ján Čáni" userId="S::jcani@ohpen.com::8e110c53-06bf-4e5a-8dee-e888a0648c60" providerId="AD" clId="Web-{E5AAFC91-5299-B10B-1084-4CA2E625CE99}" dt="2026-03-08T21:13:05.033" v="280" actId="20577"/>
          <ac:spMkLst>
            <pc:docMk/>
            <pc:sldMk cId="3458076687" sldId="5307"/>
            <ac:spMk id="13" creationId="{2EC3FA0E-57A1-CF14-31CD-203B67E593F4}"/>
          </ac:spMkLst>
        </pc:spChg>
      </pc:sldChg>
    </pc:docChg>
  </pc:docChgLst>
  <pc:docChgLst>
    <pc:chgData name="Ján Čáni" userId="S::jcani@ohpen.com::8e110c53-06bf-4e5a-8dee-e888a0648c60" providerId="AD" clId="Web-{92C9EE03-3E01-92D4-6B2B-E31549A74225}"/>
    <pc:docChg chg="modSld">
      <pc:chgData name="Ján Čáni" userId="S::jcani@ohpen.com::8e110c53-06bf-4e5a-8dee-e888a0648c60" providerId="AD" clId="Web-{92C9EE03-3E01-92D4-6B2B-E31549A74225}" dt="2026-03-08T19:54:13.066" v="30" actId="20577"/>
      <pc:docMkLst>
        <pc:docMk/>
      </pc:docMkLst>
      <pc:sldChg chg="modSp">
        <pc:chgData name="Ján Čáni" userId="S::jcani@ohpen.com::8e110c53-06bf-4e5a-8dee-e888a0648c60" providerId="AD" clId="Web-{92C9EE03-3E01-92D4-6B2B-E31549A74225}" dt="2026-03-08T19:54:13.066" v="30" actId="20577"/>
        <pc:sldMkLst>
          <pc:docMk/>
          <pc:sldMk cId="1488783676" sldId="5306"/>
        </pc:sldMkLst>
        <pc:spChg chg="mod">
          <ac:chgData name="Ján Čáni" userId="S::jcani@ohpen.com::8e110c53-06bf-4e5a-8dee-e888a0648c60" providerId="AD" clId="Web-{92C9EE03-3E01-92D4-6B2B-E31549A74225}" dt="2026-03-08T19:54:13.066" v="30" actId="20577"/>
          <ac:spMkLst>
            <pc:docMk/>
            <pc:sldMk cId="1488783676" sldId="5306"/>
            <ac:spMk id="2" creationId="{9538CC2F-E4C9-DEE4-FD5B-C372CDFC460C}"/>
          </ac:spMkLst>
        </pc:spChg>
        <pc:spChg chg="mod">
          <ac:chgData name="Ján Čáni" userId="S::jcani@ohpen.com::8e110c53-06bf-4e5a-8dee-e888a0648c60" providerId="AD" clId="Web-{92C9EE03-3E01-92D4-6B2B-E31549A74225}" dt="2026-03-08T19:50:40.423" v="8" actId="20577"/>
          <ac:spMkLst>
            <pc:docMk/>
            <pc:sldMk cId="1488783676" sldId="5306"/>
            <ac:spMk id="7" creationId="{DE321D9B-9F3E-91CD-D2E5-8546076224E0}"/>
          </ac:spMkLst>
        </pc:spChg>
      </pc:sldChg>
    </pc:docChg>
  </pc:docChgLst>
  <pc:docChgLst>
    <pc:chgData name="Ján Čáni" userId="S::jcani@ohpen.com::8e110c53-06bf-4e5a-8dee-e888a0648c60" providerId="AD" clId="Web-{49E8C771-958E-F503-69A7-F130177803B2}"/>
    <pc:docChg chg="addSld delSld sldOrd">
      <pc:chgData name="Ján Čáni" userId="S::jcani@ohpen.com::8e110c53-06bf-4e5a-8dee-e888a0648c60" providerId="AD" clId="Web-{49E8C771-958E-F503-69A7-F130177803B2}" dt="2026-03-08T22:10:03.649" v="4"/>
      <pc:docMkLst>
        <pc:docMk/>
      </pc:docMkLst>
      <pc:sldChg chg="ord">
        <pc:chgData name="Ján Čáni" userId="S::jcani@ohpen.com::8e110c53-06bf-4e5a-8dee-e888a0648c60" providerId="AD" clId="Web-{49E8C771-958E-F503-69A7-F130177803B2}" dt="2026-03-08T22:08:39.929" v="0"/>
        <pc:sldMkLst>
          <pc:docMk/>
          <pc:sldMk cId="3605782896" sldId="5297"/>
        </pc:sldMkLst>
      </pc:sldChg>
      <pc:sldChg chg="new del">
        <pc:chgData name="Ján Čáni" userId="S::jcani@ohpen.com::8e110c53-06bf-4e5a-8dee-e888a0648c60" providerId="AD" clId="Web-{49E8C771-958E-F503-69A7-F130177803B2}" dt="2026-03-08T22:10:03.649" v="4"/>
        <pc:sldMkLst>
          <pc:docMk/>
          <pc:sldMk cId="1228870" sldId="5308"/>
        </pc:sldMkLst>
      </pc:sldChg>
      <pc:sldChg chg="new del">
        <pc:chgData name="Ján Čáni" userId="S::jcani@ohpen.com::8e110c53-06bf-4e5a-8dee-e888a0648c60" providerId="AD" clId="Web-{49E8C771-958E-F503-69A7-F130177803B2}" dt="2026-03-08T22:10:01.446" v="3"/>
        <pc:sldMkLst>
          <pc:docMk/>
          <pc:sldMk cId="2279519282" sldId="530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4EF74-8826-BD43-B880-7A8566D08AFF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40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108FFD40-13C9-7B48-A0BE-E251E1E33FE5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6F8E2375-F1B1-284C-A827-B0E603FDBD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44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E2375-F1B1-284C-A827-B0E603FDBDD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31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latin typeface="Calibri"/>
                <a:cs typeface="Calibri"/>
              </a:rPr>
              <a:t>Popisat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ake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problemy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mozu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byt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medzi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developerom</a:t>
            </a:r>
            <a:r>
              <a:rPr lang="en-US">
                <a:latin typeface="Calibri"/>
                <a:cs typeface="Calibri"/>
              </a:rPr>
              <a:t> a </a:t>
            </a:r>
            <a:r>
              <a:rPr lang="en-US" err="1">
                <a:latin typeface="Calibri"/>
                <a:cs typeface="Calibri"/>
              </a:rPr>
              <a:t>customerom</a:t>
            </a:r>
          </a:p>
          <a:p>
            <a:r>
              <a:rPr lang="en-US">
                <a:latin typeface="Calibri"/>
                <a:cs typeface="Calibri"/>
              </a:rPr>
              <a:t> - software </a:t>
            </a:r>
            <a:r>
              <a:rPr lang="en-US" err="1">
                <a:latin typeface="Calibri"/>
                <a:cs typeface="Calibri"/>
              </a:rPr>
              <a:t>zavistlosti</a:t>
            </a:r>
            <a:r>
              <a:rPr lang="en-US">
                <a:latin typeface="Calibri"/>
                <a:cs typeface="Calibri"/>
              </a:rPr>
              <a:t> (</a:t>
            </a:r>
            <a:r>
              <a:rPr lang="en-US" err="1">
                <a:latin typeface="Calibri"/>
                <a:cs typeface="Calibri"/>
              </a:rPr>
              <a:t>potrebne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kniznice</a:t>
            </a:r>
            <a:r>
              <a:rPr lang="en-US">
                <a:latin typeface="Calibri"/>
                <a:cs typeface="Calibri"/>
              </a:rPr>
              <a:t>, </a:t>
            </a:r>
            <a:r>
              <a:rPr lang="en-US" err="1">
                <a:latin typeface="Calibri"/>
                <a:cs typeface="Calibri"/>
              </a:rPr>
              <a:t>verzie</a:t>
            </a:r>
            <a:r>
              <a:rPr lang="en-US">
                <a:latin typeface="Calibri"/>
                <a:cs typeface="Calibri"/>
              </a:rPr>
              <a:t>)</a:t>
            </a:r>
          </a:p>
          <a:p>
            <a:r>
              <a:rPr lang="en-US">
                <a:latin typeface="Calibri"/>
                <a:cs typeface="Calibri"/>
              </a:rPr>
              <a:t> - </a:t>
            </a:r>
            <a:r>
              <a:rPr lang="en-US" err="1">
                <a:latin typeface="Calibri"/>
                <a:cs typeface="Calibri"/>
              </a:rPr>
              <a:t>nastavenia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prostredia</a:t>
            </a:r>
            <a:r>
              <a:rPr lang="en-US">
                <a:latin typeface="Calibri"/>
                <a:cs typeface="Calibri"/>
              </a:rPr>
              <a:t> (</a:t>
            </a:r>
            <a:r>
              <a:rPr lang="en-US" err="1">
                <a:latin typeface="Calibri"/>
                <a:cs typeface="Calibri"/>
              </a:rPr>
              <a:t>premenne</a:t>
            </a:r>
            <a:r>
              <a:rPr lang="en-US">
                <a:latin typeface="Calibri"/>
                <a:cs typeface="Calibri"/>
              </a:rPr>
              <a:t>)</a:t>
            </a:r>
          </a:p>
          <a:p>
            <a:r>
              <a:rPr lang="en-US">
                <a:latin typeface="Calibri"/>
                <a:cs typeface="Calibri"/>
              </a:rPr>
              <a:t> - </a:t>
            </a:r>
            <a:r>
              <a:rPr lang="en-US" err="1">
                <a:latin typeface="Calibri"/>
                <a:cs typeface="Calibri"/>
              </a:rPr>
              <a:t>celkova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velkost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produktu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ktora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sa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dava</a:t>
            </a:r>
            <a:r>
              <a:rPr lang="en-US">
                <a:latin typeface="Calibri"/>
                <a:cs typeface="Calibri"/>
              </a:rPr>
              <a:t> k </a:t>
            </a:r>
            <a:r>
              <a:rPr lang="en-US" err="1">
                <a:latin typeface="Calibri"/>
                <a:cs typeface="Calibri"/>
              </a:rPr>
              <a:t>zakaznikovi</a:t>
            </a:r>
            <a:r>
              <a:rPr lang="en-US">
                <a:latin typeface="Calibri"/>
                <a:cs typeface="Calibri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E2375-F1B1-284C-A827-B0E603FDBDD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36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4FB57-C64D-CBA5-C4BB-9B1539C0D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364B31-D764-662C-D0E8-4E2364CA8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7B9E9D-696E-18A4-229F-F63E084E4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Container – </a:t>
            </a:r>
            <a:r>
              <a:rPr lang="en-US" err="1">
                <a:latin typeface="Calibri"/>
                <a:cs typeface="Calibri"/>
              </a:rPr>
              <a:t>zahrna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iba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potrebne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veci</a:t>
            </a:r>
            <a:r>
              <a:rPr lang="en-US">
                <a:latin typeface="Calibri"/>
                <a:cs typeface="Calibri"/>
              </a:rPr>
              <a:t>, </a:t>
            </a:r>
            <a:r>
              <a:rPr lang="en-US" err="1">
                <a:latin typeface="Calibri"/>
                <a:cs typeface="Calibri"/>
              </a:rPr>
              <a:t>povoluje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rychlu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iteraciu</a:t>
            </a:r>
            <a:r>
              <a:rPr lang="en-US">
                <a:latin typeface="Calibri"/>
                <a:cs typeface="Calibri"/>
              </a:rPr>
              <a:t>, scaling, </a:t>
            </a:r>
            <a:r>
              <a:rPr lang="en-US" err="1">
                <a:latin typeface="Calibri"/>
                <a:cs typeface="Calibri"/>
              </a:rPr>
              <a:t>zmeny</a:t>
            </a:r>
            <a:endParaRPr lang="en-US">
              <a:latin typeface="Calibri"/>
              <a:cs typeface="Calibri"/>
            </a:endParaRPr>
          </a:p>
          <a:p>
            <a:r>
              <a:rPr lang="en-US">
                <a:latin typeface="Calibri"/>
                <a:cs typeface="Calibri"/>
              </a:rPr>
              <a:t>Problem </a:t>
            </a:r>
            <a:r>
              <a:rPr lang="en-US" err="1">
                <a:latin typeface="Calibri"/>
                <a:cs typeface="Calibri"/>
              </a:rPr>
              <a:t>moze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byt</a:t>
            </a:r>
            <a:r>
              <a:rPr lang="en-US">
                <a:latin typeface="Calibri"/>
                <a:cs typeface="Calibri"/>
              </a:rPr>
              <a:t> v </a:t>
            </a:r>
            <a:r>
              <a:rPr lang="en-US" err="1">
                <a:latin typeface="Calibri"/>
                <a:cs typeface="Calibri"/>
              </a:rPr>
              <a:t>podobe</a:t>
            </a:r>
            <a:r>
              <a:rPr lang="en-US">
                <a:latin typeface="Calibri"/>
                <a:cs typeface="Calibri"/>
              </a:rPr>
              <a:t> </a:t>
            </a:r>
            <a:r>
              <a:rPr lang="en-US" err="1">
                <a:latin typeface="Calibri"/>
                <a:cs typeface="Calibri"/>
              </a:rPr>
              <a:t>exploitov</a:t>
            </a:r>
            <a:r>
              <a:rPr lang="en-US">
                <a:latin typeface="Calibri"/>
                <a:cs typeface="Calibri"/>
              </a:rPr>
              <a:t> so </a:t>
            </a:r>
            <a:r>
              <a:rPr lang="en-US" err="1">
                <a:latin typeface="Calibri"/>
                <a:cs typeface="Calibri"/>
              </a:rPr>
              <a:t>zameranim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na</a:t>
            </a:r>
            <a:r>
              <a:rPr lang="en-US">
                <a:latin typeface="Calibri"/>
                <a:cs typeface="Calibri"/>
              </a:rPr>
              <a:t> </a:t>
            </a:r>
            <a:r>
              <a:rPr lang="en-US" err="1">
                <a:latin typeface="Calibri"/>
                <a:cs typeface="Calibri"/>
              </a:rPr>
              <a:t>utek</a:t>
            </a:r>
            <a:r>
              <a:rPr lang="en-US">
                <a:latin typeface="Calibri"/>
                <a:cs typeface="Calibri"/>
              </a:rPr>
              <a:t> z </a:t>
            </a:r>
            <a:r>
              <a:rPr lang="en-US" err="1">
                <a:latin typeface="Calibri"/>
                <a:cs typeface="Calibri"/>
              </a:rPr>
              <a:t>kontajnerov</a:t>
            </a:r>
            <a:r>
              <a:rPr lang="en-US">
                <a:latin typeface="Calibri"/>
                <a:cs typeface="Calibri"/>
              </a:rPr>
              <a:t>/</a:t>
            </a:r>
            <a:r>
              <a:rPr lang="en-US" err="1">
                <a:latin typeface="Calibri"/>
                <a:cs typeface="Calibri"/>
              </a:rPr>
              <a:t>vm</a:t>
            </a:r>
            <a:endParaRPr lang="en-US">
              <a:latin typeface="Calibri"/>
              <a:cs typeface="Calibri"/>
            </a:endParaRPr>
          </a:p>
          <a:p>
            <a:r>
              <a:rPr lang="en-US" err="1">
                <a:latin typeface="Calibri"/>
                <a:cs typeface="Calibri"/>
              </a:rPr>
              <a:t>VMky</a:t>
            </a:r>
            <a:r>
              <a:rPr lang="en-US">
                <a:latin typeface="Calibri"/>
                <a:cs typeface="Calibri"/>
              </a:rPr>
              <a:t> – </a:t>
            </a:r>
            <a:r>
              <a:rPr lang="en-US" err="1">
                <a:latin typeface="Calibri"/>
                <a:cs typeface="Calibri"/>
              </a:rPr>
              <a:t>zahrnaju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vsetko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vratane</a:t>
            </a:r>
            <a:r>
              <a:rPr lang="en-US">
                <a:latin typeface="Calibri"/>
                <a:cs typeface="Calibri"/>
              </a:rPr>
              <a:t> guest operating system a </a:t>
            </a:r>
            <a:r>
              <a:rPr lang="en-US" err="1">
                <a:latin typeface="Calibri"/>
                <a:cs typeface="Calibri"/>
              </a:rPr>
              <a:t>balastu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okolo</a:t>
            </a:r>
          </a:p>
          <a:p>
            <a:r>
              <a:rPr lang="en-US" err="1">
                <a:latin typeface="Calibri"/>
                <a:cs typeface="Calibri"/>
              </a:rPr>
              <a:t>Priklad</a:t>
            </a:r>
            <a:r>
              <a:rPr lang="en-US">
                <a:latin typeface="Calibri"/>
                <a:cs typeface="Calibri"/>
              </a:rPr>
              <a:t> – windows movie maker / video editor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E1C88-4226-90EC-9640-02DCA68D54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E2375-F1B1-284C-A827-B0E603FDBDD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24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Container – </a:t>
            </a:r>
            <a:r>
              <a:rPr lang="en-US" err="1">
                <a:latin typeface="Calibri"/>
                <a:cs typeface="Calibri"/>
              </a:rPr>
              <a:t>zahrna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iba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potrebne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veci</a:t>
            </a:r>
            <a:r>
              <a:rPr lang="en-US">
                <a:latin typeface="Calibri"/>
                <a:cs typeface="Calibri"/>
              </a:rPr>
              <a:t>, </a:t>
            </a:r>
            <a:r>
              <a:rPr lang="en-US" err="1">
                <a:latin typeface="Calibri"/>
                <a:cs typeface="Calibri"/>
              </a:rPr>
              <a:t>povoluje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rychlu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iteraciu</a:t>
            </a:r>
            <a:r>
              <a:rPr lang="en-US">
                <a:latin typeface="Calibri"/>
                <a:cs typeface="Calibri"/>
              </a:rPr>
              <a:t>, scaling, </a:t>
            </a:r>
            <a:r>
              <a:rPr lang="en-US" err="1">
                <a:latin typeface="Calibri"/>
                <a:cs typeface="Calibri"/>
              </a:rPr>
              <a:t>zmeny</a:t>
            </a:r>
            <a:endParaRPr lang="en-US">
              <a:latin typeface="Calibri"/>
              <a:cs typeface="Calibri"/>
            </a:endParaRPr>
          </a:p>
          <a:p>
            <a:r>
              <a:rPr lang="en-US">
                <a:latin typeface="Calibri"/>
                <a:cs typeface="Calibri"/>
              </a:rPr>
              <a:t>Problem </a:t>
            </a:r>
            <a:r>
              <a:rPr lang="en-US" err="1">
                <a:latin typeface="Calibri"/>
                <a:cs typeface="Calibri"/>
              </a:rPr>
              <a:t>moze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byt</a:t>
            </a:r>
            <a:r>
              <a:rPr lang="en-US">
                <a:latin typeface="Calibri"/>
                <a:cs typeface="Calibri"/>
              </a:rPr>
              <a:t> v </a:t>
            </a:r>
            <a:r>
              <a:rPr lang="en-US" err="1">
                <a:latin typeface="Calibri"/>
                <a:cs typeface="Calibri"/>
              </a:rPr>
              <a:t>podobe</a:t>
            </a:r>
            <a:r>
              <a:rPr lang="en-US">
                <a:latin typeface="Calibri"/>
                <a:cs typeface="Calibri"/>
              </a:rPr>
              <a:t> </a:t>
            </a:r>
            <a:r>
              <a:rPr lang="en-US" err="1">
                <a:latin typeface="Calibri"/>
                <a:cs typeface="Calibri"/>
              </a:rPr>
              <a:t>exploitov</a:t>
            </a:r>
            <a:r>
              <a:rPr lang="en-US">
                <a:latin typeface="Calibri"/>
                <a:cs typeface="Calibri"/>
              </a:rPr>
              <a:t> so </a:t>
            </a:r>
            <a:r>
              <a:rPr lang="en-US" err="1">
                <a:latin typeface="Calibri"/>
                <a:cs typeface="Calibri"/>
              </a:rPr>
              <a:t>zameranim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na</a:t>
            </a:r>
            <a:r>
              <a:rPr lang="en-US">
                <a:latin typeface="Calibri"/>
                <a:cs typeface="Calibri"/>
              </a:rPr>
              <a:t> </a:t>
            </a:r>
            <a:r>
              <a:rPr lang="en-US" err="1">
                <a:latin typeface="Calibri"/>
                <a:cs typeface="Calibri"/>
              </a:rPr>
              <a:t>utek</a:t>
            </a:r>
            <a:r>
              <a:rPr lang="en-US">
                <a:latin typeface="Calibri"/>
                <a:cs typeface="Calibri"/>
              </a:rPr>
              <a:t> z </a:t>
            </a:r>
            <a:r>
              <a:rPr lang="en-US" err="1">
                <a:latin typeface="Calibri"/>
                <a:cs typeface="Calibri"/>
              </a:rPr>
              <a:t>kontajnerov</a:t>
            </a:r>
            <a:r>
              <a:rPr lang="en-US">
                <a:latin typeface="Calibri"/>
                <a:cs typeface="Calibri"/>
              </a:rPr>
              <a:t>/</a:t>
            </a:r>
            <a:r>
              <a:rPr lang="en-US" err="1">
                <a:latin typeface="Calibri"/>
                <a:cs typeface="Calibri"/>
              </a:rPr>
              <a:t>vm</a:t>
            </a:r>
            <a:endParaRPr lang="en-US">
              <a:latin typeface="Calibri"/>
              <a:cs typeface="Calibri"/>
            </a:endParaRPr>
          </a:p>
          <a:p>
            <a:r>
              <a:rPr lang="en-US" err="1">
                <a:latin typeface="Calibri"/>
                <a:cs typeface="Calibri"/>
              </a:rPr>
              <a:t>VMky</a:t>
            </a:r>
            <a:r>
              <a:rPr lang="en-US">
                <a:latin typeface="Calibri"/>
                <a:cs typeface="Calibri"/>
              </a:rPr>
              <a:t> – </a:t>
            </a:r>
            <a:r>
              <a:rPr lang="en-US" err="1">
                <a:latin typeface="Calibri"/>
                <a:cs typeface="Calibri"/>
              </a:rPr>
              <a:t>zahrnaju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vsetko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vratane</a:t>
            </a:r>
            <a:r>
              <a:rPr lang="en-US">
                <a:latin typeface="Calibri"/>
                <a:cs typeface="Calibri"/>
              </a:rPr>
              <a:t> guest operating system a </a:t>
            </a:r>
            <a:r>
              <a:rPr lang="en-US" err="1">
                <a:latin typeface="Calibri"/>
                <a:cs typeface="Calibri"/>
              </a:rPr>
              <a:t>balastu</a:t>
            </a:r>
            <a:r>
              <a:rPr lang="en-US">
                <a:latin typeface="Calibri"/>
                <a:cs typeface="Calibri"/>
              </a:rPr>
              <a:t> </a:t>
            </a:r>
            <a:r>
              <a:rPr lang="en-US" err="1">
                <a:latin typeface="Calibri"/>
                <a:cs typeface="Calibri"/>
              </a:rPr>
              <a:t>okolo</a:t>
            </a:r>
          </a:p>
          <a:p>
            <a:r>
              <a:rPr lang="en-US" err="1">
                <a:latin typeface="Calibri"/>
                <a:cs typeface="Calibri"/>
              </a:rPr>
              <a:t>Priklad</a:t>
            </a:r>
            <a:r>
              <a:rPr lang="en-US">
                <a:latin typeface="Calibri"/>
                <a:cs typeface="Calibri"/>
              </a:rPr>
              <a:t> – windows movie maker / video editor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E2375-F1B1-284C-A827-B0E603FDBDD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13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ver">
    <p:bg>
      <p:bgPr>
        <a:solidFill>
          <a:srgbClr val="133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0EF8DC5-82CA-0B53-3FBA-56DA2B635E9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145698" y="-2292371"/>
            <a:ext cx="15826484" cy="10955241"/>
            <a:chOff x="1530175" y="-2555737"/>
            <a:chExt cx="15826484" cy="10955241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53B8338-B2D8-3235-37B6-E80DF664A9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80655" y="-2555737"/>
              <a:ext cx="4104000" cy="4104000"/>
            </a:xfrm>
            <a:prstGeom prst="ellipse">
              <a:avLst/>
            </a:prstGeom>
            <a:solidFill>
              <a:srgbClr val="00C0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pPr algn="l">
                <a:spcBef>
                  <a:spcPts val="1000"/>
                </a:spcBef>
              </a:pPr>
              <a:endParaRPr lang="en-SK" sz="1400" err="1">
                <a:solidFill>
                  <a:schemeClr val="tx1"/>
                </a:solidFill>
                <a:latin typeface="Visuelt Pro Light" panose="020B03030402020401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A289F07-FAEB-66A9-5DF4-ECE8433C04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62961" y="3016532"/>
              <a:ext cx="2160000" cy="2160000"/>
            </a:xfrm>
            <a:prstGeom prst="ellipse">
              <a:avLst/>
            </a:prstGeom>
            <a:solidFill>
              <a:srgbClr val="00C0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pPr algn="l">
                <a:spcBef>
                  <a:spcPts val="1000"/>
                </a:spcBef>
              </a:pPr>
              <a:endParaRPr lang="en-SK" sz="1400" err="1">
                <a:solidFill>
                  <a:schemeClr val="tx1"/>
                </a:solidFill>
                <a:latin typeface="Visuelt Pro Light" panose="020B0303040202040104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623B407-0148-22D5-FC87-E091FA6418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07281" y="4034041"/>
              <a:ext cx="1944000" cy="1944000"/>
            </a:xfrm>
            <a:prstGeom prst="ellipse">
              <a:avLst/>
            </a:prstGeom>
            <a:solidFill>
              <a:srgbClr val="00C0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pPr algn="l">
                <a:spcBef>
                  <a:spcPts val="1000"/>
                </a:spcBef>
              </a:pPr>
              <a:endParaRPr lang="en-SK" sz="1400" err="1">
                <a:solidFill>
                  <a:schemeClr val="tx1"/>
                </a:solidFill>
                <a:latin typeface="Visuelt Pro Light" panose="020B03030402020401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B2AD14C-2589-6BB0-5A31-08179ED922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32691" y="1377246"/>
              <a:ext cx="2700000" cy="2700000"/>
            </a:xfrm>
            <a:prstGeom prst="ellipse">
              <a:avLst/>
            </a:prstGeom>
            <a:solidFill>
              <a:srgbClr val="00C0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pPr algn="l">
                <a:spcBef>
                  <a:spcPts val="1000"/>
                </a:spcBef>
              </a:pPr>
              <a:endParaRPr lang="en-SK" sz="1400" err="1">
                <a:solidFill>
                  <a:schemeClr val="tx1"/>
                </a:solidFill>
                <a:latin typeface="Visuelt Pro Light" panose="020B03030402020401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8642CE8-A643-CA31-E0AE-12EF366DEB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20392" y="4378958"/>
              <a:ext cx="1296000" cy="1296000"/>
            </a:xfrm>
            <a:prstGeom prst="ellipse">
              <a:avLst/>
            </a:prstGeom>
            <a:solidFill>
              <a:srgbClr val="00C0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pPr algn="l">
                <a:spcBef>
                  <a:spcPts val="1000"/>
                </a:spcBef>
              </a:pPr>
              <a:endParaRPr lang="en-SK" sz="1400" err="1">
                <a:solidFill>
                  <a:schemeClr val="tx1"/>
                </a:solidFill>
                <a:latin typeface="Visuelt Pro Light" panose="020B0303040202040104" pitchFamily="34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9DCCF33-5A49-882F-1826-56FB214266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58899" y="3931565"/>
              <a:ext cx="684000" cy="684000"/>
            </a:xfrm>
            <a:prstGeom prst="ellipse">
              <a:avLst/>
            </a:prstGeom>
            <a:solidFill>
              <a:srgbClr val="00C0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pPr algn="l">
                <a:spcBef>
                  <a:spcPts val="1000"/>
                </a:spcBef>
              </a:pPr>
              <a:endParaRPr lang="en-SK" sz="1400" err="1">
                <a:solidFill>
                  <a:schemeClr val="tx1"/>
                </a:solidFill>
                <a:latin typeface="Visuelt Pro Light" panose="020B03030402020401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A2C1E27-5003-5AA3-28C4-F2AF5A6E29CC}"/>
                </a:ext>
              </a:extLst>
            </p:cNvPr>
            <p:cNvSpPr/>
            <p:nvPr/>
          </p:nvSpPr>
          <p:spPr>
            <a:xfrm>
              <a:off x="1530175" y="-859017"/>
              <a:ext cx="4320000" cy="4320000"/>
            </a:xfrm>
            <a:prstGeom prst="ellipse">
              <a:avLst/>
            </a:prstGeom>
            <a:solidFill>
              <a:srgbClr val="00C0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pPr algn="l">
                <a:spcBef>
                  <a:spcPts val="1000"/>
                </a:spcBef>
              </a:pPr>
              <a:endParaRPr lang="en-SK" sz="1400" err="1">
                <a:solidFill>
                  <a:schemeClr val="tx1"/>
                </a:solidFill>
                <a:latin typeface="Visuelt Pro Light" panose="020B0303040202040104" pitchFamily="34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6A7C645-7C39-B333-5927-3BDEFB6737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8659" y="-1968496"/>
              <a:ext cx="10368000" cy="10368000"/>
            </a:xfrm>
            <a:prstGeom prst="ellipse">
              <a:avLst/>
            </a:prstGeom>
            <a:noFill/>
            <a:ln w="25400">
              <a:solidFill>
                <a:srgbClr val="33FF99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pPr algn="l">
                <a:spcBef>
                  <a:spcPts val="1000"/>
                </a:spcBef>
              </a:pPr>
              <a:endParaRPr lang="en-SK" sz="1400" err="1">
                <a:solidFill>
                  <a:schemeClr val="tx1"/>
                </a:solidFill>
                <a:latin typeface="Visuelt Pro Light" panose="020B0303040202040104" pitchFamily="34" charset="0"/>
              </a:endParaRPr>
            </a:p>
          </p:txBody>
        </p:sp>
      </p:grp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A777291-C28D-C74A-16D1-F30193416D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8000" y="3956086"/>
            <a:ext cx="6528475" cy="551258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7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subtitle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2AB2CF0-3583-4633-AE26-5E4FE9CC35D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2000" y="299102"/>
            <a:ext cx="2452790" cy="3600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1100" b="1" i="1" spc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9525" marR="0" lvl="0" indent="0" algn="l" defTabSz="91431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Edit date (Month 1, 2023)</a:t>
            </a: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13EED39E-BDAE-D536-0477-EDE425088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868086"/>
            <a:ext cx="6528475" cy="1944000"/>
          </a:xfrm>
          <a:prstGeom prst="rect">
            <a:avLst/>
          </a:prstGeom>
        </p:spPr>
        <p:txBody>
          <a:bodyPr lIns="36000" tIns="36000" rIns="36000" bIns="36000" anchor="t" anchorCtr="0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3F35E48-B161-1779-6287-E665976E4DF2}"/>
              </a:ext>
            </a:extLst>
          </p:cNvPr>
          <p:cNvSpPr txBox="1">
            <a:spLocks/>
          </p:cNvSpPr>
          <p:nvPr userDrawn="1"/>
        </p:nvSpPr>
        <p:spPr>
          <a:xfrm>
            <a:off x="432000" y="6336000"/>
            <a:ext cx="2047875" cy="360000"/>
          </a:xfrm>
          <a:prstGeom prst="rect">
            <a:avLst/>
          </a:prstGeom>
        </p:spPr>
        <p:txBody>
          <a:bodyPr lIns="36000" tIns="36000" rIns="36000" bIns="36000" anchor="ctr" anchorCtr="0"/>
          <a:lstStyle>
            <a:lvl1pPr marL="9525" indent="0" algn="r" defTabSz="914318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1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525" indent="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tabLst/>
              <a:defRPr sz="11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525" indent="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rgbClr val="33FF9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525" indent="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tabLst/>
              <a:defRPr sz="1100" b="0" i="1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0975" indent="-17145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Char char="•"/>
              <a:tabLst/>
              <a:defRPr sz="11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/>
              <a:t>© </a:t>
            </a:r>
            <a:r>
              <a:rPr lang="en-GB" err="1"/>
              <a:t>Ohpen</a:t>
            </a:r>
            <a:endParaRPr lang="en-SK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6203EA2-7DD9-C193-1862-32F5A16E4022}"/>
              </a:ext>
            </a:extLst>
          </p:cNvPr>
          <p:cNvSpPr>
            <a:spLocks noChangeAspect="1"/>
          </p:cNvSpPr>
          <p:nvPr userDrawn="1"/>
        </p:nvSpPr>
        <p:spPr>
          <a:xfrm>
            <a:off x="4522612" y="5180643"/>
            <a:ext cx="10368000" cy="10368000"/>
          </a:xfrm>
          <a:prstGeom prst="ellipse">
            <a:avLst/>
          </a:prstGeom>
          <a:noFill/>
          <a:ln w="25400">
            <a:solidFill>
              <a:srgbClr val="33FF9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 algn="l"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Visuelt Pro Light" panose="020B030304020204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27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bg>
      <p:bgPr>
        <a:solidFill>
          <a:srgbClr val="00C0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11A95D1-476B-E7C1-20E4-B015CB216C8C}"/>
              </a:ext>
            </a:extLst>
          </p:cNvPr>
          <p:cNvSpPr txBox="1"/>
          <p:nvPr userDrawn="1"/>
        </p:nvSpPr>
        <p:spPr>
          <a:xfrm>
            <a:off x="828000" y="2700000"/>
            <a:ext cx="10524213" cy="154800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0"/>
              </a:spcBef>
            </a:pPr>
            <a:r>
              <a:rPr lang="en-SK" sz="9600" b="0" i="0" spc="0" baseline="0">
                <a:ln w="9525">
                  <a:solidFill>
                    <a:srgbClr val="33FF99"/>
                  </a:solidFill>
                </a:ln>
                <a:noFill/>
                <a:latin typeface="+mj-lt"/>
                <a:cs typeface="Arial" panose="020B0604020202020204" pitchFamily="34" charset="0"/>
              </a:rPr>
              <a:t>Questions?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36C4C6-D806-E51E-390D-785DAC1BD523}"/>
              </a:ext>
            </a:extLst>
          </p:cNvPr>
          <p:cNvSpPr txBox="1"/>
          <p:nvPr userDrawn="1"/>
        </p:nvSpPr>
        <p:spPr>
          <a:xfrm>
            <a:off x="827999" y="2700000"/>
            <a:ext cx="10524213" cy="154800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SK" sz="9600" b="1">
                <a:latin typeface="+mj-lt"/>
              </a:rPr>
              <a:t>Questions?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A79527-6CEB-AF7C-2A51-A44421DD44D8}"/>
              </a:ext>
            </a:extLst>
          </p:cNvPr>
          <p:cNvSpPr txBox="1"/>
          <p:nvPr userDrawn="1"/>
        </p:nvSpPr>
        <p:spPr>
          <a:xfrm>
            <a:off x="828000" y="2700000"/>
            <a:ext cx="10524213" cy="1550031"/>
          </a:xfrm>
          <a:prstGeom prst="rect">
            <a:avLst/>
          </a:prstGeom>
          <a:noFill/>
        </p:spPr>
        <p:txBody>
          <a:bodyPr wrap="square" lIns="0" tIns="36000" rIns="3600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0"/>
              </a:spcBef>
            </a:pPr>
            <a:r>
              <a:rPr lang="en-SK" sz="9600" b="0" i="0" spc="0" baseline="0">
                <a:ln w="9525">
                  <a:solidFill>
                    <a:srgbClr val="33FF99"/>
                  </a:solidFill>
                </a:ln>
                <a:noFill/>
                <a:latin typeface="+mj-lt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7669A-3253-5F68-FAFD-DA213AB995FD}"/>
              </a:ext>
            </a:extLst>
          </p:cNvPr>
          <p:cNvSpPr txBox="1"/>
          <p:nvPr userDrawn="1"/>
        </p:nvSpPr>
        <p:spPr>
          <a:xfrm>
            <a:off x="828000" y="2700000"/>
            <a:ext cx="10524213" cy="154800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SK" sz="9600" b="1"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9362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7F3FD-E305-373C-0BF2-D73C16CE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10524213" cy="94175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44" name="Text Placeholder 32">
            <a:extLst>
              <a:ext uri="{FF2B5EF4-FFF2-40B4-BE49-F238E27FC236}">
                <a16:creationId xmlns:a16="http://schemas.microsoft.com/office/drawing/2014/main" id="{00E09DC0-3617-F94D-2A7D-4545EAFA6813}"/>
              </a:ext>
            </a:extLst>
          </p:cNvPr>
          <p:cNvSpPr>
            <a:spLocks noGrp="1"/>
          </p:cNvSpPr>
          <p:nvPr userDrawn="1">
            <p:ph type="body" sz="quarter" idx="84" hasCustomPrompt="1"/>
          </p:nvPr>
        </p:nvSpPr>
        <p:spPr>
          <a:xfrm>
            <a:off x="4229682" y="1988177"/>
            <a:ext cx="1800000" cy="1080000"/>
          </a:xfrm>
        </p:spPr>
        <p:txBody>
          <a:bodyPr lIns="36000" tIns="0" rIns="36000" bIns="36000">
            <a:noAutofit/>
          </a:bodyPr>
          <a:lstStyle>
            <a:lvl1pPr marL="0" indent="0" algn="r">
              <a:lnSpc>
                <a:spcPts val="13000"/>
              </a:lnSpc>
              <a:spcBef>
                <a:spcPts val="0"/>
              </a:spcBef>
              <a:defRPr sz="12000" baseline="0"/>
            </a:lvl1pPr>
          </a:lstStyle>
          <a:p>
            <a:pPr lvl="0"/>
            <a:r>
              <a:rPr lang="en-GB"/>
              <a:t>00</a:t>
            </a:r>
            <a:endParaRPr lang="en-SK"/>
          </a:p>
        </p:txBody>
      </p:sp>
      <p:sp>
        <p:nvSpPr>
          <p:cNvPr id="45" name="Text Placeholder 32">
            <a:extLst>
              <a:ext uri="{FF2B5EF4-FFF2-40B4-BE49-F238E27FC236}">
                <a16:creationId xmlns:a16="http://schemas.microsoft.com/office/drawing/2014/main" id="{44C95BFE-C732-AC7F-D4FB-BDA1FE796D82}"/>
              </a:ext>
            </a:extLst>
          </p:cNvPr>
          <p:cNvSpPr>
            <a:spLocks noGrp="1"/>
          </p:cNvSpPr>
          <p:nvPr userDrawn="1">
            <p:ph type="body" sz="quarter" idx="85" hasCustomPrompt="1"/>
          </p:nvPr>
        </p:nvSpPr>
        <p:spPr>
          <a:xfrm>
            <a:off x="9548196" y="1988177"/>
            <a:ext cx="1800000" cy="1080000"/>
          </a:xfrm>
        </p:spPr>
        <p:txBody>
          <a:bodyPr lIns="36000" tIns="0" rIns="36000" bIns="36000">
            <a:noAutofit/>
          </a:bodyPr>
          <a:lstStyle>
            <a:lvl1pPr marL="0" indent="0" algn="r">
              <a:lnSpc>
                <a:spcPts val="13000"/>
              </a:lnSpc>
              <a:spcBef>
                <a:spcPts val="0"/>
              </a:spcBef>
              <a:defRPr sz="12000"/>
            </a:lvl1pPr>
          </a:lstStyle>
          <a:p>
            <a:pPr lvl="0"/>
            <a:r>
              <a:rPr lang="en-GB"/>
              <a:t>00</a:t>
            </a:r>
            <a:endParaRPr lang="en-SK"/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A9EF6B12-0B71-9EBB-D120-42A44480021C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>
          <a:xfrm>
            <a:off x="810913" y="3022280"/>
            <a:ext cx="10524213" cy="360000"/>
          </a:xfrm>
          <a:prstGeom prst="rect">
            <a:avLst/>
          </a:prstGeom>
          <a:solidFill>
            <a:srgbClr val="F9FAFC"/>
          </a:solidFill>
          <a:effectLst>
            <a:innerShdw dist="12700" dir="16200000">
              <a:srgbClr val="13322B"/>
            </a:innerShdw>
          </a:effectLst>
        </p:spPr>
        <p:txBody>
          <a:bodyPr lIns="36000">
            <a:noAutofit/>
          </a:bodyPr>
          <a:lstStyle>
            <a:lvl1pPr>
              <a:lnSpc>
                <a:spcPct val="100000"/>
              </a:lnSpc>
              <a:defRPr sz="1100" b="0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GB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F8C3BA13-AC25-E9A8-A375-014D1758576C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827999" y="2545824"/>
            <a:ext cx="2531149" cy="40798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68" name="Text Placeholder 64">
            <a:extLst>
              <a:ext uri="{FF2B5EF4-FFF2-40B4-BE49-F238E27FC236}">
                <a16:creationId xmlns:a16="http://schemas.microsoft.com/office/drawing/2014/main" id="{036A185C-C0FB-CFA7-9340-A605F71339BF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6140463" y="2545388"/>
            <a:ext cx="2531149" cy="40798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70" name="Text Placeholder 32">
            <a:extLst>
              <a:ext uri="{FF2B5EF4-FFF2-40B4-BE49-F238E27FC236}">
                <a16:creationId xmlns:a16="http://schemas.microsoft.com/office/drawing/2014/main" id="{4000BC75-02EC-DA4A-AF84-D173896E7EAC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4229682" y="3444914"/>
            <a:ext cx="1800000" cy="1080000"/>
          </a:xfrm>
        </p:spPr>
        <p:txBody>
          <a:bodyPr lIns="36000" tIns="0" rIns="36000" bIns="36000">
            <a:noAutofit/>
          </a:bodyPr>
          <a:lstStyle>
            <a:lvl1pPr marL="0" indent="0" algn="r">
              <a:lnSpc>
                <a:spcPts val="13000"/>
              </a:lnSpc>
              <a:spcBef>
                <a:spcPts val="0"/>
              </a:spcBef>
              <a:defRPr sz="12000"/>
            </a:lvl1pPr>
          </a:lstStyle>
          <a:p>
            <a:pPr lvl="0"/>
            <a:r>
              <a:rPr lang="en-GB"/>
              <a:t>00</a:t>
            </a:r>
            <a:endParaRPr lang="en-SK"/>
          </a:p>
        </p:txBody>
      </p:sp>
      <p:sp>
        <p:nvSpPr>
          <p:cNvPr id="71" name="Text Placeholder 32">
            <a:extLst>
              <a:ext uri="{FF2B5EF4-FFF2-40B4-BE49-F238E27FC236}">
                <a16:creationId xmlns:a16="http://schemas.microsoft.com/office/drawing/2014/main" id="{7343B25D-C166-FE86-0643-516DD737A75A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9548196" y="3444914"/>
            <a:ext cx="1800000" cy="1080000"/>
          </a:xfrm>
        </p:spPr>
        <p:txBody>
          <a:bodyPr lIns="36000" tIns="0" rIns="36000" bIns="36000">
            <a:noAutofit/>
          </a:bodyPr>
          <a:lstStyle>
            <a:lvl1pPr marL="0" indent="0" algn="r">
              <a:lnSpc>
                <a:spcPts val="13000"/>
              </a:lnSpc>
              <a:spcBef>
                <a:spcPts val="0"/>
              </a:spcBef>
              <a:defRPr sz="12000"/>
            </a:lvl1pPr>
          </a:lstStyle>
          <a:p>
            <a:pPr lvl="0"/>
            <a:r>
              <a:rPr lang="en-GB"/>
              <a:t>00</a:t>
            </a:r>
            <a:endParaRPr lang="en-SK"/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184D85B7-7781-C949-DE00-09AF64BC8D9C}"/>
              </a:ext>
            </a:extLst>
          </p:cNvPr>
          <p:cNvSpPr>
            <a:spLocks noGrp="1"/>
          </p:cNvSpPr>
          <p:nvPr>
            <p:ph type="body" sz="quarter" idx="97"/>
          </p:nvPr>
        </p:nvSpPr>
        <p:spPr>
          <a:xfrm>
            <a:off x="810913" y="4479017"/>
            <a:ext cx="10524213" cy="360000"/>
          </a:xfrm>
          <a:prstGeom prst="rect">
            <a:avLst/>
          </a:prstGeom>
          <a:solidFill>
            <a:srgbClr val="F9FAFC"/>
          </a:solidFill>
          <a:effectLst>
            <a:innerShdw dist="12700" dir="16200000">
              <a:srgbClr val="13322B"/>
            </a:innerShdw>
          </a:effectLst>
        </p:spPr>
        <p:txBody>
          <a:bodyPr lIns="36000">
            <a:noAutofit/>
          </a:bodyPr>
          <a:lstStyle>
            <a:lvl1pPr>
              <a:lnSpc>
                <a:spcPct val="100000"/>
              </a:lnSpc>
              <a:defRPr sz="1100" b="0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GB"/>
          </a:p>
        </p:txBody>
      </p:sp>
      <p:sp>
        <p:nvSpPr>
          <p:cNvPr id="73" name="Text Placeholder 64">
            <a:extLst>
              <a:ext uri="{FF2B5EF4-FFF2-40B4-BE49-F238E27FC236}">
                <a16:creationId xmlns:a16="http://schemas.microsoft.com/office/drawing/2014/main" id="{532F16E7-DF93-2E81-1B1D-C6F5247741CA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27999" y="4002561"/>
            <a:ext cx="2531149" cy="40798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75" name="Text Placeholder 64">
            <a:extLst>
              <a:ext uri="{FF2B5EF4-FFF2-40B4-BE49-F238E27FC236}">
                <a16:creationId xmlns:a16="http://schemas.microsoft.com/office/drawing/2014/main" id="{22B13960-CAA4-7D48-E752-469C68F5C71C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6140463" y="4002125"/>
            <a:ext cx="2531149" cy="40798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77" name="Text Placeholder 32">
            <a:extLst>
              <a:ext uri="{FF2B5EF4-FFF2-40B4-BE49-F238E27FC236}">
                <a16:creationId xmlns:a16="http://schemas.microsoft.com/office/drawing/2014/main" id="{8D16702A-D670-D68E-941E-790ECAAA6255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4229682" y="4907589"/>
            <a:ext cx="1800000" cy="1080000"/>
          </a:xfrm>
        </p:spPr>
        <p:txBody>
          <a:bodyPr lIns="36000" tIns="0" rIns="36000" bIns="36000">
            <a:noAutofit/>
          </a:bodyPr>
          <a:lstStyle>
            <a:lvl1pPr marL="0" indent="0" algn="r">
              <a:lnSpc>
                <a:spcPts val="13000"/>
              </a:lnSpc>
              <a:spcBef>
                <a:spcPts val="0"/>
              </a:spcBef>
              <a:defRPr sz="12000"/>
            </a:lvl1pPr>
          </a:lstStyle>
          <a:p>
            <a:pPr lvl="0"/>
            <a:r>
              <a:rPr lang="en-GB"/>
              <a:t>00</a:t>
            </a:r>
            <a:endParaRPr lang="en-SK"/>
          </a:p>
        </p:txBody>
      </p:sp>
      <p:sp>
        <p:nvSpPr>
          <p:cNvPr id="78" name="Text Placeholder 32">
            <a:extLst>
              <a:ext uri="{FF2B5EF4-FFF2-40B4-BE49-F238E27FC236}">
                <a16:creationId xmlns:a16="http://schemas.microsoft.com/office/drawing/2014/main" id="{38A6FB31-CF33-5DA7-2E2E-ED9F7B0EFC22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548196" y="4907589"/>
            <a:ext cx="1800000" cy="1080000"/>
          </a:xfrm>
        </p:spPr>
        <p:txBody>
          <a:bodyPr lIns="36000" tIns="0" rIns="36000" bIns="36000">
            <a:noAutofit/>
          </a:bodyPr>
          <a:lstStyle>
            <a:lvl1pPr marL="0" indent="0" algn="r">
              <a:lnSpc>
                <a:spcPts val="13000"/>
              </a:lnSpc>
              <a:spcBef>
                <a:spcPts val="0"/>
              </a:spcBef>
              <a:defRPr sz="12000"/>
            </a:lvl1pPr>
          </a:lstStyle>
          <a:p>
            <a:pPr lvl="0"/>
            <a:r>
              <a:rPr lang="en-GB"/>
              <a:t>00</a:t>
            </a:r>
            <a:endParaRPr lang="en-SK"/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B5F6DA17-BB03-3CFA-5476-189517D399F7}"/>
              </a:ext>
            </a:extLst>
          </p:cNvPr>
          <p:cNvSpPr>
            <a:spLocks noGrp="1"/>
          </p:cNvSpPr>
          <p:nvPr>
            <p:ph type="body" sz="quarter" idx="104"/>
          </p:nvPr>
        </p:nvSpPr>
        <p:spPr>
          <a:xfrm>
            <a:off x="810913" y="5941692"/>
            <a:ext cx="10524213" cy="360000"/>
          </a:xfrm>
          <a:prstGeom prst="rect">
            <a:avLst/>
          </a:prstGeom>
          <a:solidFill>
            <a:srgbClr val="F9FAFC"/>
          </a:solidFill>
          <a:effectLst>
            <a:innerShdw dist="12700" dir="16200000">
              <a:srgbClr val="13322B"/>
            </a:innerShdw>
          </a:effectLst>
        </p:spPr>
        <p:txBody>
          <a:bodyPr lIns="36000">
            <a:noAutofit/>
          </a:bodyPr>
          <a:lstStyle>
            <a:lvl1pPr>
              <a:lnSpc>
                <a:spcPct val="100000"/>
              </a:lnSpc>
              <a:defRPr sz="1100" b="0" i="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GB"/>
          </a:p>
        </p:txBody>
      </p:sp>
      <p:sp>
        <p:nvSpPr>
          <p:cNvPr id="82" name="Text Placeholder 64">
            <a:extLst>
              <a:ext uri="{FF2B5EF4-FFF2-40B4-BE49-F238E27FC236}">
                <a16:creationId xmlns:a16="http://schemas.microsoft.com/office/drawing/2014/main" id="{FB4A6F92-1BB1-586B-C350-3E0C2553CF0A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140463" y="5464800"/>
            <a:ext cx="2531149" cy="40798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80" name="Text Placeholder 64">
            <a:extLst>
              <a:ext uri="{FF2B5EF4-FFF2-40B4-BE49-F238E27FC236}">
                <a16:creationId xmlns:a16="http://schemas.microsoft.com/office/drawing/2014/main" id="{2918AACD-3F10-B4C4-086F-F81917FB6BB3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827999" y="5465236"/>
            <a:ext cx="2531149" cy="40798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4" name="Text Placeholder 64">
            <a:extLst>
              <a:ext uri="{FF2B5EF4-FFF2-40B4-BE49-F238E27FC236}">
                <a16:creationId xmlns:a16="http://schemas.microsoft.com/office/drawing/2014/main" id="{C34C2B1C-DBA8-AC5D-5B3C-D9FF0FA826E5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827999" y="2128494"/>
            <a:ext cx="2531149" cy="407988"/>
          </a:xfrm>
        </p:spPr>
        <p:txBody>
          <a:bodyPr/>
          <a:lstStyle>
            <a:lvl1pPr indent="0">
              <a:defRPr sz="1600" b="0" i="0" baseline="0">
                <a:solidFill>
                  <a:srgbClr val="00C08B"/>
                </a:solidFill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5" name="Text Placeholder 64">
            <a:extLst>
              <a:ext uri="{FF2B5EF4-FFF2-40B4-BE49-F238E27FC236}">
                <a16:creationId xmlns:a16="http://schemas.microsoft.com/office/drawing/2014/main" id="{4B1748EC-5D38-DF47-431D-1B4278FF9A05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6140463" y="2128494"/>
            <a:ext cx="2531149" cy="407988"/>
          </a:xfrm>
        </p:spPr>
        <p:txBody>
          <a:bodyPr/>
          <a:lstStyle>
            <a:lvl1pPr indent="0">
              <a:defRPr sz="1600" b="0" i="0" baseline="0">
                <a:solidFill>
                  <a:srgbClr val="00C08B"/>
                </a:solidFill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8" name="Text Placeholder 64">
            <a:extLst>
              <a:ext uri="{FF2B5EF4-FFF2-40B4-BE49-F238E27FC236}">
                <a16:creationId xmlns:a16="http://schemas.microsoft.com/office/drawing/2014/main" id="{C8488BB6-0368-101C-7190-2534A3100A7F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827999" y="3584110"/>
            <a:ext cx="2531149" cy="407988"/>
          </a:xfrm>
        </p:spPr>
        <p:txBody>
          <a:bodyPr/>
          <a:lstStyle>
            <a:lvl1pPr indent="0">
              <a:defRPr sz="1600" b="0" i="0" baseline="0">
                <a:solidFill>
                  <a:srgbClr val="00C08B"/>
                </a:solidFill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9" name="Text Placeholder 64">
            <a:extLst>
              <a:ext uri="{FF2B5EF4-FFF2-40B4-BE49-F238E27FC236}">
                <a16:creationId xmlns:a16="http://schemas.microsoft.com/office/drawing/2014/main" id="{335307C7-3B4E-08DB-5315-3C4C4447A5A5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6140463" y="3584110"/>
            <a:ext cx="2531149" cy="407988"/>
          </a:xfrm>
        </p:spPr>
        <p:txBody>
          <a:bodyPr/>
          <a:lstStyle>
            <a:lvl1pPr indent="0">
              <a:defRPr sz="1600" b="0" i="0" baseline="0">
                <a:solidFill>
                  <a:srgbClr val="00C08B"/>
                </a:solidFill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10" name="Text Placeholder 64">
            <a:extLst>
              <a:ext uri="{FF2B5EF4-FFF2-40B4-BE49-F238E27FC236}">
                <a16:creationId xmlns:a16="http://schemas.microsoft.com/office/drawing/2014/main" id="{701AB360-E5E9-B479-27D5-B1DB566BC87C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27999" y="5046736"/>
            <a:ext cx="2531149" cy="407988"/>
          </a:xfrm>
        </p:spPr>
        <p:txBody>
          <a:bodyPr/>
          <a:lstStyle>
            <a:lvl1pPr indent="0">
              <a:defRPr sz="1600" b="0" i="0" baseline="0">
                <a:solidFill>
                  <a:srgbClr val="00C08B"/>
                </a:solidFill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11" name="Text Placeholder 64">
            <a:extLst>
              <a:ext uri="{FF2B5EF4-FFF2-40B4-BE49-F238E27FC236}">
                <a16:creationId xmlns:a16="http://schemas.microsoft.com/office/drawing/2014/main" id="{944059EE-5D27-0548-6C1D-671A79463B31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6140463" y="5046736"/>
            <a:ext cx="2531149" cy="407988"/>
          </a:xfrm>
        </p:spPr>
        <p:txBody>
          <a:bodyPr/>
          <a:lstStyle>
            <a:lvl1pPr indent="0">
              <a:defRPr sz="1600" b="0" i="0" baseline="0">
                <a:solidFill>
                  <a:srgbClr val="00C08B"/>
                </a:solidFill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  <a:endParaRPr lang="en-SK"/>
          </a:p>
        </p:txBody>
      </p:sp>
      <p:sp>
        <p:nvSpPr>
          <p:cNvPr id="12" name="Text Placeholder 64">
            <a:extLst>
              <a:ext uri="{FF2B5EF4-FFF2-40B4-BE49-F238E27FC236}">
                <a16:creationId xmlns:a16="http://schemas.microsoft.com/office/drawing/2014/main" id="{E033F303-913A-F351-2306-AD1E1383269A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437202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_layout_A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3A1855A-516A-5C49-B928-6AF5FE9E4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4" name="Text Placeholder 64">
            <a:extLst>
              <a:ext uri="{FF2B5EF4-FFF2-40B4-BE49-F238E27FC236}">
                <a16:creationId xmlns:a16="http://schemas.microsoft.com/office/drawing/2014/main" id="{28E50093-4830-42FF-47E6-3DAE7307951A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51898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_A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4223731F-0D99-E7B5-9949-75290F5B3C8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8000" y="1980000"/>
            <a:ext cx="3863063" cy="612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0" i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Subtitle – Click to edit text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76389A12-03B2-DEB3-A539-87D2C170FA2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28000" y="2880000"/>
            <a:ext cx="3863063" cy="3348000"/>
          </a:xfrm>
        </p:spPr>
        <p:txBody>
          <a:bodyPr lIns="36000" tIns="36000" rIns="36000" bIns="36000">
            <a:noAutofit/>
          </a:bodyPr>
          <a:lstStyle>
            <a:lvl3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marL="9525" marR="0" lvl="2" indent="0" algn="l" defTabSz="914318" rtl="0" eaLnBrk="1" fontAlgn="auto" latinLnBrk="0" hangingPunct="1">
              <a:lnSpc>
                <a:spcPct val="100000"/>
              </a:lnSpc>
              <a:spcBef>
                <a:spcPts val="4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EEA1117-4E0E-E456-583E-A7BE2AC6449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132513" y="2880000"/>
            <a:ext cx="2540000" cy="3348000"/>
          </a:xfrm>
        </p:spPr>
        <p:txBody>
          <a:bodyPr lIns="36000" tIns="36000" rIns="36000" bIns="36000">
            <a:noAutofit/>
          </a:bodyPr>
          <a:lstStyle>
            <a:lvl2pPr>
              <a:lnSpc>
                <a:spcPct val="100000"/>
              </a:lnSpc>
              <a:defRPr sz="11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1"/>
            <a:r>
              <a:rPr lang="en-GB"/>
              <a:t>Click to edit text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2B2AAEEF-209A-B448-7102-F3C2F294A2A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813800" y="2880000"/>
            <a:ext cx="2540000" cy="3348000"/>
          </a:xfrm>
        </p:spPr>
        <p:txBody>
          <a:bodyPr lIns="36000" tIns="36000" rIns="36000" bIns="36000">
            <a:noAutofit/>
          </a:bodyPr>
          <a:lstStyle>
            <a:lvl2pPr>
              <a:lnSpc>
                <a:spcPct val="100000"/>
              </a:lnSpc>
              <a:defRPr sz="11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1"/>
            <a:r>
              <a:rPr lang="en-GB"/>
              <a:t>Click to edit text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157B3DE-ABEF-D503-0F63-9E6E1BA66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3863063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1C2E4E3D-2DEC-A9D4-F614-DDAD379EE024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395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_B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4223731F-0D99-E7B5-9949-75290F5B3C8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8000" y="1980000"/>
            <a:ext cx="3863063" cy="612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0" i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Subtitle – Click to edit text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76389A12-03B2-DEB3-A539-87D2C170FA2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28000" y="2880000"/>
            <a:ext cx="3863063" cy="3348000"/>
          </a:xfrm>
        </p:spPr>
        <p:txBody>
          <a:bodyPr lIns="36000" tIns="36000" rIns="36000" bIns="36000">
            <a:noAutofit/>
          </a:bodyPr>
          <a:lstStyle>
            <a:lvl1pPr>
              <a:defRPr sz="1600"/>
            </a:lvl1pPr>
            <a:lvl3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" name="Picture Placeholder 33">
            <a:extLst>
              <a:ext uri="{FF2B5EF4-FFF2-40B4-BE49-F238E27FC236}">
                <a16:creationId xmlns:a16="http://schemas.microsoft.com/office/drawing/2014/main" id="{C46A2756-1810-7C75-2F9B-8C13B107B73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813482" y="3681413"/>
            <a:ext cx="2538731" cy="2559601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720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5" name="Picture Placeholder 33">
            <a:extLst>
              <a:ext uri="{FF2B5EF4-FFF2-40B4-BE49-F238E27FC236}">
                <a16:creationId xmlns:a16="http://schemas.microsoft.com/office/drawing/2014/main" id="{A1057D73-6F2F-7897-2393-825DA6CB206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148940" y="3681413"/>
            <a:ext cx="2538731" cy="2559601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720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40379DD-1198-1C93-ED25-F317AB5A08B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48388" y="1025525"/>
            <a:ext cx="2540000" cy="419817"/>
          </a:xfrm>
        </p:spPr>
        <p:txBody>
          <a:bodyPr lIns="36000" tIns="36000" rIns="36000" bIns="36000">
            <a:noAutofit/>
          </a:bodyPr>
          <a:lstStyle>
            <a:lvl2pPr>
              <a:lnSpc>
                <a:spcPct val="100000"/>
              </a:lnSpc>
              <a:defRPr sz="1100" b="1" i="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1"/>
            <a:r>
              <a:rPr lang="en-GB"/>
              <a:t>Small headline – Click to edit text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2BA0245-F733-00F8-A377-A4EA538AE4F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803098" y="1025525"/>
            <a:ext cx="2540000" cy="419817"/>
          </a:xfrm>
        </p:spPr>
        <p:txBody>
          <a:bodyPr lIns="36000" tIns="36000" rIns="36000" bIns="36000">
            <a:noAutofit/>
          </a:bodyPr>
          <a:lstStyle>
            <a:lvl2pPr>
              <a:lnSpc>
                <a:spcPct val="100000"/>
              </a:lnSpc>
              <a:defRPr sz="1100" b="1" i="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1"/>
            <a:r>
              <a:rPr lang="en-GB"/>
              <a:t>Small headline – Click to edit text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73BC625C-9C0B-6A87-EDEC-6B3DEAC3806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148387" y="1692000"/>
            <a:ext cx="2540001" cy="1881463"/>
          </a:xfrm>
        </p:spPr>
        <p:txBody>
          <a:bodyPr lIns="36000" tIns="36000" rIns="36000" bIns="36000">
            <a:noAutofit/>
          </a:bodyPr>
          <a:lstStyle>
            <a:lvl2pPr>
              <a:lnSpc>
                <a:spcPct val="100000"/>
              </a:lnSpc>
              <a:defRPr sz="11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1"/>
            <a:r>
              <a:rPr lang="en-GB"/>
              <a:t>Click to edit text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03D2B88-928D-48CA-83AB-342942E31FF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813482" y="1692000"/>
            <a:ext cx="2540000" cy="1881463"/>
          </a:xfrm>
        </p:spPr>
        <p:txBody>
          <a:bodyPr lIns="36000" tIns="36000" rIns="36000" bIns="36000">
            <a:noAutofit/>
          </a:bodyPr>
          <a:lstStyle>
            <a:lvl2pPr>
              <a:lnSpc>
                <a:spcPct val="100000"/>
              </a:lnSpc>
              <a:defRPr sz="11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1"/>
            <a:r>
              <a:rPr lang="en-GB"/>
              <a:t>Click to edit text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08D59F1-4EAA-129B-698B-091447C79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3863063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BBBFEDFC-3DF4-6B34-596B-928A9FA4C05E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31881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_C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4223731F-0D99-E7B5-9949-75290F5B3C8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8000" y="1980000"/>
            <a:ext cx="3863063" cy="612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0" i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Subtitle – Click to edit text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76389A12-03B2-DEB3-A539-87D2C170FA2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28000" y="2880000"/>
            <a:ext cx="3863063" cy="3348000"/>
          </a:xfrm>
        </p:spPr>
        <p:txBody>
          <a:bodyPr lIns="36000" tIns="36000" rIns="36000" bIns="36000">
            <a:noAutofit/>
          </a:bodyPr>
          <a:lstStyle>
            <a:lvl1pPr>
              <a:defRPr sz="1600"/>
            </a:lvl1pPr>
            <a:lvl3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" name="Picture Placeholder 33">
            <a:extLst>
              <a:ext uri="{FF2B5EF4-FFF2-40B4-BE49-F238E27FC236}">
                <a16:creationId xmlns:a16="http://schemas.microsoft.com/office/drawing/2014/main" id="{A1057D73-6F2F-7897-2393-825DA6CB206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796339" y="1016000"/>
            <a:ext cx="2555874" cy="5221288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2160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2578673-6909-5B1A-7506-A4521605812B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6153082" y="1692000"/>
            <a:ext cx="2520000" cy="45360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5pPr marL="9525" indent="0">
              <a:lnSpc>
                <a:spcPct val="100000"/>
              </a:lnSpc>
              <a:buNone/>
              <a:defRPr sz="9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40379DD-1198-1C93-ED25-F317AB5A08B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48388" y="1025524"/>
            <a:ext cx="2520000" cy="432000"/>
          </a:xfrm>
        </p:spPr>
        <p:txBody>
          <a:bodyPr lIns="36000" tIns="36000" rIns="36000" bIns="36000">
            <a:noAutofit/>
          </a:bodyPr>
          <a:lstStyle>
            <a:lvl2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1"/>
            <a:r>
              <a:rPr lang="en-GB"/>
              <a:t>Small headline – Click to edit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5EF1DB4-EEB2-2A59-5151-DAD6EBD20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3863063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9A26DC23-CC8C-0F30-CAAC-E397B84C6BC2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113859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A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56E39EC6-6542-2CEE-9B18-B9C806B3CF9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132514" y="1016000"/>
            <a:ext cx="2555874" cy="5212000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2160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17EB98A-1203-7493-D7E7-A3C3ADFC0DBD}"/>
              </a:ext>
            </a:extLst>
          </p:cNvPr>
          <p:cNvSpPr/>
          <p:nvPr userDrawn="1"/>
        </p:nvSpPr>
        <p:spPr>
          <a:xfrm>
            <a:off x="8796337" y="1016000"/>
            <a:ext cx="2555875" cy="5212000"/>
          </a:xfrm>
          <a:prstGeom prst="roundRect">
            <a:avLst>
              <a:gd name="adj" fmla="val 8629"/>
            </a:avLst>
          </a:prstGeom>
          <a:solidFill>
            <a:srgbClr val="33FF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09538B01-D5E5-308F-7843-F93983DBCD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36248" y="2212258"/>
            <a:ext cx="2101290" cy="3706761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3" name="Text Placeholder 75">
            <a:extLst>
              <a:ext uri="{FF2B5EF4-FFF2-40B4-BE49-F238E27FC236}">
                <a16:creationId xmlns:a16="http://schemas.microsoft.com/office/drawing/2014/main" id="{C845E4AE-592F-172E-40C2-06AEEB843C6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36248" y="1272690"/>
            <a:ext cx="2101290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8" name="Text Placeholder 75">
            <a:extLst>
              <a:ext uri="{FF2B5EF4-FFF2-40B4-BE49-F238E27FC236}">
                <a16:creationId xmlns:a16="http://schemas.microsoft.com/office/drawing/2014/main" id="{CDB13250-AC4C-1392-B6BC-73B5C7D27E2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8000" y="1980000"/>
            <a:ext cx="3863063" cy="612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0" i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Subtitle – Click to edit text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AEF943F3-C59D-3537-1B14-3116485AECB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28000" y="2880000"/>
            <a:ext cx="3863063" cy="3348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/>
            </a:lvl1pPr>
            <a:lvl3pPr>
              <a:lnSpc>
                <a:spcPts val="1700"/>
              </a:lnSpc>
              <a:defRPr sz="16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2F1C40-8F89-E209-2A42-54EAC816A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3863063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A968ED70-C3DE-330B-83D4-105BEED66301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309563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B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56E39EC6-6542-2CEE-9B18-B9C806B3CF9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796337" y="1016000"/>
            <a:ext cx="2555875" cy="5212000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2160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6" name="Text Placeholder 75">
            <a:extLst>
              <a:ext uri="{FF2B5EF4-FFF2-40B4-BE49-F238E27FC236}">
                <a16:creationId xmlns:a16="http://schemas.microsoft.com/office/drawing/2014/main" id="{732E2DCB-3E5B-2E6B-EB3F-3AC6F7C005E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8000" y="2016000"/>
            <a:ext cx="3863063" cy="540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0" i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Subtitle – Click to edit text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17EB98A-1203-7493-D7E7-A3C3ADFC0DBD}"/>
              </a:ext>
            </a:extLst>
          </p:cNvPr>
          <p:cNvSpPr/>
          <p:nvPr userDrawn="1"/>
        </p:nvSpPr>
        <p:spPr>
          <a:xfrm>
            <a:off x="6132513" y="1016000"/>
            <a:ext cx="2555875" cy="5212000"/>
          </a:xfrm>
          <a:prstGeom prst="roundRect">
            <a:avLst>
              <a:gd name="adj" fmla="val 8629"/>
            </a:avLst>
          </a:prstGeom>
          <a:solidFill>
            <a:srgbClr val="D9E1E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09538B01-D5E5-308F-7843-F93983DBCD4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65930" y="2212258"/>
            <a:ext cx="2101290" cy="3706761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75">
            <a:extLst>
              <a:ext uri="{FF2B5EF4-FFF2-40B4-BE49-F238E27FC236}">
                <a16:creationId xmlns:a16="http://schemas.microsoft.com/office/drawing/2014/main" id="{C845E4AE-592F-172E-40C2-06AEEB843C6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65930" y="1272690"/>
            <a:ext cx="2101290" cy="621312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213F79D-2871-7A97-7BB9-6A0353ABAD3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28000" y="2879999"/>
            <a:ext cx="3863063" cy="3348000"/>
          </a:xfrm>
        </p:spPr>
        <p:txBody>
          <a:bodyPr lIns="36000" tIns="36000" rIns="36000">
            <a:noAutofit/>
          </a:bodyPr>
          <a:lstStyle>
            <a:lvl3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2"/>
            <a:r>
              <a:rPr lang="en-GB"/>
              <a:t>Click to edit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0CB8C8-7029-5A8B-3658-458EE57C0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3863063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5FC937B9-0E01-4577-72F9-35D40D533903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198313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C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5">
            <a:extLst>
              <a:ext uri="{FF2B5EF4-FFF2-40B4-BE49-F238E27FC236}">
                <a16:creationId xmlns:a16="http://schemas.microsoft.com/office/drawing/2014/main" id="{732E2DCB-3E5B-2E6B-EB3F-3AC6F7C005E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8000" y="2016000"/>
            <a:ext cx="3863063" cy="540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0" i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Subtitle – Click to edit text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17EB98A-1203-7493-D7E7-A3C3ADFC0DBD}"/>
              </a:ext>
            </a:extLst>
          </p:cNvPr>
          <p:cNvSpPr/>
          <p:nvPr userDrawn="1"/>
        </p:nvSpPr>
        <p:spPr>
          <a:xfrm>
            <a:off x="6132513" y="1016000"/>
            <a:ext cx="2555875" cy="5212000"/>
          </a:xfrm>
          <a:prstGeom prst="roundRect">
            <a:avLst>
              <a:gd name="adj" fmla="val 8629"/>
            </a:avLst>
          </a:prstGeom>
          <a:solidFill>
            <a:srgbClr val="D0DEB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8DB5AB3-C557-AAA8-5FF3-55C6E0C0946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28000" y="2879999"/>
            <a:ext cx="3863063" cy="3348000"/>
          </a:xfrm>
        </p:spPr>
        <p:txBody>
          <a:bodyPr lIns="36000" tIns="36000" rIns="36000">
            <a:noAutofit/>
          </a:bodyPr>
          <a:lstStyle>
            <a:lvl3pPr>
              <a:lnSpc>
                <a:spcPct val="100000"/>
              </a:lnSpc>
              <a:defRPr sz="16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2"/>
            <a:r>
              <a:rPr lang="en-GB"/>
              <a:t>Click to edit text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AC7715A-2D1E-13E8-521A-8C978CD16374}"/>
              </a:ext>
            </a:extLst>
          </p:cNvPr>
          <p:cNvSpPr/>
          <p:nvPr userDrawn="1"/>
        </p:nvSpPr>
        <p:spPr>
          <a:xfrm>
            <a:off x="8796337" y="1016000"/>
            <a:ext cx="2555875" cy="5212000"/>
          </a:xfrm>
          <a:prstGeom prst="roundRect">
            <a:avLst>
              <a:gd name="adj" fmla="val 8629"/>
            </a:avLst>
          </a:prstGeom>
          <a:solidFill>
            <a:srgbClr val="D0C5F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261C0B46-1C6F-8AE9-8801-09FD49812F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65930" y="2212258"/>
            <a:ext cx="2101290" cy="3706761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75">
            <a:extLst>
              <a:ext uri="{FF2B5EF4-FFF2-40B4-BE49-F238E27FC236}">
                <a16:creationId xmlns:a16="http://schemas.microsoft.com/office/drawing/2014/main" id="{EDD21B0B-CEB1-0E94-F90E-D318030CFAC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65930" y="1272690"/>
            <a:ext cx="2101290" cy="621312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576CA718-EA17-7B8C-0001-12955FFD087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9030472" y="2212258"/>
            <a:ext cx="2101290" cy="3706761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75">
            <a:extLst>
              <a:ext uri="{FF2B5EF4-FFF2-40B4-BE49-F238E27FC236}">
                <a16:creationId xmlns:a16="http://schemas.microsoft.com/office/drawing/2014/main" id="{55048F7A-3477-0329-F856-1F69C061062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030472" y="1272690"/>
            <a:ext cx="2101290" cy="621312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D9675B-28DB-E598-2A61-BFEF2995F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3863063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192D95FE-0FA1-748F-45C8-5A4CA8684F9D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480697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D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3">
            <a:extLst>
              <a:ext uri="{FF2B5EF4-FFF2-40B4-BE49-F238E27FC236}">
                <a16:creationId xmlns:a16="http://schemas.microsoft.com/office/drawing/2014/main" id="{2ADFCA8A-7F20-21C2-D707-8009A0ABC22A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8796337" y="3681413"/>
            <a:ext cx="2555875" cy="2555875"/>
          </a:xfrm>
          <a:prstGeom prst="roundRect">
            <a:avLst>
              <a:gd name="adj" fmla="val 7648"/>
            </a:avLst>
          </a:prstGeom>
          <a:solidFill>
            <a:srgbClr val="D0C5F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8" name="Picture Placeholder 33">
            <a:extLst>
              <a:ext uri="{FF2B5EF4-FFF2-40B4-BE49-F238E27FC236}">
                <a16:creationId xmlns:a16="http://schemas.microsoft.com/office/drawing/2014/main" id="{96D19C16-5E7B-747A-4CBD-B1C022A9D4BA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143438" y="3681413"/>
            <a:ext cx="2557462" cy="2555875"/>
          </a:xfrm>
          <a:prstGeom prst="roundRect">
            <a:avLst>
              <a:gd name="adj" fmla="val 7648"/>
            </a:avLst>
          </a:prstGeom>
          <a:solidFill>
            <a:srgbClr val="D0DEB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4" name="Picture Placeholder 33">
            <a:extLst>
              <a:ext uri="{FF2B5EF4-FFF2-40B4-BE49-F238E27FC236}">
                <a16:creationId xmlns:a16="http://schemas.microsoft.com/office/drawing/2014/main" id="{E28A763C-A3A9-8D5D-BD81-7FB0DDE58732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3467099" y="3681413"/>
            <a:ext cx="2557463" cy="2546587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5" name="Picture Placeholder 33">
            <a:extLst>
              <a:ext uri="{FF2B5EF4-FFF2-40B4-BE49-F238E27FC236}">
                <a16:creationId xmlns:a16="http://schemas.microsoft.com/office/drawing/2014/main" id="{456AEDEC-D313-E88F-068E-4D024A84A7F2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803275" y="3681413"/>
            <a:ext cx="2544725" cy="2546587"/>
          </a:xfrm>
          <a:prstGeom prst="roundRect">
            <a:avLst>
              <a:gd name="adj" fmla="val 7648"/>
            </a:avLst>
          </a:prstGeom>
          <a:solidFill>
            <a:srgbClr val="D9E1E2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09538B01-D5E5-308F-7843-F93983DBCD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65930" y="4876083"/>
            <a:ext cx="2101290" cy="1140543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3" name="Text Placeholder 75">
            <a:extLst>
              <a:ext uri="{FF2B5EF4-FFF2-40B4-BE49-F238E27FC236}">
                <a16:creationId xmlns:a16="http://schemas.microsoft.com/office/drawing/2014/main" id="{C845E4AE-592F-172E-40C2-06AEEB843C6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65930" y="3936515"/>
            <a:ext cx="2101290" cy="621312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B4B48FC4-F7B2-322F-738A-6327AC7396C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40304" y="4876083"/>
            <a:ext cx="2101290" cy="1140543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" name="Text Placeholder 75">
            <a:extLst>
              <a:ext uri="{FF2B5EF4-FFF2-40B4-BE49-F238E27FC236}">
                <a16:creationId xmlns:a16="http://schemas.microsoft.com/office/drawing/2014/main" id="{62808B1D-3FDF-C57C-24E3-E9AD31FC29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040304" y="3936515"/>
            <a:ext cx="2101290" cy="621312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F1166820-5A89-0C87-66F0-82CB854366C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701388" y="4876083"/>
            <a:ext cx="2101290" cy="1140543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1" name="Text Placeholder 75">
            <a:extLst>
              <a:ext uri="{FF2B5EF4-FFF2-40B4-BE49-F238E27FC236}">
                <a16:creationId xmlns:a16="http://schemas.microsoft.com/office/drawing/2014/main" id="{C75829F9-D0D4-7A94-2BE0-082FC46C588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701388" y="3936515"/>
            <a:ext cx="2101290" cy="621312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D5795076-A599-46E5-7FCA-D010E4A5EF9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36846" y="4876084"/>
            <a:ext cx="2101290" cy="1140542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7" name="Text Placeholder 75">
            <a:extLst>
              <a:ext uri="{FF2B5EF4-FFF2-40B4-BE49-F238E27FC236}">
                <a16:creationId xmlns:a16="http://schemas.microsoft.com/office/drawing/2014/main" id="{02CB6D60-C550-7A73-4F77-ADA7CFA14BC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36846" y="3936515"/>
            <a:ext cx="2101290" cy="621312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8813ADA0-2964-FF5C-A1D2-D2C21D425E5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156000" y="1008000"/>
            <a:ext cx="5210175" cy="2403475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94D6DD3-F653-A58D-B9ED-E29FA5D98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3899063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FE06E1C5-0F3B-FC15-7DAD-757B5A2D9FF3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73577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E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3">
            <a:extLst>
              <a:ext uri="{FF2B5EF4-FFF2-40B4-BE49-F238E27FC236}">
                <a16:creationId xmlns:a16="http://schemas.microsoft.com/office/drawing/2014/main" id="{99692C5E-AFC8-FF76-1213-40258D69057C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8796337" y="3681413"/>
            <a:ext cx="2555875" cy="2546587"/>
          </a:xfrm>
          <a:prstGeom prst="roundRect">
            <a:avLst>
              <a:gd name="adj" fmla="val 7648"/>
            </a:avLst>
          </a:prstGeom>
          <a:solidFill>
            <a:srgbClr val="D0C5F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4" name="Picture Placeholder 33">
            <a:extLst>
              <a:ext uri="{FF2B5EF4-FFF2-40B4-BE49-F238E27FC236}">
                <a16:creationId xmlns:a16="http://schemas.microsoft.com/office/drawing/2014/main" id="{C8E4BBFE-9095-DC46-4DAF-479DAF594C3B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149254" y="3681413"/>
            <a:ext cx="2539133" cy="2555875"/>
          </a:xfrm>
          <a:prstGeom prst="roundRect">
            <a:avLst>
              <a:gd name="adj" fmla="val 7648"/>
            </a:avLst>
          </a:prstGeom>
          <a:solidFill>
            <a:srgbClr val="D0DEB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5" name="Picture Placeholder 33">
            <a:extLst>
              <a:ext uri="{FF2B5EF4-FFF2-40B4-BE49-F238E27FC236}">
                <a16:creationId xmlns:a16="http://schemas.microsoft.com/office/drawing/2014/main" id="{A41FFFCE-15FE-13DD-CC2B-B99BE52D8BF0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3467100" y="3681413"/>
            <a:ext cx="2552867" cy="2546587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7" name="Picture Placeholder 33">
            <a:extLst>
              <a:ext uri="{FF2B5EF4-FFF2-40B4-BE49-F238E27FC236}">
                <a16:creationId xmlns:a16="http://schemas.microsoft.com/office/drawing/2014/main" id="{EF4D0C37-C3C6-E306-E9A2-7171CC9F3BFF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803275" y="3681413"/>
            <a:ext cx="2545947" cy="2546587"/>
          </a:xfrm>
          <a:prstGeom prst="roundRect">
            <a:avLst>
              <a:gd name="adj" fmla="val 7648"/>
            </a:avLst>
          </a:prstGeom>
          <a:solidFill>
            <a:srgbClr val="D9E1E2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09538B01-D5E5-308F-7843-F93983DBCD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65930" y="4876083"/>
            <a:ext cx="2101290" cy="1140543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B4B48FC4-F7B2-322F-738A-6327AC7396C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40304" y="4876083"/>
            <a:ext cx="2101290" cy="1140543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F1166820-5A89-0C87-66F0-82CB854366C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701388" y="4876083"/>
            <a:ext cx="2101290" cy="1140543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D5795076-A599-46E5-7FCA-D010E4A5EF9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36846" y="4876084"/>
            <a:ext cx="2101290" cy="1140542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" name="Picture Placeholder 33">
            <a:extLst>
              <a:ext uri="{FF2B5EF4-FFF2-40B4-BE49-F238E27FC236}">
                <a16:creationId xmlns:a16="http://schemas.microsoft.com/office/drawing/2014/main" id="{FE7DDE64-E411-CED0-1BD0-853C747FA3BE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796337" y="2194819"/>
            <a:ext cx="2543663" cy="1378643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827999" anchor="b" anchorCtr="1">
            <a:noAutofit/>
          </a:bodyPr>
          <a:lstStyle>
            <a:lvl1pPr>
              <a:lnSpc>
                <a:spcPct val="100000"/>
              </a:lnSpc>
              <a:defRPr sz="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6" name="Picture Placeholder 33">
            <a:extLst>
              <a:ext uri="{FF2B5EF4-FFF2-40B4-BE49-F238E27FC236}">
                <a16:creationId xmlns:a16="http://schemas.microsoft.com/office/drawing/2014/main" id="{76EC003C-9B7E-0AB8-3757-EE53A5F3AD7E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6133558" y="2194819"/>
            <a:ext cx="2554829" cy="1378643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827999" anchor="b" anchorCtr="1">
            <a:noAutofit/>
          </a:bodyPr>
          <a:lstStyle>
            <a:lvl1pPr>
              <a:lnSpc>
                <a:spcPct val="100000"/>
              </a:lnSpc>
              <a:defRPr sz="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7" name="Picture Placeholder 33">
            <a:extLst>
              <a:ext uri="{FF2B5EF4-FFF2-40B4-BE49-F238E27FC236}">
                <a16:creationId xmlns:a16="http://schemas.microsoft.com/office/drawing/2014/main" id="{2263C542-0218-A2A8-AB9B-A5D672BB4CC8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3467099" y="2194819"/>
            <a:ext cx="2552867" cy="1378643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827999" anchor="b" anchorCtr="1">
            <a:noAutofit/>
          </a:bodyPr>
          <a:lstStyle>
            <a:lvl1pPr>
              <a:lnSpc>
                <a:spcPct val="100000"/>
              </a:lnSpc>
              <a:defRPr sz="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8" name="Picture Placeholder 33">
            <a:extLst>
              <a:ext uri="{FF2B5EF4-FFF2-40B4-BE49-F238E27FC236}">
                <a16:creationId xmlns:a16="http://schemas.microsoft.com/office/drawing/2014/main" id="{055FFEAF-202A-E3DE-722E-FAE15A88B55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829222" y="2194819"/>
            <a:ext cx="2520000" cy="1378643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827999" anchor="b" anchorCtr="1">
            <a:noAutofit/>
          </a:bodyPr>
          <a:lstStyle>
            <a:lvl1pPr>
              <a:lnSpc>
                <a:spcPct val="100000"/>
              </a:lnSpc>
              <a:defRPr sz="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1" name="Text Placeholder 75">
            <a:extLst>
              <a:ext uri="{FF2B5EF4-FFF2-40B4-BE49-F238E27FC236}">
                <a16:creationId xmlns:a16="http://schemas.microsoft.com/office/drawing/2014/main" id="{B9C81A42-82A9-BAB2-A899-563471A05425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36846" y="3850820"/>
            <a:ext cx="1512000" cy="864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 baseline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2C62655F-31AD-5C4A-4B23-2E25F7B3F4A1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35625" y="3850820"/>
            <a:ext cx="502512" cy="864000"/>
          </a:xfrm>
        </p:spPr>
        <p:txBody>
          <a:bodyPr lIns="36000" tIns="36000" rIns="36000" bIns="36000" anchor="t" anchorCtr="0">
            <a:noAutofit/>
          </a:bodyPr>
          <a:lstStyle>
            <a:lvl1pPr marL="9525" indent="0" algn="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15" name="Text Placeholder 75">
            <a:extLst>
              <a:ext uri="{FF2B5EF4-FFF2-40B4-BE49-F238E27FC236}">
                <a16:creationId xmlns:a16="http://schemas.microsoft.com/office/drawing/2014/main" id="{E5A3E196-E174-EE32-9061-E9254F08406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701388" y="3850820"/>
            <a:ext cx="1512000" cy="864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 baseline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48670E2-281C-75BC-1837-B21B8FEE28E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5300167" y="3850820"/>
            <a:ext cx="502512" cy="864000"/>
          </a:xfrm>
        </p:spPr>
        <p:txBody>
          <a:bodyPr lIns="36000" tIns="36000" rIns="36000" bIns="36000" anchor="t" anchorCtr="0">
            <a:noAutofit/>
          </a:bodyPr>
          <a:lstStyle>
            <a:lvl1pPr marL="9525" indent="0" algn="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17" name="Text Placeholder 75">
            <a:extLst>
              <a:ext uri="{FF2B5EF4-FFF2-40B4-BE49-F238E27FC236}">
                <a16:creationId xmlns:a16="http://schemas.microsoft.com/office/drawing/2014/main" id="{5B276DEC-6EDD-3B43-C6FF-450E3CCACB7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6365929" y="3850820"/>
            <a:ext cx="1512000" cy="864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 baseline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ADBD390B-276E-0134-ABDC-8C68FF26C83F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964708" y="3850820"/>
            <a:ext cx="502512" cy="864000"/>
          </a:xfrm>
        </p:spPr>
        <p:txBody>
          <a:bodyPr lIns="36000" tIns="36000" rIns="36000" bIns="36000" anchor="t" anchorCtr="0">
            <a:noAutofit/>
          </a:bodyPr>
          <a:lstStyle>
            <a:lvl1pPr marL="9525" indent="0" algn="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75">
            <a:extLst>
              <a:ext uri="{FF2B5EF4-FFF2-40B4-BE49-F238E27FC236}">
                <a16:creationId xmlns:a16="http://schemas.microsoft.com/office/drawing/2014/main" id="{79BFB435-1954-3DC7-B4D4-9353C158679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9040304" y="3850820"/>
            <a:ext cx="1512000" cy="864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 baseline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7C2BC845-53E3-4D90-0388-FDA6D262044D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0639083" y="3850820"/>
            <a:ext cx="502512" cy="864000"/>
          </a:xfrm>
        </p:spPr>
        <p:txBody>
          <a:bodyPr lIns="36000" tIns="36000" rIns="36000" bIns="36000" anchor="t" anchorCtr="0">
            <a:noAutofit/>
          </a:bodyPr>
          <a:lstStyle>
            <a:lvl1pPr marL="9525" indent="0" algn="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065FD6-3495-971C-57C0-8CF098273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5" name="Text Placeholder 64">
            <a:extLst>
              <a:ext uri="{FF2B5EF4-FFF2-40B4-BE49-F238E27FC236}">
                <a16:creationId xmlns:a16="http://schemas.microsoft.com/office/drawing/2014/main" id="{82B573BC-9E49-2D65-A5E1-9F6CF86F113D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18980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F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38C367-7F53-A83D-BB07-9E59D16FF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F5949411-7B00-E195-9158-4C10DC05AEFF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8820000" y="2309139"/>
            <a:ext cx="2520000" cy="3920871"/>
          </a:xfrm>
          <a:prstGeom prst="roundRect">
            <a:avLst>
              <a:gd name="adj" fmla="val 7648"/>
            </a:avLst>
          </a:prstGeom>
          <a:solidFill>
            <a:srgbClr val="D0C5F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37" name="Picture Placeholder 33">
            <a:extLst>
              <a:ext uri="{FF2B5EF4-FFF2-40B4-BE49-F238E27FC236}">
                <a16:creationId xmlns:a16="http://schemas.microsoft.com/office/drawing/2014/main" id="{240F1B1A-F05A-6BCA-3BD2-8B07E7CE6819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6157407" y="2309139"/>
            <a:ext cx="2520000" cy="3920871"/>
          </a:xfrm>
          <a:prstGeom prst="roundRect">
            <a:avLst>
              <a:gd name="adj" fmla="val 7648"/>
            </a:avLst>
          </a:prstGeom>
          <a:solidFill>
            <a:srgbClr val="D0DEB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38" name="Picture Placeholder 33">
            <a:extLst>
              <a:ext uri="{FF2B5EF4-FFF2-40B4-BE49-F238E27FC236}">
                <a16:creationId xmlns:a16="http://schemas.microsoft.com/office/drawing/2014/main" id="{38CFF189-B7CB-EA81-DB68-A2A5FF42B2AB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3499967" y="2309139"/>
            <a:ext cx="2520000" cy="3920871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39" name="Picture Placeholder 33">
            <a:extLst>
              <a:ext uri="{FF2B5EF4-FFF2-40B4-BE49-F238E27FC236}">
                <a16:creationId xmlns:a16="http://schemas.microsoft.com/office/drawing/2014/main" id="{E07A4F5F-396A-F1E2-5D2D-CAF67D40F51C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>
          <a:xfrm>
            <a:off x="829222" y="2309139"/>
            <a:ext cx="2520000" cy="3920871"/>
          </a:xfrm>
          <a:prstGeom prst="roundRect">
            <a:avLst>
              <a:gd name="adj" fmla="val 7648"/>
            </a:avLst>
          </a:prstGeom>
          <a:solidFill>
            <a:srgbClr val="D9E1E2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40" name="Text Placeholder 16">
            <a:extLst>
              <a:ext uri="{FF2B5EF4-FFF2-40B4-BE49-F238E27FC236}">
                <a16:creationId xmlns:a16="http://schemas.microsoft.com/office/drawing/2014/main" id="{3A5C83F7-79B9-9F60-32C6-B7E06A67D7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65930" y="3477223"/>
            <a:ext cx="2101290" cy="2372777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1CD6E1CF-87F0-8AE3-97FF-C068A75DBB2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40304" y="3477223"/>
            <a:ext cx="2101290" cy="2372777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420427B0-A76F-828C-8753-BFCA6CC57A9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701388" y="3477223"/>
            <a:ext cx="2101290" cy="2372777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79ED22BC-25AB-5AB8-DD44-335DB8BA118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36846" y="3477223"/>
            <a:ext cx="2101290" cy="2372775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4" name="Text Placeholder 75">
            <a:extLst>
              <a:ext uri="{FF2B5EF4-FFF2-40B4-BE49-F238E27FC236}">
                <a16:creationId xmlns:a16="http://schemas.microsoft.com/office/drawing/2014/main" id="{BA80A17A-2650-5078-6FC0-B7BAF34B563C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36846" y="2451960"/>
            <a:ext cx="1512000" cy="864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AA1308F4-0A4C-1F30-1784-A444AADEFE4E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35625" y="2451960"/>
            <a:ext cx="502512" cy="864000"/>
          </a:xfrm>
        </p:spPr>
        <p:txBody>
          <a:bodyPr lIns="36000" tIns="36000" rIns="36000" bIns="36000" anchor="t" anchorCtr="0">
            <a:noAutofit/>
          </a:bodyPr>
          <a:lstStyle>
            <a:lvl1pPr marL="9525" indent="0" algn="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46" name="Text Placeholder 75">
            <a:extLst>
              <a:ext uri="{FF2B5EF4-FFF2-40B4-BE49-F238E27FC236}">
                <a16:creationId xmlns:a16="http://schemas.microsoft.com/office/drawing/2014/main" id="{398D3A8B-6F41-F785-FDDE-A4E4C8534BA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701388" y="2451960"/>
            <a:ext cx="1512000" cy="864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B29AEAA1-581D-0976-DFBE-4A566EF3D43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5300167" y="2451960"/>
            <a:ext cx="502512" cy="864000"/>
          </a:xfrm>
        </p:spPr>
        <p:txBody>
          <a:bodyPr lIns="36000" tIns="36000" rIns="36000" bIns="36000" anchor="t" anchorCtr="0">
            <a:noAutofit/>
          </a:bodyPr>
          <a:lstStyle>
            <a:lvl1pPr marL="9525" indent="0" algn="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48" name="Text Placeholder 75">
            <a:extLst>
              <a:ext uri="{FF2B5EF4-FFF2-40B4-BE49-F238E27FC236}">
                <a16:creationId xmlns:a16="http://schemas.microsoft.com/office/drawing/2014/main" id="{30242587-5814-CF2F-7613-BE14E1879019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6365929" y="2451960"/>
            <a:ext cx="1512000" cy="864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D3DDC5E5-64D7-9DA8-AA7A-D1597643655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964708" y="2451960"/>
            <a:ext cx="502512" cy="864000"/>
          </a:xfrm>
        </p:spPr>
        <p:txBody>
          <a:bodyPr lIns="36000" tIns="36000" rIns="36000" bIns="36000" anchor="t" anchorCtr="0">
            <a:noAutofit/>
          </a:bodyPr>
          <a:lstStyle>
            <a:lvl1pPr marL="9525" indent="0" algn="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50" name="Text Placeholder 75">
            <a:extLst>
              <a:ext uri="{FF2B5EF4-FFF2-40B4-BE49-F238E27FC236}">
                <a16:creationId xmlns:a16="http://schemas.microsoft.com/office/drawing/2014/main" id="{34E2EC79-1B2E-F6C1-9578-0C5B7412D197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9040304" y="2451960"/>
            <a:ext cx="1512000" cy="864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78999B16-6A4B-FB5D-0972-49A57FC5BFE8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0639083" y="2451960"/>
            <a:ext cx="502512" cy="864000"/>
          </a:xfrm>
        </p:spPr>
        <p:txBody>
          <a:bodyPr lIns="36000" tIns="36000" rIns="36000" bIns="36000" anchor="t" anchorCtr="0">
            <a:noAutofit/>
          </a:bodyPr>
          <a:lstStyle>
            <a:lvl1pPr marL="9525" indent="0" algn="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175D7647-2799-9EDD-8DD6-1725B56E3C59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93336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G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3">
            <a:extLst>
              <a:ext uri="{FF2B5EF4-FFF2-40B4-BE49-F238E27FC236}">
                <a16:creationId xmlns:a16="http://schemas.microsoft.com/office/drawing/2014/main" id="{DDFF5AC6-85CA-231F-686C-55E157061FA5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8797927" y="3681413"/>
            <a:ext cx="2554286" cy="2555875"/>
          </a:xfrm>
          <a:prstGeom prst="roundRect">
            <a:avLst>
              <a:gd name="adj" fmla="val 7648"/>
            </a:avLst>
          </a:prstGeom>
          <a:solidFill>
            <a:srgbClr val="D0C5F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2" name="Picture Placeholder 33">
            <a:extLst>
              <a:ext uri="{FF2B5EF4-FFF2-40B4-BE49-F238E27FC236}">
                <a16:creationId xmlns:a16="http://schemas.microsoft.com/office/drawing/2014/main" id="{682E79C7-3100-B135-EE7D-C66A5AB5AFD9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132513" y="3681413"/>
            <a:ext cx="2557463" cy="2555875"/>
          </a:xfrm>
          <a:prstGeom prst="roundRect">
            <a:avLst>
              <a:gd name="adj" fmla="val 7648"/>
            </a:avLst>
          </a:prstGeom>
          <a:solidFill>
            <a:srgbClr val="D0DEB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4" name="Picture Placeholder 33">
            <a:extLst>
              <a:ext uri="{FF2B5EF4-FFF2-40B4-BE49-F238E27FC236}">
                <a16:creationId xmlns:a16="http://schemas.microsoft.com/office/drawing/2014/main" id="{FBF35F11-54F9-8850-7D12-A97AB9283085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3467099" y="3681413"/>
            <a:ext cx="2557463" cy="2555875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09538B01-D5E5-308F-7843-F93983DBCD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65930" y="4876083"/>
            <a:ext cx="2101290" cy="1140543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9525" marR="0" lvl="0" indent="0" algn="l" defTabSz="91431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</a:p>
        </p:txBody>
      </p:sp>
      <p:sp>
        <p:nvSpPr>
          <p:cNvPr id="33" name="Text Placeholder 75">
            <a:extLst>
              <a:ext uri="{FF2B5EF4-FFF2-40B4-BE49-F238E27FC236}">
                <a16:creationId xmlns:a16="http://schemas.microsoft.com/office/drawing/2014/main" id="{C845E4AE-592F-172E-40C2-06AEEB843C6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65930" y="3936515"/>
            <a:ext cx="2101290" cy="621312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B4B48FC4-F7B2-322F-738A-6327AC7396C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40304" y="4876083"/>
            <a:ext cx="2101290" cy="1140543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9525" marR="0" lvl="0" indent="0" algn="l" defTabSz="91431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</a:p>
        </p:txBody>
      </p:sp>
      <p:sp>
        <p:nvSpPr>
          <p:cNvPr id="5" name="Text Placeholder 75">
            <a:extLst>
              <a:ext uri="{FF2B5EF4-FFF2-40B4-BE49-F238E27FC236}">
                <a16:creationId xmlns:a16="http://schemas.microsoft.com/office/drawing/2014/main" id="{62808B1D-3FDF-C57C-24E3-E9AD31FC29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040304" y="3936515"/>
            <a:ext cx="2101290" cy="621312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F1166820-5A89-0C87-66F0-82CB854366C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701388" y="4876083"/>
            <a:ext cx="2101290" cy="1140543"/>
          </a:xfrm>
        </p:spPr>
        <p:txBody>
          <a:bodyPr lIns="36000" tIns="36000" r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9525" marR="0" lvl="0" indent="0" algn="l" defTabSz="91431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</a:p>
        </p:txBody>
      </p:sp>
      <p:sp>
        <p:nvSpPr>
          <p:cNvPr id="11" name="Text Placeholder 75">
            <a:extLst>
              <a:ext uri="{FF2B5EF4-FFF2-40B4-BE49-F238E27FC236}">
                <a16:creationId xmlns:a16="http://schemas.microsoft.com/office/drawing/2014/main" id="{C75829F9-D0D4-7A94-2BE0-082FC46C588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701388" y="3936515"/>
            <a:ext cx="2101290" cy="621312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8813ADA0-2964-FF5C-A1D2-D2C21D425E5F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156000" y="1008000"/>
            <a:ext cx="5210175" cy="2403475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9525" marR="0" lvl="0" indent="0" algn="l" defTabSz="91431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</a:p>
        </p:txBody>
      </p:sp>
      <p:sp>
        <p:nvSpPr>
          <p:cNvPr id="2" name="Text Placeholder 75">
            <a:extLst>
              <a:ext uri="{FF2B5EF4-FFF2-40B4-BE49-F238E27FC236}">
                <a16:creationId xmlns:a16="http://schemas.microsoft.com/office/drawing/2014/main" id="{257E16B1-BB48-7DA2-515D-437AB2FDB7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8000" y="1980000"/>
            <a:ext cx="3863063" cy="612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0" i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9525" marR="0" lvl="0" indent="0" algn="l" defTabSz="91431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Subtitle – Click to edit text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079B272-5AA8-DE0A-0E69-0EE7B2E16DBF}"/>
              </a:ext>
            </a:extLst>
          </p:cNvPr>
          <p:cNvSpPr>
            <a:spLocks noGrp="1"/>
          </p:cNvSpPr>
          <p:nvPr>
            <p:ph idx="55" hasCustomPrompt="1"/>
          </p:nvPr>
        </p:nvSpPr>
        <p:spPr>
          <a:xfrm>
            <a:off x="828000" y="2880000"/>
            <a:ext cx="2520000" cy="3348000"/>
          </a:xfrm>
          <a:prstGeom prst="rect">
            <a:avLst/>
          </a:prstGeom>
        </p:spPr>
        <p:txBody>
          <a:bodyPr vert="horz" lIns="36000" tIns="36000" rIns="36000" bIns="45720" rtlCol="0">
            <a:noAutofit/>
          </a:bodyPr>
          <a:lstStyle>
            <a:lvl5pPr marL="9525" indent="0">
              <a:lnSpc>
                <a:spcPct val="100000"/>
              </a:lnSpc>
              <a:buNone/>
              <a:defRPr sz="9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E277209-535B-1440-8D5A-24AEC1C3E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3863063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3" name="Text Placeholder 64">
            <a:extLst>
              <a:ext uri="{FF2B5EF4-FFF2-40B4-BE49-F238E27FC236}">
                <a16:creationId xmlns:a16="http://schemas.microsoft.com/office/drawing/2014/main" id="{DB5463C8-85E2-B251-5D3D-1D85E3B00258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419957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H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3">
            <a:extLst>
              <a:ext uri="{FF2B5EF4-FFF2-40B4-BE49-F238E27FC236}">
                <a16:creationId xmlns:a16="http://schemas.microsoft.com/office/drawing/2014/main" id="{FE7DDE64-E411-CED0-1BD0-853C747FA3BE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796337" y="3681413"/>
            <a:ext cx="2555875" cy="2546587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720000" anchor="b" anchorCtr="1">
            <a:noAutofit/>
          </a:bodyPr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4B6C9D4-4B6B-6FBC-2974-89BC5D8ABB6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7464425" y="1007999"/>
            <a:ext cx="3887787" cy="2565463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9525" marR="0" lvl="0" indent="0" algn="l" defTabSz="91431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text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1E6A4A1-202C-11A1-B97E-CF6067E19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1" y="1008000"/>
            <a:ext cx="5194800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13" name="Picture Placeholder 33">
            <a:extLst>
              <a:ext uri="{FF2B5EF4-FFF2-40B4-BE49-F238E27FC236}">
                <a16:creationId xmlns:a16="http://schemas.microsoft.com/office/drawing/2014/main" id="{C02A6412-52FB-0EF2-9E43-2BF3A96B71AC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828000" y="5015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13322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4" name="Picture Placeholder 33">
            <a:extLst>
              <a:ext uri="{FF2B5EF4-FFF2-40B4-BE49-F238E27FC236}">
                <a16:creationId xmlns:a16="http://schemas.microsoft.com/office/drawing/2014/main" id="{CFED8BC3-8D30-6627-3E39-6B5AF17392DB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828000" y="3683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0C5F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F1430E8A-9D5A-F1C7-B665-0CF495A9CBF7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2140975" y="4128624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6" name="Text Placeholder 31">
            <a:extLst>
              <a:ext uri="{FF2B5EF4-FFF2-40B4-BE49-F238E27FC236}">
                <a16:creationId xmlns:a16="http://schemas.microsoft.com/office/drawing/2014/main" id="{A8D3CC92-8DB7-908E-CB8C-02EC5481A497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2140975" y="384814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993C2BF-8B78-A8B2-9908-704880530152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2140975" y="5449534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8" name="Text Placeholder 31">
            <a:extLst>
              <a:ext uri="{FF2B5EF4-FFF2-40B4-BE49-F238E27FC236}">
                <a16:creationId xmlns:a16="http://schemas.microsoft.com/office/drawing/2014/main" id="{DBD55385-9BCE-A9A4-689C-53E3F91DEEA5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2140975" y="516905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997A9292-4CB4-0B88-6DD8-962B2CB5CABB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28000" y="384333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839773A7-2019-D80F-7ADC-CE9290B24D2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28000" y="5165489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F6F8F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1" name="Picture Placeholder 33">
            <a:extLst>
              <a:ext uri="{FF2B5EF4-FFF2-40B4-BE49-F238E27FC236}">
                <a16:creationId xmlns:a16="http://schemas.microsoft.com/office/drawing/2014/main" id="{035ABBDA-CFB3-90D2-CCAD-A845C775C324}"/>
              </a:ext>
            </a:extLst>
          </p:cNvPr>
          <p:cNvSpPr>
            <a:spLocks noGrp="1"/>
          </p:cNvSpPr>
          <p:nvPr>
            <p:ph type="pic" sz="quarter" idx="91"/>
          </p:nvPr>
        </p:nvSpPr>
        <p:spPr>
          <a:xfrm>
            <a:off x="828000" y="2345893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BE30F586-326F-76A3-902E-F4B6E36E80DC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2140975" y="2779853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3" name="Text Placeholder 31">
            <a:extLst>
              <a:ext uri="{FF2B5EF4-FFF2-40B4-BE49-F238E27FC236}">
                <a16:creationId xmlns:a16="http://schemas.microsoft.com/office/drawing/2014/main" id="{E4DFFE88-3493-98F4-BD68-F25D7F87AB2B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2140975" y="2499372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CE04CAD8-DDD2-C06F-43EB-79889469FD0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28000" y="2495808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Text Placeholder 64">
            <a:extLst>
              <a:ext uri="{FF2B5EF4-FFF2-40B4-BE49-F238E27FC236}">
                <a16:creationId xmlns:a16="http://schemas.microsoft.com/office/drawing/2014/main" id="{8ACC3AFB-E0F2-42F2-A5CB-41478B6853CD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553852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I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9B82123-E63E-CDC3-3C2F-07E68C29775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88000" y="2772000"/>
            <a:ext cx="3887790" cy="3468496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3pPr>
              <a:lnSpc>
                <a:spcPts val="1700"/>
              </a:lnSpc>
              <a:defRPr b="0" i="0">
                <a:solidFill>
                  <a:schemeClr val="tx1"/>
                </a:solidFill>
                <a:latin typeface="Visuelt Pro" panose="020B0503040202040104" pitchFamily="34" charset="0"/>
              </a:defRPr>
            </a:lvl3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" name="Text Placeholder 75">
            <a:extLst>
              <a:ext uri="{FF2B5EF4-FFF2-40B4-BE49-F238E27FC236}">
                <a16:creationId xmlns:a16="http://schemas.microsoft.com/office/drawing/2014/main" id="{CAE6A07E-B4A5-1D15-8249-8D199A875DB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88000" y="1980000"/>
            <a:ext cx="3887789" cy="612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0" i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Subtitle – Click to edit text</a:t>
            </a:r>
          </a:p>
        </p:txBody>
      </p:sp>
      <p:sp>
        <p:nvSpPr>
          <p:cNvPr id="6" name="Picture Placeholder 33">
            <a:extLst>
              <a:ext uri="{FF2B5EF4-FFF2-40B4-BE49-F238E27FC236}">
                <a16:creationId xmlns:a16="http://schemas.microsoft.com/office/drawing/2014/main" id="{C2BC4762-4B2A-4F01-FFA7-2AFF7EFA5DA8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16210" y="3681414"/>
            <a:ext cx="2542940" cy="2559082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720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B37F28D-0FAD-5756-88AA-F2CC78154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8000" y="1008000"/>
            <a:ext cx="3887789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14" name="Picture Placeholder 33">
            <a:extLst>
              <a:ext uri="{FF2B5EF4-FFF2-40B4-BE49-F238E27FC236}">
                <a16:creationId xmlns:a16="http://schemas.microsoft.com/office/drawing/2014/main" id="{7E013F51-FBC8-624C-34F3-50E631457F6B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828000" y="2353681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0DEB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A3F8D388-88F7-7875-3029-3BD219C9A4D1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2140975" y="2798731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6" name="Text Placeholder 31">
            <a:extLst>
              <a:ext uri="{FF2B5EF4-FFF2-40B4-BE49-F238E27FC236}">
                <a16:creationId xmlns:a16="http://schemas.microsoft.com/office/drawing/2014/main" id="{1258B704-9FE1-D9DA-9083-7F46EC170AAF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2140975" y="2518250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46C00AD2-432F-A1D3-9B72-4A378242BFD1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28000" y="2513439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1" name="Picture Placeholder 33">
            <a:extLst>
              <a:ext uri="{FF2B5EF4-FFF2-40B4-BE49-F238E27FC236}">
                <a16:creationId xmlns:a16="http://schemas.microsoft.com/office/drawing/2014/main" id="{053B6D2B-0B85-BFCD-3458-2740A7ED9A75}"/>
              </a:ext>
            </a:extLst>
          </p:cNvPr>
          <p:cNvSpPr>
            <a:spLocks noGrp="1"/>
          </p:cNvSpPr>
          <p:nvPr>
            <p:ph type="pic" sz="quarter" idx="91"/>
          </p:nvPr>
        </p:nvSpPr>
        <p:spPr>
          <a:xfrm>
            <a:off x="828000" y="1016000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89EB42F0-F43E-16BC-6524-AD60BB76D83C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2140975" y="1449960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3" name="Text Placeholder 31">
            <a:extLst>
              <a:ext uri="{FF2B5EF4-FFF2-40B4-BE49-F238E27FC236}">
                <a16:creationId xmlns:a16="http://schemas.microsoft.com/office/drawing/2014/main" id="{E3BE8A34-CA42-A5FD-9E29-A9801172F033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2140975" y="1169479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C917559E-916E-CFEF-B385-4F6F752642E4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28000" y="1165915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EE243FFE-D449-024C-CA0C-A8760BC0BE5D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351490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J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92332E12-9CB5-D15A-C507-50A32EC65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3899063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7" name="Picture Placeholder 33">
            <a:extLst>
              <a:ext uri="{FF2B5EF4-FFF2-40B4-BE49-F238E27FC236}">
                <a16:creationId xmlns:a16="http://schemas.microsoft.com/office/drawing/2014/main" id="{379F9770-8304-75A0-076C-2F152474FDA2}"/>
              </a:ext>
            </a:extLst>
          </p:cNvPr>
          <p:cNvSpPr>
            <a:spLocks noGrp="1"/>
          </p:cNvSpPr>
          <p:nvPr>
            <p:ph type="pic" sz="quarter" idx="98"/>
          </p:nvPr>
        </p:nvSpPr>
        <p:spPr>
          <a:xfrm>
            <a:off x="828000" y="5015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0DEB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00955E6D-F00F-7DB8-ABDA-F4B8EBC4CBDE}"/>
              </a:ext>
            </a:extLst>
          </p:cNvPr>
          <p:cNvSpPr>
            <a:spLocks noGrp="1"/>
          </p:cNvSpPr>
          <p:nvPr>
            <p:ph type="pic" sz="quarter" idx="99"/>
          </p:nvPr>
        </p:nvSpPr>
        <p:spPr>
          <a:xfrm>
            <a:off x="828000" y="3683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ACB5BD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A21C8859-9285-F0F8-8B17-A98F0610AB7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2140975" y="4128624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1" name="Text Placeholder 31">
            <a:extLst>
              <a:ext uri="{FF2B5EF4-FFF2-40B4-BE49-F238E27FC236}">
                <a16:creationId xmlns:a16="http://schemas.microsoft.com/office/drawing/2014/main" id="{659B8F68-6CD7-4D82-2706-32FAF549C572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2140975" y="384814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96C43A70-2CE7-976B-E8CB-D940920194E2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2140975" y="5449534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5" name="Text Placeholder 31">
            <a:extLst>
              <a:ext uri="{FF2B5EF4-FFF2-40B4-BE49-F238E27FC236}">
                <a16:creationId xmlns:a16="http://schemas.microsoft.com/office/drawing/2014/main" id="{FD4E6666-E1D6-AEDB-01E3-73958F906B96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2140975" y="516905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7" name="Text Placeholder 16">
            <a:extLst>
              <a:ext uri="{FF2B5EF4-FFF2-40B4-BE49-F238E27FC236}">
                <a16:creationId xmlns:a16="http://schemas.microsoft.com/office/drawing/2014/main" id="{32C87126-01B1-41D3-2AEB-0F17B47DD54A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28000" y="384333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77099911-0361-1DBA-AA1A-F9065B5B645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828000" y="5165489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41" name="Picture Placeholder 33">
            <a:extLst>
              <a:ext uri="{FF2B5EF4-FFF2-40B4-BE49-F238E27FC236}">
                <a16:creationId xmlns:a16="http://schemas.microsoft.com/office/drawing/2014/main" id="{BA455094-8286-CF4B-5ABA-3CDF7B8D0836}"/>
              </a:ext>
            </a:extLst>
          </p:cNvPr>
          <p:cNvSpPr>
            <a:spLocks noGrp="1"/>
          </p:cNvSpPr>
          <p:nvPr>
            <p:ph type="pic" sz="quarter" idx="91"/>
          </p:nvPr>
        </p:nvSpPr>
        <p:spPr>
          <a:xfrm>
            <a:off x="828000" y="2345893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0C5F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033E617E-A774-A827-4E10-93BE41613154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2140975" y="2779853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4" name="Text Placeholder 31">
            <a:extLst>
              <a:ext uri="{FF2B5EF4-FFF2-40B4-BE49-F238E27FC236}">
                <a16:creationId xmlns:a16="http://schemas.microsoft.com/office/drawing/2014/main" id="{57508AF5-6B4B-165E-9962-B028BAECA26E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2140975" y="2499372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F1372F35-1357-A0FC-48FC-94C81F838D72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828000" y="2495808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AD6966A6-DF00-F8F6-9113-F832AFB8FE7B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6136537" y="5015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9E1E2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rgbClr val="D9E1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47" name="Picture Placeholder 33">
            <a:extLst>
              <a:ext uri="{FF2B5EF4-FFF2-40B4-BE49-F238E27FC236}">
                <a16:creationId xmlns:a16="http://schemas.microsoft.com/office/drawing/2014/main" id="{BD7A709A-F5FC-B6F8-B50A-4FAF3AC3B259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6136537" y="3683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13322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252E9D4A-81DB-8945-6D86-864D15616D37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7449512" y="4128624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9" name="Text Placeholder 31">
            <a:extLst>
              <a:ext uri="{FF2B5EF4-FFF2-40B4-BE49-F238E27FC236}">
                <a16:creationId xmlns:a16="http://schemas.microsoft.com/office/drawing/2014/main" id="{B5F44004-C0CA-D289-7145-10040868AB92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7449512" y="384814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0" name="Text Placeholder 16">
            <a:extLst>
              <a:ext uri="{FF2B5EF4-FFF2-40B4-BE49-F238E27FC236}">
                <a16:creationId xmlns:a16="http://schemas.microsoft.com/office/drawing/2014/main" id="{F14C83CB-DAFD-3817-22C0-806F8F4130CE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7449512" y="5449534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1" name="Text Placeholder 31">
            <a:extLst>
              <a:ext uri="{FF2B5EF4-FFF2-40B4-BE49-F238E27FC236}">
                <a16:creationId xmlns:a16="http://schemas.microsoft.com/office/drawing/2014/main" id="{EFB683BA-3E81-A185-C537-7323821564B1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7449512" y="516905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2" name="Text Placeholder 16">
            <a:extLst>
              <a:ext uri="{FF2B5EF4-FFF2-40B4-BE49-F238E27FC236}">
                <a16:creationId xmlns:a16="http://schemas.microsoft.com/office/drawing/2014/main" id="{7DD03C04-AE21-6280-2622-B99DBF0F93C8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6136537" y="384333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53" name="Text Placeholder 16">
            <a:extLst>
              <a:ext uri="{FF2B5EF4-FFF2-40B4-BE49-F238E27FC236}">
                <a16:creationId xmlns:a16="http://schemas.microsoft.com/office/drawing/2014/main" id="{1696A1FD-D665-4916-77E8-A83364F1AC24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136537" y="5165489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54" name="Picture Placeholder 33">
            <a:extLst>
              <a:ext uri="{FF2B5EF4-FFF2-40B4-BE49-F238E27FC236}">
                <a16:creationId xmlns:a16="http://schemas.microsoft.com/office/drawing/2014/main" id="{1E4718EA-25C3-DA79-E9A5-08C7E1D4517D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>
          <a:xfrm>
            <a:off x="6136537" y="2345893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55" name="Text Placeholder 16">
            <a:extLst>
              <a:ext uri="{FF2B5EF4-FFF2-40B4-BE49-F238E27FC236}">
                <a16:creationId xmlns:a16="http://schemas.microsoft.com/office/drawing/2014/main" id="{C7A6AC29-2159-B681-5148-E993F7358463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7449512" y="2779853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6" name="Text Placeholder 31">
            <a:extLst>
              <a:ext uri="{FF2B5EF4-FFF2-40B4-BE49-F238E27FC236}">
                <a16:creationId xmlns:a16="http://schemas.microsoft.com/office/drawing/2014/main" id="{708CDBDE-0CA0-B559-D81F-7B9220376CA5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7449512" y="2499372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27E6862B-C76B-B2FB-6D34-F6F0628DEB57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6136537" y="2495808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59" name="Picture Placeholder 33">
            <a:extLst>
              <a:ext uri="{FF2B5EF4-FFF2-40B4-BE49-F238E27FC236}">
                <a16:creationId xmlns:a16="http://schemas.microsoft.com/office/drawing/2014/main" id="{78A2506A-B290-3F8D-AAF0-CAF1378C748A}"/>
              </a:ext>
            </a:extLst>
          </p:cNvPr>
          <p:cNvSpPr>
            <a:spLocks noGrp="1"/>
          </p:cNvSpPr>
          <p:nvPr>
            <p:ph type="pic" sz="quarter" idx="112"/>
          </p:nvPr>
        </p:nvSpPr>
        <p:spPr>
          <a:xfrm>
            <a:off x="6136537" y="1013893"/>
            <a:ext cx="5194800" cy="1224000"/>
          </a:xfrm>
          <a:prstGeom prst="roundRect">
            <a:avLst>
              <a:gd name="adj" fmla="val 7648"/>
            </a:avLst>
          </a:prstGeom>
          <a:solidFill>
            <a:schemeClr val="bg1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60" name="Text Placeholder 16">
            <a:extLst>
              <a:ext uri="{FF2B5EF4-FFF2-40B4-BE49-F238E27FC236}">
                <a16:creationId xmlns:a16="http://schemas.microsoft.com/office/drawing/2014/main" id="{5C2EBF65-554F-7ECE-D7FA-435ACBFE9CE4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7449512" y="1458943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61" name="Text Placeholder 31">
            <a:extLst>
              <a:ext uri="{FF2B5EF4-FFF2-40B4-BE49-F238E27FC236}">
                <a16:creationId xmlns:a16="http://schemas.microsoft.com/office/drawing/2014/main" id="{2A5E12D7-6EE9-7919-78AA-03DAED05F4B3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7449512" y="1178462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64" name="Text Placeholder 16">
            <a:extLst>
              <a:ext uri="{FF2B5EF4-FFF2-40B4-BE49-F238E27FC236}">
                <a16:creationId xmlns:a16="http://schemas.microsoft.com/office/drawing/2014/main" id="{9D269B19-82D2-772A-F7B4-F365D87DE624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6136537" y="1173651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948D778C-AF82-42C2-D229-ACCDE3AF1F91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850474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K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D03D0D-3F5B-E3DE-F609-64C78BC75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10524213" cy="1008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0" name="Picture Placeholder 33">
            <a:extLst>
              <a:ext uri="{FF2B5EF4-FFF2-40B4-BE49-F238E27FC236}">
                <a16:creationId xmlns:a16="http://schemas.microsoft.com/office/drawing/2014/main" id="{2A174300-073C-3EB8-8A9F-A5F147A1FAB2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828000" y="5015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13322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5" name="Picture Placeholder 33">
            <a:extLst>
              <a:ext uri="{FF2B5EF4-FFF2-40B4-BE49-F238E27FC236}">
                <a16:creationId xmlns:a16="http://schemas.microsoft.com/office/drawing/2014/main" id="{B5D555F4-0002-0FDF-5049-AE386A310F2F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828000" y="3683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0DEB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6352448F-B708-3F3C-F5DA-6DD5ABEE551C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2140975" y="4128624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9" name="Text Placeholder 31">
            <a:extLst>
              <a:ext uri="{FF2B5EF4-FFF2-40B4-BE49-F238E27FC236}">
                <a16:creationId xmlns:a16="http://schemas.microsoft.com/office/drawing/2014/main" id="{6FC414E0-48B3-32DB-F378-2708EB26BE4C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2140975" y="384814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F3D173CA-6F82-F920-D023-DEEEC1A29849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2140975" y="5449534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1" name="Text Placeholder 31">
            <a:extLst>
              <a:ext uri="{FF2B5EF4-FFF2-40B4-BE49-F238E27FC236}">
                <a16:creationId xmlns:a16="http://schemas.microsoft.com/office/drawing/2014/main" id="{65EA7533-020A-EB4C-BD5C-D421FB6A0A92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2140975" y="516905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4" name="Text Placeholder 16">
            <a:extLst>
              <a:ext uri="{FF2B5EF4-FFF2-40B4-BE49-F238E27FC236}">
                <a16:creationId xmlns:a16="http://schemas.microsoft.com/office/drawing/2014/main" id="{665BFFE1-A5CE-8EEE-3994-8B66BA45B492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28000" y="384333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1E930EF3-A3F7-ED04-F16B-6DCBFC870B9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28000" y="5165489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F6F8F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48355339-59BF-98EE-C5FF-D4080174A899}"/>
              </a:ext>
            </a:extLst>
          </p:cNvPr>
          <p:cNvSpPr>
            <a:spLocks noGrp="1"/>
          </p:cNvSpPr>
          <p:nvPr>
            <p:ph type="pic" sz="quarter" idx="91"/>
          </p:nvPr>
        </p:nvSpPr>
        <p:spPr>
          <a:xfrm>
            <a:off x="828000" y="2345893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75BB5DED-B872-282D-5CA5-D952BE952FEE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2140975" y="2779853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0" name="Text Placeholder 31">
            <a:extLst>
              <a:ext uri="{FF2B5EF4-FFF2-40B4-BE49-F238E27FC236}">
                <a16:creationId xmlns:a16="http://schemas.microsoft.com/office/drawing/2014/main" id="{69DD1DF7-394B-ED6D-2659-1A0689FD166F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2140975" y="2499372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2" name="Text Placeholder 16">
            <a:extLst>
              <a:ext uri="{FF2B5EF4-FFF2-40B4-BE49-F238E27FC236}">
                <a16:creationId xmlns:a16="http://schemas.microsoft.com/office/drawing/2014/main" id="{95A9D4FA-40AA-610B-E88F-E7D673E9F5A3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28000" y="2495808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53" name="Picture Placeholder 33">
            <a:extLst>
              <a:ext uri="{FF2B5EF4-FFF2-40B4-BE49-F238E27FC236}">
                <a16:creationId xmlns:a16="http://schemas.microsoft.com/office/drawing/2014/main" id="{7ED762A6-B59F-96E7-819B-9F1BA0F59A26}"/>
              </a:ext>
            </a:extLst>
          </p:cNvPr>
          <p:cNvSpPr>
            <a:spLocks noGrp="1"/>
          </p:cNvSpPr>
          <p:nvPr>
            <p:ph type="pic" sz="quarter" idx="99"/>
          </p:nvPr>
        </p:nvSpPr>
        <p:spPr>
          <a:xfrm>
            <a:off x="6136537" y="501914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ACB5BD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54" name="Picture Placeholder 33">
            <a:extLst>
              <a:ext uri="{FF2B5EF4-FFF2-40B4-BE49-F238E27FC236}">
                <a16:creationId xmlns:a16="http://schemas.microsoft.com/office/drawing/2014/main" id="{A1940EC3-0571-62EE-AB30-681BBE3F7DDA}"/>
              </a:ext>
            </a:extLst>
          </p:cNvPr>
          <p:cNvSpPr>
            <a:spLocks noGrp="1"/>
          </p:cNvSpPr>
          <p:nvPr>
            <p:ph type="pic" sz="quarter" idx="100"/>
          </p:nvPr>
        </p:nvSpPr>
        <p:spPr>
          <a:xfrm>
            <a:off x="6136537" y="368714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0C5F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55" name="Text Placeholder 16">
            <a:extLst>
              <a:ext uri="{FF2B5EF4-FFF2-40B4-BE49-F238E27FC236}">
                <a16:creationId xmlns:a16="http://schemas.microsoft.com/office/drawing/2014/main" id="{BE352301-319A-4732-70F3-8DE6F53524A7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7449512" y="4132194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6" name="Text Placeholder 31">
            <a:extLst>
              <a:ext uri="{FF2B5EF4-FFF2-40B4-BE49-F238E27FC236}">
                <a16:creationId xmlns:a16="http://schemas.microsoft.com/office/drawing/2014/main" id="{3883CA75-D0DD-F42B-CF82-BF4050FA1987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7449512" y="385171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41102FDF-A2D9-48C6-E46A-C81DA59372CD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7449512" y="5453104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8" name="Text Placeholder 31">
            <a:extLst>
              <a:ext uri="{FF2B5EF4-FFF2-40B4-BE49-F238E27FC236}">
                <a16:creationId xmlns:a16="http://schemas.microsoft.com/office/drawing/2014/main" id="{6FCB7DC8-2ECF-E29F-E9A3-2DFD5468F9E8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7449512" y="517262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9" name="Text Placeholder 16">
            <a:extLst>
              <a:ext uri="{FF2B5EF4-FFF2-40B4-BE49-F238E27FC236}">
                <a16:creationId xmlns:a16="http://schemas.microsoft.com/office/drawing/2014/main" id="{5629633C-297E-483F-E31D-D8BDCB4E3C85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6136537" y="384690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60" name="Text Placeholder 16">
            <a:extLst>
              <a:ext uri="{FF2B5EF4-FFF2-40B4-BE49-F238E27FC236}">
                <a16:creationId xmlns:a16="http://schemas.microsoft.com/office/drawing/2014/main" id="{BCC831E6-1D33-03CA-3670-425F2774CF62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6136537" y="5169059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F6F8F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61" name="Picture Placeholder 33">
            <a:extLst>
              <a:ext uri="{FF2B5EF4-FFF2-40B4-BE49-F238E27FC236}">
                <a16:creationId xmlns:a16="http://schemas.microsoft.com/office/drawing/2014/main" id="{5DE94A0A-71AB-6E62-7631-02D8249DBADC}"/>
              </a:ext>
            </a:extLst>
          </p:cNvPr>
          <p:cNvSpPr>
            <a:spLocks noGrp="1"/>
          </p:cNvSpPr>
          <p:nvPr>
            <p:ph type="pic" sz="quarter" idx="107"/>
          </p:nvPr>
        </p:nvSpPr>
        <p:spPr>
          <a:xfrm>
            <a:off x="6136537" y="2349463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9E1E2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62" name="Text Placeholder 16">
            <a:extLst>
              <a:ext uri="{FF2B5EF4-FFF2-40B4-BE49-F238E27FC236}">
                <a16:creationId xmlns:a16="http://schemas.microsoft.com/office/drawing/2014/main" id="{8F97F56D-90F7-C57E-2B9A-EC254D5BD80D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7449512" y="2783423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63" name="Text Placeholder 31">
            <a:extLst>
              <a:ext uri="{FF2B5EF4-FFF2-40B4-BE49-F238E27FC236}">
                <a16:creationId xmlns:a16="http://schemas.microsoft.com/office/drawing/2014/main" id="{049A9FEE-F6C6-4823-1973-F47E11196ECA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7449512" y="2502942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64" name="Text Placeholder 16">
            <a:extLst>
              <a:ext uri="{FF2B5EF4-FFF2-40B4-BE49-F238E27FC236}">
                <a16:creationId xmlns:a16="http://schemas.microsoft.com/office/drawing/2014/main" id="{233B02B4-6448-D505-94E0-EEC8C78334EC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6136537" y="2499378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521CBF5A-F453-E6A0-3798-D41AFA7EF2EA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036250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L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A1F4660-DD27-F791-42C4-50FAC0D419F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134100" y="1024189"/>
            <a:ext cx="2554288" cy="2304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685B82E-03FE-B3C6-EE2C-5124BA1B409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796338" y="1024188"/>
            <a:ext cx="2545882" cy="2304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5" name="Text Placeholder 75">
            <a:extLst>
              <a:ext uri="{FF2B5EF4-FFF2-40B4-BE49-F238E27FC236}">
                <a16:creationId xmlns:a16="http://schemas.microsoft.com/office/drawing/2014/main" id="{1F627742-C4A1-13F0-54BB-E0D40062F3A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8000" y="1980000"/>
            <a:ext cx="3863063" cy="612000"/>
          </a:xfrm>
        </p:spPr>
        <p:txBody>
          <a:bodyPr lIns="36000" tIns="36000" rIns="36000">
            <a:noAutofit/>
          </a:bodyPr>
          <a:lstStyle>
            <a:lvl1pPr>
              <a:lnSpc>
                <a:spcPct val="100000"/>
              </a:lnSpc>
              <a:defRPr sz="1600" b="0" i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Subtitle – Click to edit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0323AF-5A2E-B1B6-F830-501265AFE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3863063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6" name="Picture Placeholder 33">
            <a:extLst>
              <a:ext uri="{FF2B5EF4-FFF2-40B4-BE49-F238E27FC236}">
                <a16:creationId xmlns:a16="http://schemas.microsoft.com/office/drawing/2014/main" id="{312BED0E-FD4F-5A13-D29C-883442B9C28C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828000" y="5015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13322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6" name="Picture Placeholder 33">
            <a:extLst>
              <a:ext uri="{FF2B5EF4-FFF2-40B4-BE49-F238E27FC236}">
                <a16:creationId xmlns:a16="http://schemas.microsoft.com/office/drawing/2014/main" id="{E6BC39A2-B730-2B96-92D6-24128D3B4A6D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>
          <a:xfrm>
            <a:off x="828000" y="3683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0DEB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046A6AA-6E37-F56B-8690-F776FD9BEC5F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140975" y="4128624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8" name="Text Placeholder 31">
            <a:extLst>
              <a:ext uri="{FF2B5EF4-FFF2-40B4-BE49-F238E27FC236}">
                <a16:creationId xmlns:a16="http://schemas.microsoft.com/office/drawing/2014/main" id="{103C9CDF-A63B-ED34-1E21-6102FA5C5720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140975" y="384814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34EF99E5-F7EE-73ED-3303-D29BCC1F1466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2140975" y="5449534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0" name="Text Placeholder 31">
            <a:extLst>
              <a:ext uri="{FF2B5EF4-FFF2-40B4-BE49-F238E27FC236}">
                <a16:creationId xmlns:a16="http://schemas.microsoft.com/office/drawing/2014/main" id="{4B14C22A-09DE-E205-605B-8A06295A85E6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2140975" y="516905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9AD41F2C-2DEC-A3A8-2659-38EE4A549435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28000" y="384333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2001BBED-D07A-49DC-D932-ACA7DFEBC681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28000" y="5165489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F6F8F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3" name="Picture Placeholder 33">
            <a:extLst>
              <a:ext uri="{FF2B5EF4-FFF2-40B4-BE49-F238E27FC236}">
                <a16:creationId xmlns:a16="http://schemas.microsoft.com/office/drawing/2014/main" id="{CF90C48F-090D-C494-3001-E6D403281C7C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6137372" y="5015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ACB5BD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4" name="Picture Placeholder 33">
            <a:extLst>
              <a:ext uri="{FF2B5EF4-FFF2-40B4-BE49-F238E27FC236}">
                <a16:creationId xmlns:a16="http://schemas.microsoft.com/office/drawing/2014/main" id="{6F24C92D-6672-5DA2-BD8C-972515CAC406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6137372" y="3683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0C5F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5470C56B-EDEB-618B-B217-DA7759A14940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7450347" y="4128624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6" name="Text Placeholder 31">
            <a:extLst>
              <a:ext uri="{FF2B5EF4-FFF2-40B4-BE49-F238E27FC236}">
                <a16:creationId xmlns:a16="http://schemas.microsoft.com/office/drawing/2014/main" id="{3EA70EDA-5801-0659-C2A7-BB7EF43880CC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7450347" y="384814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541DE096-78AB-D9EC-AECC-D66A1397F648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450347" y="5449534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8" name="Text Placeholder 31">
            <a:extLst>
              <a:ext uri="{FF2B5EF4-FFF2-40B4-BE49-F238E27FC236}">
                <a16:creationId xmlns:a16="http://schemas.microsoft.com/office/drawing/2014/main" id="{3604D25B-C9B2-845D-0E79-1D38732A81D1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450347" y="516905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7ABC9B55-377B-3552-9F40-8DDB94C5E5F1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6137372" y="384333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17191A1E-4DBF-3942-DE5C-C680A12AEFE8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6137372" y="5165489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F6F8F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86133FCC-ACC0-8CB9-63A1-0BB7E5088808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52449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M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3">
            <a:extLst>
              <a:ext uri="{FF2B5EF4-FFF2-40B4-BE49-F238E27FC236}">
                <a16:creationId xmlns:a16="http://schemas.microsoft.com/office/drawing/2014/main" id="{5E8C07A3-909C-DC04-F101-4F20F4C67F4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796338" y="1016000"/>
            <a:ext cx="2555875" cy="2549973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720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71FC5946-C351-1235-3945-F670F5EC401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828000" y="2016000"/>
            <a:ext cx="2538731" cy="1348636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8C839D4-5680-2582-AFA4-35C3A2B356B7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467100" y="2016000"/>
            <a:ext cx="2563631" cy="1348636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0A08D1-68E1-2EEA-937C-1C7DAB9F2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5196563" cy="1008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11" name="Picture Placeholder 33">
            <a:extLst>
              <a:ext uri="{FF2B5EF4-FFF2-40B4-BE49-F238E27FC236}">
                <a16:creationId xmlns:a16="http://schemas.microsoft.com/office/drawing/2014/main" id="{758D84E4-CFE3-63D7-2FFF-31F55001E926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828000" y="5015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13322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8" name="Picture Placeholder 33">
            <a:extLst>
              <a:ext uri="{FF2B5EF4-FFF2-40B4-BE49-F238E27FC236}">
                <a16:creationId xmlns:a16="http://schemas.microsoft.com/office/drawing/2014/main" id="{E3C2F38A-6EC9-006D-AEB3-B3E6470D51FE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>
          <a:xfrm>
            <a:off x="828000" y="3683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9E1E2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11C1F13B-9BC3-10E9-9769-C0DA36D26100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2140975" y="4128624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3" name="Text Placeholder 31">
            <a:extLst>
              <a:ext uri="{FF2B5EF4-FFF2-40B4-BE49-F238E27FC236}">
                <a16:creationId xmlns:a16="http://schemas.microsoft.com/office/drawing/2014/main" id="{D2D72909-3474-4D83-B8B7-22BF99227A8C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2140975" y="384814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D87DD411-22CC-AF3B-9046-001E5D471B09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2140975" y="5449534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5" name="Text Placeholder 31">
            <a:extLst>
              <a:ext uri="{FF2B5EF4-FFF2-40B4-BE49-F238E27FC236}">
                <a16:creationId xmlns:a16="http://schemas.microsoft.com/office/drawing/2014/main" id="{080CB3E0-0D08-9CC8-0A00-DF67D1B78067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140975" y="516905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57DB2F71-E00B-42FF-EDF4-020C29405ECD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28000" y="384333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A6E66BCE-F562-E0AA-6470-DCB22494A837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28000" y="5165489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F6F8F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7A23F55-A28C-88CE-AFF1-5F458667584E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6136537" y="5015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ACB5BD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846D9EC3-3463-8531-8710-704892FF61EC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6136537" y="3683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34" name="Text Placeholder 16">
            <a:extLst>
              <a:ext uri="{FF2B5EF4-FFF2-40B4-BE49-F238E27FC236}">
                <a16:creationId xmlns:a16="http://schemas.microsoft.com/office/drawing/2014/main" id="{67A28C5B-9819-4396-F603-0E54EBB1611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449512" y="4128624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5" name="Text Placeholder 31">
            <a:extLst>
              <a:ext uri="{FF2B5EF4-FFF2-40B4-BE49-F238E27FC236}">
                <a16:creationId xmlns:a16="http://schemas.microsoft.com/office/drawing/2014/main" id="{E4BA9D4C-F9E3-8442-F451-75439E041DB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449512" y="384814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F267EC42-C80B-D3DD-F0AE-B68044570012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7449512" y="5449534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7" name="Text Placeholder 31">
            <a:extLst>
              <a:ext uri="{FF2B5EF4-FFF2-40B4-BE49-F238E27FC236}">
                <a16:creationId xmlns:a16="http://schemas.microsoft.com/office/drawing/2014/main" id="{145E53D0-0786-AE28-8CAE-149FA55907ED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7449512" y="516905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BF25187A-DAEC-407E-6546-61CAB2FFC7C7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6136537" y="384333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57895B85-4535-A51D-0B96-92CE18A2F464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6136537" y="5165489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F6F8F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4" name="Text Placeholder 64">
            <a:extLst>
              <a:ext uri="{FF2B5EF4-FFF2-40B4-BE49-F238E27FC236}">
                <a16:creationId xmlns:a16="http://schemas.microsoft.com/office/drawing/2014/main" id="{78E78763-511C-3271-3333-3FA367B54561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866470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N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3">
            <a:extLst>
              <a:ext uri="{FF2B5EF4-FFF2-40B4-BE49-F238E27FC236}">
                <a16:creationId xmlns:a16="http://schemas.microsoft.com/office/drawing/2014/main" id="{BE5C26DA-82F8-3F8B-6AD3-B59F8C171623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828000" y="5015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13322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0" name="Picture Placeholder 33">
            <a:extLst>
              <a:ext uri="{FF2B5EF4-FFF2-40B4-BE49-F238E27FC236}">
                <a16:creationId xmlns:a16="http://schemas.microsoft.com/office/drawing/2014/main" id="{4BEC99DB-C21C-B77D-0528-9A0FBC1B8DC8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>
          <a:xfrm>
            <a:off x="828000" y="3683574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0C5F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1" name="Picture Placeholder 33">
            <a:extLst>
              <a:ext uri="{FF2B5EF4-FFF2-40B4-BE49-F238E27FC236}">
                <a16:creationId xmlns:a16="http://schemas.microsoft.com/office/drawing/2014/main" id="{204B67DB-CC9B-75D5-0465-E413145A89BB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828000" y="2340000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2" name="Picture Placeholder 33">
            <a:extLst>
              <a:ext uri="{FF2B5EF4-FFF2-40B4-BE49-F238E27FC236}">
                <a16:creationId xmlns:a16="http://schemas.microsoft.com/office/drawing/2014/main" id="{5453333F-A25E-BD0D-754F-ADF60DFA23EA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827999" y="1020379"/>
            <a:ext cx="5194800" cy="1224000"/>
          </a:xfrm>
          <a:prstGeom prst="roundRect">
            <a:avLst>
              <a:gd name="adj" fmla="val 7648"/>
            </a:avLst>
          </a:prstGeom>
          <a:solidFill>
            <a:srgbClr val="D0DEB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88018FAD-AF81-D6EA-6F69-14B5DE8EE1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69361" y="2772000"/>
            <a:ext cx="3887790" cy="3468496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3pPr>
              <a:lnSpc>
                <a:spcPts val="1700"/>
              </a:lnSpc>
              <a:defRPr b="0" i="0">
                <a:solidFill>
                  <a:schemeClr val="tx1"/>
                </a:solidFill>
                <a:latin typeface="Visuelt Pro" panose="020B0503040202040104" pitchFamily="34" charset="0"/>
              </a:defRPr>
            </a:lvl3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1" name="Text Placeholder 75">
            <a:extLst>
              <a:ext uri="{FF2B5EF4-FFF2-40B4-BE49-F238E27FC236}">
                <a16:creationId xmlns:a16="http://schemas.microsoft.com/office/drawing/2014/main" id="{5D6DD63C-71A8-899D-E047-F7460EF3DE8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69361" y="1980000"/>
            <a:ext cx="3887789" cy="612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500" b="0" i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9525" marR="0" lvl="0" indent="0" algn="l" defTabSz="91431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Subtitle – Click to edit text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031F9-3E53-F148-C071-5E3A9ACDA605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2140975" y="1457630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3" name="Text Placeholder 31">
            <a:extLst>
              <a:ext uri="{FF2B5EF4-FFF2-40B4-BE49-F238E27FC236}">
                <a16:creationId xmlns:a16="http://schemas.microsoft.com/office/drawing/2014/main" id="{01FBFBDC-9405-1593-8786-E12637F36C8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2140975" y="1177149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EC300EC9-73A4-CB0B-5D24-76562E3513B8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140975" y="2769017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6" name="Text Placeholder 31">
            <a:extLst>
              <a:ext uri="{FF2B5EF4-FFF2-40B4-BE49-F238E27FC236}">
                <a16:creationId xmlns:a16="http://schemas.microsoft.com/office/drawing/2014/main" id="{6A579DBE-A0DA-92D9-ED5F-F15246ADAE57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140975" y="2488536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951CCCC6-9913-BB54-A613-469885175EF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140975" y="4128624"/>
            <a:ext cx="3708000" cy="648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9" name="Text Placeholder 31">
            <a:extLst>
              <a:ext uri="{FF2B5EF4-FFF2-40B4-BE49-F238E27FC236}">
                <a16:creationId xmlns:a16="http://schemas.microsoft.com/office/drawing/2014/main" id="{187FD967-F673-3A71-48E4-5521E8920BE0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140975" y="384814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0B490E98-DD8F-5F47-EFAA-9F44256672D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2140975" y="5449534"/>
            <a:ext cx="3711134" cy="6625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88448CBB-677E-A4A8-6EAF-5B7A0803BE37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140975" y="5169053"/>
            <a:ext cx="3708000" cy="21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0E9C0D5D-EE9D-FA8E-B34E-F7A38792D07C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828000" y="249396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9AC42E38-587E-9ED7-02C8-1C2B54894D09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28000" y="384333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AC95B84-B880-3579-9D0E-6A46C28D00F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28000" y="5165489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F6F8F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B2389E4B-3E81-BF97-93E6-65DAF98F4518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28000" y="1184982"/>
            <a:ext cx="1199238" cy="935037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28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737ED7-E617-8FC2-8DDD-1FE979BD1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9360" y="1008000"/>
            <a:ext cx="3887789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FA63D7B8-195C-6F2D-656B-2F757FDDC51C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59136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O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4BD9CBEA-2F28-9B0C-7AE5-7FC7E66EF075}"/>
              </a:ext>
            </a:extLst>
          </p:cNvPr>
          <p:cNvSpPr/>
          <p:nvPr userDrawn="1"/>
        </p:nvSpPr>
        <p:spPr>
          <a:xfrm>
            <a:off x="803276" y="3681412"/>
            <a:ext cx="5221288" cy="2550187"/>
          </a:xfrm>
          <a:prstGeom prst="roundRect">
            <a:avLst>
              <a:gd name="adj" fmla="val 8629"/>
            </a:avLst>
          </a:prstGeom>
          <a:solidFill>
            <a:srgbClr val="13322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81ADF764-939C-31F5-9E58-2066B0AC555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38559" y="4877672"/>
            <a:ext cx="4805191" cy="1152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9" name="Text Placeholder 75">
            <a:extLst>
              <a:ext uri="{FF2B5EF4-FFF2-40B4-BE49-F238E27FC236}">
                <a16:creationId xmlns:a16="http://schemas.microsoft.com/office/drawing/2014/main" id="{B0F4C3D6-8BF6-6A5D-FD0B-C381CCC9E4D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38560" y="3938103"/>
            <a:ext cx="4805190" cy="648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0022FC5-B4B2-320B-B785-258770CD4479}"/>
              </a:ext>
            </a:extLst>
          </p:cNvPr>
          <p:cNvSpPr/>
          <p:nvPr userDrawn="1"/>
        </p:nvSpPr>
        <p:spPr>
          <a:xfrm>
            <a:off x="8796338" y="1015999"/>
            <a:ext cx="2555874" cy="5221289"/>
          </a:xfrm>
          <a:prstGeom prst="roundRect">
            <a:avLst>
              <a:gd name="adj" fmla="val 8629"/>
            </a:avLst>
          </a:prstGeom>
          <a:solidFill>
            <a:srgbClr val="D9E1E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75">
            <a:extLst>
              <a:ext uri="{FF2B5EF4-FFF2-40B4-BE49-F238E27FC236}">
                <a16:creationId xmlns:a16="http://schemas.microsoft.com/office/drawing/2014/main" id="{F0FF29CE-1C40-43F3-6C52-8B3072030BE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007389" y="1272690"/>
            <a:ext cx="2124000" cy="648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BF64A657-BA0D-FD70-767F-E81A9AF2E29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007389" y="4877672"/>
            <a:ext cx="2124000" cy="1152000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1" name="Picture Placeholder 33">
            <a:extLst>
              <a:ext uri="{FF2B5EF4-FFF2-40B4-BE49-F238E27FC236}">
                <a16:creationId xmlns:a16="http://schemas.microsoft.com/office/drawing/2014/main" id="{6E8620B9-C058-4360-6B5D-365F38253F32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146206" y="3687100"/>
            <a:ext cx="2542182" cy="2550188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720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7" name="Text Placeholder 75">
            <a:extLst>
              <a:ext uri="{FF2B5EF4-FFF2-40B4-BE49-F238E27FC236}">
                <a16:creationId xmlns:a16="http://schemas.microsoft.com/office/drawing/2014/main" id="{4ECC9237-8BE8-83B9-5204-A2C3E21B478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8000" y="1980000"/>
            <a:ext cx="3863063" cy="612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0" i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9525" marR="0" lvl="0" indent="0" algn="l" defTabSz="91431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Subtitle – Click to edit text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E28FF496-B5AB-311F-C24A-84792DA24A8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132513" y="1015999"/>
            <a:ext cx="2556000" cy="2557463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8287E1-9CE3-B883-835D-C2455FAC4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3863063" cy="972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3" name="Text Placeholder 64">
            <a:extLst>
              <a:ext uri="{FF2B5EF4-FFF2-40B4-BE49-F238E27FC236}">
                <a16:creationId xmlns:a16="http://schemas.microsoft.com/office/drawing/2014/main" id="{A32024BE-470F-CB50-9E09-406BDA24F740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31262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P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33">
            <a:extLst>
              <a:ext uri="{FF2B5EF4-FFF2-40B4-BE49-F238E27FC236}">
                <a16:creationId xmlns:a16="http://schemas.microsoft.com/office/drawing/2014/main" id="{4CD28B04-68F5-E1EB-9B5A-7E607C47DCFF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803276" y="3681413"/>
            <a:ext cx="5221288" cy="2553735"/>
          </a:xfrm>
          <a:prstGeom prst="roundRect">
            <a:avLst>
              <a:gd name="adj" fmla="val 7648"/>
            </a:avLst>
          </a:prstGeom>
          <a:solidFill>
            <a:srgbClr val="ACB5BD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photo to background</a:t>
            </a:r>
            <a:endParaRPr lang="en-SK"/>
          </a:p>
        </p:txBody>
      </p:sp>
      <p:sp>
        <p:nvSpPr>
          <p:cNvPr id="18" name="Picture Placeholder 33">
            <a:extLst>
              <a:ext uri="{FF2B5EF4-FFF2-40B4-BE49-F238E27FC236}">
                <a16:creationId xmlns:a16="http://schemas.microsoft.com/office/drawing/2014/main" id="{23D20238-4AE8-CE8B-F748-CCAC6CFC9948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146502" y="3681413"/>
            <a:ext cx="2552157" cy="2553735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photo to background</a:t>
            </a:r>
            <a:endParaRPr lang="en-SK"/>
          </a:p>
        </p:txBody>
      </p:sp>
      <p:sp>
        <p:nvSpPr>
          <p:cNvPr id="21" name="Picture Placeholder 33">
            <a:extLst>
              <a:ext uri="{FF2B5EF4-FFF2-40B4-BE49-F238E27FC236}">
                <a16:creationId xmlns:a16="http://schemas.microsoft.com/office/drawing/2014/main" id="{F1A686DC-E6E9-24E4-631C-D2C9C2E97C85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467100" y="1019727"/>
            <a:ext cx="5218135" cy="2553736"/>
          </a:xfrm>
          <a:prstGeom prst="roundRect">
            <a:avLst>
              <a:gd name="adj" fmla="val 7648"/>
            </a:avLst>
          </a:prstGeom>
          <a:solidFill>
            <a:srgbClr val="D0C5F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photo to background</a:t>
            </a:r>
            <a:endParaRPr lang="en-SK"/>
          </a:p>
        </p:txBody>
      </p:sp>
      <p:sp>
        <p:nvSpPr>
          <p:cNvPr id="22" name="Picture Placeholder 33">
            <a:extLst>
              <a:ext uri="{FF2B5EF4-FFF2-40B4-BE49-F238E27FC236}">
                <a16:creationId xmlns:a16="http://schemas.microsoft.com/office/drawing/2014/main" id="{B79CF8C6-5D3A-F0A7-053E-A938B5A77027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8800055" y="1019726"/>
            <a:ext cx="2552157" cy="5217561"/>
          </a:xfrm>
          <a:prstGeom prst="roundRect">
            <a:avLst>
              <a:gd name="adj" fmla="val 7648"/>
            </a:avLst>
          </a:prstGeom>
          <a:solidFill>
            <a:srgbClr val="D9E1E2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photo to background</a:t>
            </a:r>
            <a:endParaRPr lang="en-SK"/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6290144A-61F2-45B3-7821-3E2421D8757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88042" y="2212259"/>
            <a:ext cx="4788979" cy="1140542"/>
          </a:xfrm>
        </p:spPr>
        <p:txBody>
          <a:bodyPr lIns="36000" tIns="36000" rIns="36000" bIns="36000" numCol="2" spcCol="21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4" name="Text Placeholder 75">
            <a:extLst>
              <a:ext uri="{FF2B5EF4-FFF2-40B4-BE49-F238E27FC236}">
                <a16:creationId xmlns:a16="http://schemas.microsoft.com/office/drawing/2014/main" id="{465AEA15-54A2-C7F9-6D7D-BBCD765392F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688043" y="1272690"/>
            <a:ext cx="4788978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81ADF764-939C-31F5-9E58-2066B0AC555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38559" y="4877672"/>
            <a:ext cx="4803157" cy="1140542"/>
          </a:xfrm>
        </p:spPr>
        <p:txBody>
          <a:bodyPr lIns="36000" tIns="36000" rIns="36000" bIns="36000" numCol="2" spcCol="21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9" name="Text Placeholder 75">
            <a:extLst>
              <a:ext uri="{FF2B5EF4-FFF2-40B4-BE49-F238E27FC236}">
                <a16:creationId xmlns:a16="http://schemas.microsoft.com/office/drawing/2014/main" id="{B0F4C3D6-8BF6-6A5D-FD0B-C381CCC9E4D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38559" y="3938103"/>
            <a:ext cx="4803157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0" name="Text Placeholder 75">
            <a:extLst>
              <a:ext uri="{FF2B5EF4-FFF2-40B4-BE49-F238E27FC236}">
                <a16:creationId xmlns:a16="http://schemas.microsoft.com/office/drawing/2014/main" id="{F0FF29CE-1C40-43F3-6C52-8B3072030BE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007389" y="1272690"/>
            <a:ext cx="2101290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BF64A657-BA0D-FD70-767F-E81A9AF2E29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007389" y="2150692"/>
            <a:ext cx="2118876" cy="3867522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4" name="Text Placeholder 75">
            <a:extLst>
              <a:ext uri="{FF2B5EF4-FFF2-40B4-BE49-F238E27FC236}">
                <a16:creationId xmlns:a16="http://schemas.microsoft.com/office/drawing/2014/main" id="{F1C8E234-A684-89ED-25CF-C1431D9B131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375732" y="3935207"/>
            <a:ext cx="2101290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A41F71E1-0268-5AF9-BF61-C7FF879B42F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358146" y="4874776"/>
            <a:ext cx="2118876" cy="1140542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A3ADEA-41AF-9934-0025-6CAC38D75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6" y="1019727"/>
            <a:ext cx="2555874" cy="2553735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ED8A8EE1-92F6-E973-76D3-CB12FCB53AA7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39413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Q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33">
            <a:extLst>
              <a:ext uri="{FF2B5EF4-FFF2-40B4-BE49-F238E27FC236}">
                <a16:creationId xmlns:a16="http://schemas.microsoft.com/office/drawing/2014/main" id="{4CD28B04-68F5-E1EB-9B5A-7E607C47DCFF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803276" y="3681412"/>
            <a:ext cx="5221288" cy="2546587"/>
          </a:xfrm>
          <a:prstGeom prst="roundRect">
            <a:avLst>
              <a:gd name="adj" fmla="val 7648"/>
            </a:avLst>
          </a:prstGeom>
          <a:solidFill>
            <a:srgbClr val="D9E1E2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photo to background</a:t>
            </a:r>
            <a:endParaRPr lang="en-SK"/>
          </a:p>
        </p:txBody>
      </p:sp>
      <p:sp>
        <p:nvSpPr>
          <p:cNvPr id="18" name="Picture Placeholder 33">
            <a:extLst>
              <a:ext uri="{FF2B5EF4-FFF2-40B4-BE49-F238E27FC236}">
                <a16:creationId xmlns:a16="http://schemas.microsoft.com/office/drawing/2014/main" id="{23D20238-4AE8-CE8B-F748-CCAC6CFC9948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139384" y="3681412"/>
            <a:ext cx="2545851" cy="2556000"/>
          </a:xfrm>
          <a:prstGeom prst="roundRect">
            <a:avLst>
              <a:gd name="adj" fmla="val 7648"/>
            </a:avLst>
          </a:prstGeom>
          <a:solidFill>
            <a:srgbClr val="13322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photo to background</a:t>
            </a:r>
            <a:endParaRPr lang="en-SK"/>
          </a:p>
        </p:txBody>
      </p:sp>
      <p:sp>
        <p:nvSpPr>
          <p:cNvPr id="21" name="Picture Placeholder 33">
            <a:extLst>
              <a:ext uri="{FF2B5EF4-FFF2-40B4-BE49-F238E27FC236}">
                <a16:creationId xmlns:a16="http://schemas.microsoft.com/office/drawing/2014/main" id="{F1A686DC-E6E9-24E4-631C-D2C9C2E97C85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467100" y="1016000"/>
            <a:ext cx="5221287" cy="2548000"/>
          </a:xfrm>
          <a:prstGeom prst="roundRect">
            <a:avLst>
              <a:gd name="adj" fmla="val 7648"/>
            </a:avLst>
          </a:prstGeom>
          <a:solidFill>
            <a:srgbClr val="D0DEBB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photo to background</a:t>
            </a:r>
            <a:endParaRPr lang="en-SK"/>
          </a:p>
        </p:txBody>
      </p:sp>
      <p:sp>
        <p:nvSpPr>
          <p:cNvPr id="22" name="Picture Placeholder 33">
            <a:extLst>
              <a:ext uri="{FF2B5EF4-FFF2-40B4-BE49-F238E27FC236}">
                <a16:creationId xmlns:a16="http://schemas.microsoft.com/office/drawing/2014/main" id="{B79CF8C6-5D3A-F0A7-053E-A938B5A77027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8800055" y="1016000"/>
            <a:ext cx="2552157" cy="5221288"/>
          </a:xfrm>
          <a:prstGeom prst="roundRect">
            <a:avLst>
              <a:gd name="adj" fmla="val 7648"/>
            </a:avLst>
          </a:prstGeom>
          <a:solidFill>
            <a:srgbClr val="33FF99"/>
          </a:solidFill>
        </p:spPr>
        <p:txBody>
          <a:bodyPr lIns="36000" tIns="36000" rIns="36000" bIns="36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photo to background</a:t>
            </a:r>
            <a:endParaRPr lang="en-SK"/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6290144A-61F2-45B3-7821-3E2421D8757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88042" y="2212259"/>
            <a:ext cx="4788979" cy="1140542"/>
          </a:xfrm>
        </p:spPr>
        <p:txBody>
          <a:bodyPr lIns="36000" tIns="36000" rIns="36000" bIns="36000" numCol="2" spcCol="21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4" name="Text Placeholder 75">
            <a:extLst>
              <a:ext uri="{FF2B5EF4-FFF2-40B4-BE49-F238E27FC236}">
                <a16:creationId xmlns:a16="http://schemas.microsoft.com/office/drawing/2014/main" id="{465AEA15-54A2-C7F9-6D7D-BBCD765392F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688043" y="1272690"/>
            <a:ext cx="4788978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81ADF764-939C-31F5-9E58-2066B0AC555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38559" y="4877672"/>
            <a:ext cx="4803157" cy="1140542"/>
          </a:xfrm>
        </p:spPr>
        <p:txBody>
          <a:bodyPr lIns="36000" tIns="36000" rIns="36000" bIns="36000" numCol="2" spcCol="21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9" name="Text Placeholder 75">
            <a:extLst>
              <a:ext uri="{FF2B5EF4-FFF2-40B4-BE49-F238E27FC236}">
                <a16:creationId xmlns:a16="http://schemas.microsoft.com/office/drawing/2014/main" id="{B0F4C3D6-8BF6-6A5D-FD0B-C381CCC9E4D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38559" y="3938103"/>
            <a:ext cx="4803157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0" name="Text Placeholder 75">
            <a:extLst>
              <a:ext uri="{FF2B5EF4-FFF2-40B4-BE49-F238E27FC236}">
                <a16:creationId xmlns:a16="http://schemas.microsoft.com/office/drawing/2014/main" id="{F0FF29CE-1C40-43F3-6C52-8B3072030BE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007389" y="1272690"/>
            <a:ext cx="2101290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BF64A657-BA0D-FD70-767F-E81A9AF2E29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007389" y="2150692"/>
            <a:ext cx="2118876" cy="3867522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4" name="Text Placeholder 75">
            <a:extLst>
              <a:ext uri="{FF2B5EF4-FFF2-40B4-BE49-F238E27FC236}">
                <a16:creationId xmlns:a16="http://schemas.microsoft.com/office/drawing/2014/main" id="{F1C8E234-A684-89ED-25CF-C1431D9B131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375732" y="3935207"/>
            <a:ext cx="2101290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A41F71E1-0268-5AF9-BF61-C7FF879B42F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358146" y="4874776"/>
            <a:ext cx="2118876" cy="1140542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A3ADEA-41AF-9934-0025-6CAC38D75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5" y="1015999"/>
            <a:ext cx="2552157" cy="2557463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3" name="Text Placeholder 64">
            <a:extLst>
              <a:ext uri="{FF2B5EF4-FFF2-40B4-BE49-F238E27FC236}">
                <a16:creationId xmlns:a16="http://schemas.microsoft.com/office/drawing/2014/main" id="{EFC91887-80F3-DF7E-53B9-59710849E64A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731807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R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988CAE9-D1AC-8AF9-AB91-61005A56D17C}"/>
              </a:ext>
            </a:extLst>
          </p:cNvPr>
          <p:cNvSpPr/>
          <p:nvPr userDrawn="1"/>
        </p:nvSpPr>
        <p:spPr>
          <a:xfrm>
            <a:off x="3467439" y="1008000"/>
            <a:ext cx="5217796" cy="2559600"/>
          </a:xfrm>
          <a:prstGeom prst="roundRect">
            <a:avLst>
              <a:gd name="adj" fmla="val 8629"/>
            </a:avLst>
          </a:prstGeom>
          <a:solidFill>
            <a:srgbClr val="D0DEB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56E39EC6-6542-2CEE-9B18-B9C806B3CF9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136005" y="3682516"/>
            <a:ext cx="2552383" cy="2549085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720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6290144A-61F2-45B3-7821-3E2421D8757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88043" y="2212259"/>
            <a:ext cx="4824000" cy="1152000"/>
          </a:xfrm>
        </p:spPr>
        <p:txBody>
          <a:bodyPr lIns="36000" tIns="36000" rIns="36000" bIns="36000" numCol="2" spcCol="252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4" name="Text Placeholder 75">
            <a:extLst>
              <a:ext uri="{FF2B5EF4-FFF2-40B4-BE49-F238E27FC236}">
                <a16:creationId xmlns:a16="http://schemas.microsoft.com/office/drawing/2014/main" id="{465AEA15-54A2-C7F9-6D7D-BBCD765392F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688042" y="1272690"/>
            <a:ext cx="4824000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4BD9CBEA-2F28-9B0C-7AE5-7FC7E66EF075}"/>
              </a:ext>
            </a:extLst>
          </p:cNvPr>
          <p:cNvSpPr/>
          <p:nvPr userDrawn="1"/>
        </p:nvSpPr>
        <p:spPr>
          <a:xfrm>
            <a:off x="806768" y="3682514"/>
            <a:ext cx="5217795" cy="2554774"/>
          </a:xfrm>
          <a:prstGeom prst="roundRect">
            <a:avLst>
              <a:gd name="adj" fmla="val 8629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81ADF764-939C-31F5-9E58-2066B0AC555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38560" y="4877672"/>
            <a:ext cx="2320590" cy="1140542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9" name="Text Placeholder 75">
            <a:extLst>
              <a:ext uri="{FF2B5EF4-FFF2-40B4-BE49-F238E27FC236}">
                <a16:creationId xmlns:a16="http://schemas.microsoft.com/office/drawing/2014/main" id="{B0F4C3D6-8BF6-6A5D-FD0B-C381CCC9E4D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38559" y="3938103"/>
            <a:ext cx="4794585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0" name="Text Placeholder 16">
            <a:extLst>
              <a:ext uri="{FF2B5EF4-FFF2-40B4-BE49-F238E27FC236}">
                <a16:creationId xmlns:a16="http://schemas.microsoft.com/office/drawing/2014/main" id="{C478DABA-A79D-0841-4FC5-E0EFCAFE702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467439" y="4877672"/>
            <a:ext cx="2365706" cy="1140542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2FF0333-6BE5-5944-B18A-905F072A3A03}"/>
              </a:ext>
            </a:extLst>
          </p:cNvPr>
          <p:cNvSpPr/>
          <p:nvPr userDrawn="1"/>
        </p:nvSpPr>
        <p:spPr>
          <a:xfrm>
            <a:off x="8796678" y="1016000"/>
            <a:ext cx="2555535" cy="5221288"/>
          </a:xfrm>
          <a:prstGeom prst="roundRect">
            <a:avLst>
              <a:gd name="adj" fmla="val 8629"/>
            </a:avLst>
          </a:prstGeom>
          <a:solidFill>
            <a:srgbClr val="D0C5F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75">
            <a:extLst>
              <a:ext uri="{FF2B5EF4-FFF2-40B4-BE49-F238E27FC236}">
                <a16:creationId xmlns:a16="http://schemas.microsoft.com/office/drawing/2014/main" id="{29B25207-ABBE-B2E4-37B6-F0ABAC2336E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007389" y="1272690"/>
            <a:ext cx="2101290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7C98631-0DB4-20C6-18BD-5B73ABA803E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007389" y="4877672"/>
            <a:ext cx="2118876" cy="1140542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CE71E6-C0D0-FB6A-19B9-2163CEDA3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5" y="1016000"/>
            <a:ext cx="2544725" cy="2548000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61B94B11-6703-7823-045C-8E0C44933196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743604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s_S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4FF2A65-072C-9C44-2607-77E40EE3434C}"/>
              </a:ext>
            </a:extLst>
          </p:cNvPr>
          <p:cNvSpPr/>
          <p:nvPr userDrawn="1"/>
        </p:nvSpPr>
        <p:spPr>
          <a:xfrm>
            <a:off x="3469545" y="1023275"/>
            <a:ext cx="2555018" cy="2550187"/>
          </a:xfrm>
          <a:prstGeom prst="roundRect">
            <a:avLst>
              <a:gd name="adj" fmla="val 8629"/>
            </a:avLst>
          </a:prstGeom>
          <a:solidFill>
            <a:srgbClr val="33FF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D9CD524-78DD-D690-7D64-4E08E3832C7F}"/>
              </a:ext>
            </a:extLst>
          </p:cNvPr>
          <p:cNvSpPr/>
          <p:nvPr userDrawn="1"/>
        </p:nvSpPr>
        <p:spPr>
          <a:xfrm>
            <a:off x="6140935" y="1017412"/>
            <a:ext cx="5211278" cy="2550188"/>
          </a:xfrm>
          <a:prstGeom prst="roundRect">
            <a:avLst>
              <a:gd name="adj" fmla="val 8629"/>
            </a:avLst>
          </a:prstGeom>
          <a:solidFill>
            <a:srgbClr val="33FF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593A82B-DA9F-7E13-B19E-317130241471}"/>
              </a:ext>
            </a:extLst>
          </p:cNvPr>
          <p:cNvSpPr/>
          <p:nvPr userDrawn="1"/>
        </p:nvSpPr>
        <p:spPr>
          <a:xfrm>
            <a:off x="6140935" y="3681412"/>
            <a:ext cx="2547453" cy="2550187"/>
          </a:xfrm>
          <a:prstGeom prst="roundRect">
            <a:avLst>
              <a:gd name="adj" fmla="val 8629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56E39EC6-6542-2CEE-9B18-B9C806B3CF9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804758" y="3681412"/>
            <a:ext cx="2547452" cy="2550187"/>
          </a:xfrm>
          <a:prstGeom prst="roundRect">
            <a:avLst>
              <a:gd name="adj" fmla="val 7648"/>
            </a:avLst>
          </a:prstGeom>
        </p:spPr>
        <p:txBody>
          <a:bodyPr lIns="36000" tIns="36000" rIns="36000" bIns="2160000" anchor="b" anchorCtr="1">
            <a:noAutofit/>
          </a:bodyPr>
          <a:lstStyle>
            <a:lvl1pPr>
              <a:lnSpc>
                <a:spcPct val="100000"/>
              </a:lnSpc>
              <a:defRPr sz="9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6290144A-61F2-45B3-7821-3E2421D8757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36978" y="2212259"/>
            <a:ext cx="2336520" cy="1140542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4" name="Text Placeholder 75">
            <a:extLst>
              <a:ext uri="{FF2B5EF4-FFF2-40B4-BE49-F238E27FC236}">
                <a16:creationId xmlns:a16="http://schemas.microsoft.com/office/drawing/2014/main" id="{465AEA15-54A2-C7F9-6D7D-BBCD765392F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36977" y="1272690"/>
            <a:ext cx="4794586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3652A3F9-6214-8942-B290-88EEE97F15A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795043" y="2212259"/>
            <a:ext cx="2336520" cy="1140542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4BD9CBEA-2F28-9B0C-7AE5-7FC7E66EF075}"/>
              </a:ext>
            </a:extLst>
          </p:cNvPr>
          <p:cNvSpPr/>
          <p:nvPr userDrawn="1"/>
        </p:nvSpPr>
        <p:spPr>
          <a:xfrm>
            <a:off x="803276" y="3681412"/>
            <a:ext cx="5221288" cy="2550187"/>
          </a:xfrm>
          <a:prstGeom prst="roundRect">
            <a:avLst>
              <a:gd name="adj" fmla="val 8629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81ADF764-939C-31F5-9E58-2066B0AC555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38560" y="4877672"/>
            <a:ext cx="2336520" cy="1140542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9" name="Text Placeholder 75">
            <a:extLst>
              <a:ext uri="{FF2B5EF4-FFF2-40B4-BE49-F238E27FC236}">
                <a16:creationId xmlns:a16="http://schemas.microsoft.com/office/drawing/2014/main" id="{B0F4C3D6-8BF6-6A5D-FD0B-C381CCC9E4D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38559" y="3938103"/>
            <a:ext cx="4794586" cy="621312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50" name="Text Placeholder 16">
            <a:extLst>
              <a:ext uri="{FF2B5EF4-FFF2-40B4-BE49-F238E27FC236}">
                <a16:creationId xmlns:a16="http://schemas.microsoft.com/office/drawing/2014/main" id="{C478DABA-A79D-0841-4FC5-E0EFCAFE702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496625" y="4877672"/>
            <a:ext cx="2336520" cy="1140542"/>
          </a:xfrm>
        </p:spPr>
        <p:txBody>
          <a:bodyPr lIns="36000" tIns="36000" rIns="36000" bIns="36000"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8F011790-4ACE-1887-A7B4-5725E0AF8443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3467100" y="1272689"/>
            <a:ext cx="2557463" cy="2088000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96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C06ADE59-9AA9-F690-C4A4-37C7052BA932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140934" y="3938103"/>
            <a:ext cx="2547453" cy="2088000"/>
          </a:xfrm>
        </p:spPr>
        <p:txBody>
          <a:bodyPr lIns="36000" tIns="36000" rIns="36000" bIns="36000" anchor="ctr" anchorCtr="0">
            <a:noAutofit/>
          </a:bodyPr>
          <a:lstStyle>
            <a:lvl1pPr marL="9525" indent="0" algn="ctr">
              <a:lnSpc>
                <a:spcPct val="100000"/>
              </a:lnSpc>
              <a:tabLst/>
              <a:defRPr sz="9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FBBB623-475A-75E4-F261-408FA7334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275" y="1023275"/>
            <a:ext cx="2544725" cy="2550187"/>
          </a:xfrm>
        </p:spPr>
        <p:txBody>
          <a:bodyPr/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A7EE20A7-FDA1-E0C8-17A1-22EF309B197F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677312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725AE67-9A60-991C-B841-1C11418F59B9}"/>
              </a:ext>
            </a:extLst>
          </p:cNvPr>
          <p:cNvSpPr/>
          <p:nvPr userDrawn="1"/>
        </p:nvSpPr>
        <p:spPr>
          <a:xfrm rot="16200000">
            <a:off x="3172166" y="-1332000"/>
            <a:ext cx="4500000" cy="9216000"/>
          </a:xfrm>
          <a:prstGeom prst="roundRect">
            <a:avLst>
              <a:gd name="adj" fmla="val 8629"/>
            </a:avLst>
          </a:prstGeom>
          <a:solidFill>
            <a:srgbClr val="D9E1E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950967-CB11-72BE-E19F-1A9BB264BEBB}"/>
              </a:ext>
            </a:extLst>
          </p:cNvPr>
          <p:cNvSpPr txBox="1"/>
          <p:nvPr userDrawn="1"/>
        </p:nvSpPr>
        <p:spPr>
          <a:xfrm>
            <a:off x="803275" y="1318288"/>
            <a:ext cx="1223964" cy="130380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SK" sz="8000" b="0" i="0" u="none" strike="noStrike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endParaRPr lang="en-SK" sz="8000" b="0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45F5EE9D-08B7-919A-88FA-06EAE2AC17C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116629" y="3987071"/>
            <a:ext cx="1944000" cy="1944000"/>
          </a:xfrm>
          <a:prstGeom prst="ellipse">
            <a:avLst/>
          </a:prstGeom>
          <a:effectLst/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695580D-0E85-CE03-8CBF-8D90C1043103}"/>
              </a:ext>
            </a:extLst>
          </p:cNvPr>
          <p:cNvSpPr/>
          <p:nvPr userDrawn="1"/>
        </p:nvSpPr>
        <p:spPr>
          <a:xfrm>
            <a:off x="8810629" y="3681071"/>
            <a:ext cx="2556000" cy="2556000"/>
          </a:xfrm>
          <a:prstGeom prst="ellipse">
            <a:avLst/>
          </a:prstGeom>
          <a:noFill/>
          <a:ln w="25400">
            <a:solidFill>
              <a:srgbClr val="33FF9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45720" rIns="3600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8338CF40-CF2D-A94E-E7AD-4C1A535AEB8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36292" y="1985672"/>
            <a:ext cx="6553200" cy="255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EFEAE019-D1BC-BF79-B29A-A1B1EB63657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01704" y="4721672"/>
            <a:ext cx="3887788" cy="219259"/>
          </a:xfrm>
        </p:spPr>
        <p:txBody>
          <a:bodyPr lIns="36000" tIns="36000" rIns="36000" bIns="36000" anchor="ctr" anchorCtr="0">
            <a:noAutofit/>
          </a:bodyPr>
          <a:lstStyle>
            <a:lvl1pPr algn="r">
              <a:lnSpc>
                <a:spcPct val="100000"/>
              </a:lnSpc>
              <a:defRPr sz="1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3AB02090-4F3B-EDE5-E049-7C4AF7C72EB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801704" y="4977580"/>
            <a:ext cx="3887788" cy="219259"/>
          </a:xfrm>
        </p:spPr>
        <p:txBody>
          <a:bodyPr lIns="36000" tIns="36000" rIns="36000" bIns="36000" anchor="ctr" anchorCtr="0">
            <a:noAutofit/>
          </a:bodyPr>
          <a:lstStyle>
            <a:lvl1pPr algn="r">
              <a:lnSpc>
                <a:spcPct val="100000"/>
              </a:lnSpc>
              <a:defRPr sz="11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FC2FE227-2AC5-9D5F-B35A-2D702AE7754F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71106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B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725AE67-9A60-991C-B841-1C11418F59B9}"/>
              </a:ext>
            </a:extLst>
          </p:cNvPr>
          <p:cNvSpPr/>
          <p:nvPr userDrawn="1"/>
        </p:nvSpPr>
        <p:spPr>
          <a:xfrm rot="16200000">
            <a:off x="4500000" y="-1332000"/>
            <a:ext cx="4500000" cy="9216000"/>
          </a:xfrm>
          <a:prstGeom prst="roundRect">
            <a:avLst>
              <a:gd name="adj" fmla="val 8629"/>
            </a:avLst>
          </a:prstGeom>
          <a:solidFill>
            <a:srgbClr val="D0C5F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B70C300-450A-599D-A642-E69554983F0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110826" y="3987071"/>
            <a:ext cx="1944000" cy="1944000"/>
          </a:xfrm>
          <a:prstGeom prst="ellipse">
            <a:avLst/>
          </a:prstGeom>
          <a:effectLst/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950967-CB11-72BE-E19F-1A9BB264BEBB}"/>
              </a:ext>
            </a:extLst>
          </p:cNvPr>
          <p:cNvSpPr txBox="1"/>
          <p:nvPr userDrawn="1"/>
        </p:nvSpPr>
        <p:spPr>
          <a:xfrm>
            <a:off x="2135189" y="1318288"/>
            <a:ext cx="1225638" cy="1340161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SK" sz="8800" b="0" i="0" u="none" strike="noStrike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endParaRPr lang="en-SK" sz="8800" b="0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2E82833-3FFB-CF7E-ED41-A616F75DA1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67100" y="1985672"/>
            <a:ext cx="6553200" cy="2556000"/>
          </a:xfrm>
        </p:spPr>
        <p:txBody>
          <a:bodyPr lIns="36000" tIns="36000" rIns="36000" bIns="36000">
            <a:noAutofit/>
          </a:bodyPr>
          <a:lstStyle>
            <a:lvl1pPr>
              <a:lnSpc>
                <a:spcPct val="100000"/>
              </a:lnSpc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8838749-4F19-5C90-B549-89A6B20BC7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73369" y="4721672"/>
            <a:ext cx="3887788" cy="219259"/>
          </a:xfrm>
        </p:spPr>
        <p:txBody>
          <a:bodyPr lIns="36000" tIns="36000" rIns="36000" bIns="36000" anchor="ctr" anchorCtr="0">
            <a:noAutofit/>
          </a:bodyPr>
          <a:lstStyle>
            <a:lvl1pPr algn="l">
              <a:lnSpc>
                <a:spcPct val="100000"/>
              </a:lnSpc>
              <a:defRPr sz="1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54D4DED2-D1F0-C879-F4F4-8882C372534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73369" y="4977580"/>
            <a:ext cx="3887788" cy="219259"/>
          </a:xfrm>
        </p:spPr>
        <p:txBody>
          <a:bodyPr lIns="36000" tIns="36000" rIns="36000" bIns="36000" anchor="ctr" anchorCtr="0">
            <a:noAutofit/>
          </a:bodyPr>
          <a:lstStyle>
            <a:lvl1pPr algn="l">
              <a:lnSpc>
                <a:spcPct val="100000"/>
              </a:lnSpc>
              <a:defRPr sz="11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9A956B8-9269-4781-B622-9E9413DEA31B}"/>
              </a:ext>
            </a:extLst>
          </p:cNvPr>
          <p:cNvSpPr/>
          <p:nvPr userDrawn="1"/>
        </p:nvSpPr>
        <p:spPr>
          <a:xfrm>
            <a:off x="804826" y="3681071"/>
            <a:ext cx="2556000" cy="2556000"/>
          </a:xfrm>
          <a:prstGeom prst="ellipse">
            <a:avLst/>
          </a:prstGeom>
          <a:noFill/>
          <a:ln w="25400">
            <a:solidFill>
              <a:srgbClr val="33FF9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45720" rIns="3600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43B8A4DD-7249-34FC-083F-23D78C30C8EA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3198256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32E7FA9A-CA1A-CC04-64AE-84B32ECB28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8000" y="2079888"/>
            <a:ext cx="5220000" cy="32400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>
            <a:noAutofit/>
          </a:bodyPr>
          <a:lstStyle>
            <a:lvl1pPr>
              <a:lnSpc>
                <a:spcPct val="100000"/>
              </a:lnSpc>
              <a:defRPr sz="1600" b="0" i="0" spc="0">
                <a:solidFill>
                  <a:srgbClr val="00C08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6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err="1"/>
              <a:t>Subheader</a:t>
            </a:r>
            <a:r>
              <a:rPr lang="en-GB"/>
              <a:t> – Click to edit text</a:t>
            </a:r>
          </a:p>
        </p:txBody>
      </p:sp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EF97189D-6D3E-1772-59E7-375D5EC63D9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28000" y="3711560"/>
            <a:ext cx="5220000" cy="1948457"/>
          </a:xfrm>
        </p:spPr>
        <p:txBody>
          <a:bodyPr>
            <a:noAutofit/>
          </a:bodyPr>
          <a:lstStyle>
            <a:lvl1pPr marL="9525" indent="0">
              <a:lnSpc>
                <a:spcPct val="100000"/>
              </a:lnSpc>
              <a:tabLst/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text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F9F911-3326-D903-3A88-4CD3A48517AC}"/>
              </a:ext>
            </a:extLst>
          </p:cNvPr>
          <p:cNvSpPr/>
          <p:nvPr userDrawn="1"/>
        </p:nvSpPr>
        <p:spPr>
          <a:xfrm>
            <a:off x="7484665" y="1016000"/>
            <a:ext cx="7808118" cy="7808118"/>
          </a:xfrm>
          <a:prstGeom prst="ellipse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38100" dist="12700" dir="5400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Visuelt Pro Light" panose="020B03030402020401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3094270-2EAF-C2FD-D344-66558AC5EDFF}"/>
              </a:ext>
            </a:extLst>
          </p:cNvPr>
          <p:cNvSpPr/>
          <p:nvPr userDrawn="1"/>
        </p:nvSpPr>
        <p:spPr>
          <a:xfrm>
            <a:off x="7494495" y="2199233"/>
            <a:ext cx="1193893" cy="1193893"/>
          </a:xfrm>
          <a:prstGeom prst="ellipse">
            <a:avLst/>
          </a:prstGeom>
          <a:solidFill>
            <a:srgbClr val="00C08B"/>
          </a:solidFill>
          <a:ln>
            <a:noFill/>
          </a:ln>
          <a:effectLst>
            <a:outerShdw blurRad="63500" dist="2540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Visuelt Pro Light" panose="020B03030402020401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A4EC66-FD84-3ED4-B04F-A381D557A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2553724"/>
            <a:ext cx="5220568" cy="1008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B6C56385-660B-C7E0-A3CF-EEA29B2DBFD9}"/>
              </a:ext>
            </a:extLst>
          </p:cNvPr>
          <p:cNvSpPr txBox="1">
            <a:spLocks/>
          </p:cNvSpPr>
          <p:nvPr userDrawn="1"/>
        </p:nvSpPr>
        <p:spPr>
          <a:xfrm>
            <a:off x="432000" y="6336000"/>
            <a:ext cx="2047875" cy="360000"/>
          </a:xfrm>
          <a:prstGeom prst="rect">
            <a:avLst/>
          </a:prstGeom>
        </p:spPr>
        <p:txBody>
          <a:bodyPr lIns="36000" tIns="36000" rIns="36000" bIns="36000" anchor="ctr" anchorCtr="0"/>
          <a:lstStyle>
            <a:lvl1pPr marL="9525" indent="0" algn="r" defTabSz="914318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1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525" indent="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tabLst/>
              <a:defRPr sz="11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525" indent="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rgbClr val="33FF9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525" indent="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tabLst/>
              <a:defRPr sz="1100" b="0" i="1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0975" indent="-17145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Char char="•"/>
              <a:tabLst/>
              <a:defRPr sz="11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/>
              <a:t>© </a:t>
            </a:r>
            <a:r>
              <a:rPr lang="en-GB" err="1"/>
              <a:t>Ohpen</a:t>
            </a:r>
            <a:endParaRPr lang="en-SK"/>
          </a:p>
        </p:txBody>
      </p:sp>
      <p:sp>
        <p:nvSpPr>
          <p:cNvPr id="3" name="Text Placeholder 64">
            <a:extLst>
              <a:ext uri="{FF2B5EF4-FFF2-40B4-BE49-F238E27FC236}">
                <a16:creationId xmlns:a16="http://schemas.microsoft.com/office/drawing/2014/main" id="{D51F9974-DA87-495D-659A-EBE9BF0A1129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65279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C2E1F7-E536-1640-9F55-57B49B5D6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10620000" cy="5220000"/>
          </a:xfrm>
          <a:prstGeom prst="rect">
            <a:avLst/>
          </a:prstGeom>
        </p:spPr>
        <p:txBody>
          <a:bodyPr anchor="ctr" anchorCtr="1">
            <a:normAutofit/>
          </a:bodyPr>
          <a:lstStyle/>
          <a:p>
            <a:r>
              <a:rPr lang="en-GB"/>
              <a:t>Click to edit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6AE5BAB0-9BFC-C7CF-8B9C-EDFD3B1E1F13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156620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ED22F95-9061-DC64-EFDF-A2271BDA9218}"/>
              </a:ext>
            </a:extLst>
          </p:cNvPr>
          <p:cNvSpPr/>
          <p:nvPr userDrawn="1"/>
        </p:nvSpPr>
        <p:spPr>
          <a:xfrm flipV="1">
            <a:off x="-11805" y="4624245"/>
            <a:ext cx="12203805" cy="2233755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en-NL" sz="1400" b="0" i="0">
              <a:solidFill>
                <a:srgbClr val="1332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6046F21-475B-52B5-429E-2677E3712DC3}"/>
              </a:ext>
            </a:extLst>
          </p:cNvPr>
          <p:cNvSpPr/>
          <p:nvPr userDrawn="1"/>
        </p:nvSpPr>
        <p:spPr>
          <a:xfrm rot="16200000">
            <a:off x="4473011" y="-261144"/>
            <a:ext cx="3209467" cy="7885113"/>
          </a:xfrm>
          <a:prstGeom prst="roundRect">
            <a:avLst>
              <a:gd name="adj" fmla="val 8629"/>
            </a:avLst>
          </a:prstGeom>
          <a:solidFill>
            <a:srgbClr val="D9E1E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rgbClr val="13322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627B2-3B59-549F-E072-1A8CA059CD31}"/>
              </a:ext>
            </a:extLst>
          </p:cNvPr>
          <p:cNvCxnSpPr>
            <a:cxnSpLocks/>
          </p:cNvCxnSpPr>
          <p:nvPr userDrawn="1"/>
        </p:nvCxnSpPr>
        <p:spPr>
          <a:xfrm>
            <a:off x="6132513" y="2286695"/>
            <a:ext cx="0" cy="2808288"/>
          </a:xfrm>
          <a:prstGeom prst="line">
            <a:avLst/>
          </a:prstGeom>
          <a:ln w="12700">
            <a:solidFill>
              <a:srgbClr val="33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24">
            <a:extLst>
              <a:ext uri="{FF2B5EF4-FFF2-40B4-BE49-F238E27FC236}">
                <a16:creationId xmlns:a16="http://schemas.microsoft.com/office/drawing/2014/main" id="{2BEDD3AB-9B36-50A1-9CA0-92869D96C42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315386" y="1554840"/>
            <a:ext cx="1215293" cy="1216059"/>
          </a:xfrm>
          <a:prstGeom prst="ellipse">
            <a:avLst/>
          </a:prstGeom>
          <a:ln w="19050">
            <a:noFill/>
          </a:ln>
          <a:effectLst/>
        </p:spPr>
        <p:txBody>
          <a:bodyPr>
            <a:noAutofit/>
          </a:bodyPr>
          <a:lstStyle>
            <a:lvl1pPr>
              <a:lnSpc>
                <a:spcPct val="100000"/>
              </a:lnSpc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SK"/>
          </a:p>
        </p:txBody>
      </p:sp>
      <p:sp>
        <p:nvSpPr>
          <p:cNvPr id="13" name="Text Placeholder 75">
            <a:extLst>
              <a:ext uri="{FF2B5EF4-FFF2-40B4-BE49-F238E27FC236}">
                <a16:creationId xmlns:a16="http://schemas.microsoft.com/office/drawing/2014/main" id="{361A72C0-417A-C9C4-360F-16693A7DAD7A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556005" y="3013274"/>
            <a:ext cx="3081219" cy="56245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100"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endParaRPr lang="en-GB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7A7CC968-FCFC-AB7C-F2AE-35D13396F14B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2563236" y="3728686"/>
            <a:ext cx="3081209" cy="944140"/>
          </a:xfrm>
        </p:spPr>
        <p:txBody>
          <a:bodyPr>
            <a:noAutofit/>
          </a:bodyPr>
          <a:lstStyle>
            <a:lvl1pPr marL="9525" indent="0">
              <a:lnSpc>
                <a:spcPct val="100000"/>
              </a:lnSpc>
              <a:tabLst/>
              <a:defRPr sz="11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75">
            <a:extLst>
              <a:ext uri="{FF2B5EF4-FFF2-40B4-BE49-F238E27FC236}">
                <a16:creationId xmlns:a16="http://schemas.microsoft.com/office/drawing/2014/main" id="{D1359A46-CABE-C4C5-A150-874270A8399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413779" y="2327771"/>
            <a:ext cx="2541677" cy="34637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100"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F97F0CE7-5262-5453-540D-9457E3C5BC02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6413780" y="4847166"/>
            <a:ext cx="3179501" cy="243639"/>
          </a:xfrm>
        </p:spPr>
        <p:txBody>
          <a:bodyPr>
            <a:noAutofit/>
          </a:bodyPr>
          <a:lstStyle>
            <a:lvl1pPr marL="9525" indent="0">
              <a:lnSpc>
                <a:spcPct val="100000"/>
              </a:lnSpc>
              <a:tabLst/>
              <a:defRPr sz="1100"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0E9822B0-2AB2-386A-26CE-B6D477B6EB8D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413780" y="4163663"/>
            <a:ext cx="3179501" cy="243639"/>
          </a:xfrm>
        </p:spPr>
        <p:txBody>
          <a:bodyPr>
            <a:noAutofit/>
          </a:bodyPr>
          <a:lstStyle>
            <a:lvl1pPr marL="9525" indent="0">
              <a:lnSpc>
                <a:spcPct val="100000"/>
              </a:lnSpc>
              <a:tabLst/>
              <a:defRPr sz="1100"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56F5068F-74E2-0039-F491-4C8A0A613F76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6413780" y="3485047"/>
            <a:ext cx="3179501" cy="243639"/>
          </a:xfrm>
        </p:spPr>
        <p:txBody>
          <a:bodyPr>
            <a:noAutofit/>
          </a:bodyPr>
          <a:lstStyle>
            <a:lvl1pPr marL="9525" indent="0">
              <a:lnSpc>
                <a:spcPct val="100000"/>
              </a:lnSpc>
              <a:tabLst/>
              <a:defRPr sz="1100" b="1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6772D7AF-719B-9C58-2F30-A6C1A889D606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413780" y="2759183"/>
            <a:ext cx="3179501" cy="243639"/>
          </a:xfrm>
        </p:spPr>
        <p:txBody>
          <a:bodyPr>
            <a:noAutofit/>
          </a:bodyPr>
          <a:lstStyle>
            <a:lvl1pPr marL="9525" indent="0">
              <a:lnSpc>
                <a:spcPct val="100000"/>
              </a:lnSpc>
              <a:tabLst/>
              <a:defRPr sz="11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Position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F02E24-7EE0-8587-9D73-413E8BFF75D1}"/>
              </a:ext>
            </a:extLst>
          </p:cNvPr>
          <p:cNvSpPr>
            <a:spLocks noChangeAspect="1"/>
          </p:cNvSpPr>
          <p:nvPr userDrawn="1"/>
        </p:nvSpPr>
        <p:spPr>
          <a:xfrm>
            <a:off x="9113032" y="1352869"/>
            <a:ext cx="1620000" cy="1620000"/>
          </a:xfrm>
          <a:prstGeom prst="ellipse">
            <a:avLst/>
          </a:prstGeom>
          <a:noFill/>
          <a:ln w="25400">
            <a:solidFill>
              <a:srgbClr val="33FF9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45720" rIns="36000" bIns="4572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SK" sz="14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7A5A220-ECE1-7C67-955C-DD89CC210071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413779" y="3200478"/>
            <a:ext cx="3179501" cy="243639"/>
          </a:xfrm>
        </p:spPr>
        <p:txBody>
          <a:bodyPr>
            <a:noAutofit/>
          </a:bodyPr>
          <a:lstStyle>
            <a:lvl1pPr marL="9525" indent="0">
              <a:lnSpc>
                <a:spcPct val="100000"/>
              </a:lnSpc>
              <a:tabLst/>
              <a:defRPr sz="11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Email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236A6F59-42EE-6785-DFDE-D2D74139AF2D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413779" y="3887717"/>
            <a:ext cx="3179501" cy="243639"/>
          </a:xfrm>
        </p:spPr>
        <p:txBody>
          <a:bodyPr>
            <a:noAutofit/>
          </a:bodyPr>
          <a:lstStyle>
            <a:lvl1pPr marL="9525" indent="0">
              <a:lnSpc>
                <a:spcPct val="100000"/>
              </a:lnSpc>
              <a:tabLst/>
              <a:defRPr sz="11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Website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4DC8731D-BAFD-D674-9F77-74A19673AF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413779" y="4575313"/>
            <a:ext cx="3179501" cy="243639"/>
          </a:xfrm>
        </p:spPr>
        <p:txBody>
          <a:bodyPr>
            <a:noAutofit/>
          </a:bodyPr>
          <a:lstStyle>
            <a:lvl1pPr marL="9525" indent="0">
              <a:lnSpc>
                <a:spcPct val="100000"/>
              </a:lnSpc>
              <a:tabLst/>
              <a:defRPr sz="1100" b="0" i="0">
                <a:solidFill>
                  <a:srgbClr val="13322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Linkedin</a:t>
            </a:r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CB6297-3CB7-550B-E108-29C9EB690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0" y="1008000"/>
            <a:ext cx="5232563" cy="1008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SK"/>
          </a:p>
        </p:txBody>
      </p:sp>
      <p:sp>
        <p:nvSpPr>
          <p:cNvPr id="2" name="Text Placeholder 64">
            <a:extLst>
              <a:ext uri="{FF2B5EF4-FFF2-40B4-BE49-F238E27FC236}">
                <a16:creationId xmlns:a16="http://schemas.microsoft.com/office/drawing/2014/main" id="{281DC4ED-C016-0973-1BEE-AE10539AF188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828000" y="288000"/>
            <a:ext cx="7843612" cy="360000"/>
          </a:xfrm>
        </p:spPr>
        <p:txBody>
          <a:bodyPr anchor="ctr" anchorCtr="0"/>
          <a:lstStyle>
            <a:lvl1pPr>
              <a:defRPr b="1" i="1" baseline="0">
                <a:latin typeface="+mn-lt"/>
              </a:defRPr>
            </a:lvl1pPr>
          </a:lstStyle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add presentation title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2656705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3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4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29" Type="http://schemas.openxmlformats.org/officeDocument/2006/relationships/image" Target="../media/image4.sv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image" Target="../media/image3.png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5CF05E6-4BC9-D503-5286-951F4AD3C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8000" y="2879999"/>
            <a:ext cx="3863063" cy="33480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GB"/>
              <a:t>Body text</a:t>
            </a:r>
          </a:p>
          <a:p>
            <a:pPr lvl="1"/>
            <a:r>
              <a:rPr lang="en-GB"/>
              <a:t>Body text headline</a:t>
            </a:r>
          </a:p>
          <a:p>
            <a:pPr lvl="2"/>
            <a:r>
              <a:rPr lang="en-GB" err="1"/>
              <a:t>Subheadline</a:t>
            </a:r>
            <a:endParaRPr lang="en-GB"/>
          </a:p>
          <a:p>
            <a:pPr lvl="3"/>
            <a:r>
              <a:rPr lang="en-GB"/>
              <a:t>Cursive text</a:t>
            </a:r>
          </a:p>
          <a:p>
            <a:pPr lvl="4"/>
            <a:r>
              <a:rPr lang="en-GB"/>
              <a:t>Body text with bullet</a:t>
            </a:r>
            <a:endParaRPr lang="en-SK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B88E0A04-AE68-57EA-CDC1-C9DF4BC75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258260"/>
            <a:ext cx="10620000" cy="1296000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r>
              <a:rPr lang="en-GB"/>
              <a:t>Click to edit Master title</a:t>
            </a:r>
            <a:endParaRPr lang="en-SK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FF1FCFF-1D51-3984-5331-DDAB3E7555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00000" y="288615"/>
            <a:ext cx="9276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9967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73" r:id="rId1"/>
    <p:sldLayoutId id="2147484033" r:id="rId2"/>
    <p:sldLayoutId id="2147484417" r:id="rId3"/>
  </p:sldLayoutIdLst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hf hdr="0" ftr="0"/>
  <p:txStyles>
    <p:titleStyle>
      <a:lvl1pPr algn="l" defTabSz="914318" rtl="0" eaLnBrk="1" latinLnBrk="0" hangingPunct="1">
        <a:lnSpc>
          <a:spcPct val="100000"/>
        </a:lnSpc>
        <a:spcBef>
          <a:spcPct val="0"/>
        </a:spcBef>
        <a:buNone/>
        <a:defRPr sz="4400" b="1" i="0" kern="1200" spc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9525" indent="0" algn="l" defTabSz="914318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100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525" indent="0" algn="l" defTabSz="914318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None/>
        <a:tabLst/>
        <a:defRPr sz="1100" b="1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525" indent="0" algn="l" defTabSz="914318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None/>
        <a:tabLst/>
        <a:defRPr sz="1400" b="0" i="0" kern="1200" baseline="0">
          <a:solidFill>
            <a:srgbClr val="00C08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525" indent="0" algn="l" defTabSz="914318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None/>
        <a:tabLst/>
        <a:defRPr sz="1100" b="0" i="1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0975" indent="-171450" algn="l" defTabSz="914318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Char char="•"/>
        <a:tabLst/>
        <a:defRPr sz="1100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37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3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92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50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36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94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53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12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71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7151" userDrawn="1">
          <p15:clr>
            <a:srgbClr val="F26B43"/>
          </p15:clr>
        </p15:guide>
        <p15:guide id="27" orient="horz" pos="3929" userDrawn="1">
          <p15:clr>
            <a:srgbClr val="F26B43"/>
          </p15:clr>
        </p15:guide>
        <p15:guide id="28" pos="506" userDrawn="1">
          <p15:clr>
            <a:srgbClr val="F26B43"/>
          </p15:clr>
        </p15:guide>
        <p15:guide id="45" pos="7680">
          <p15:clr>
            <a:srgbClr val="F26B43"/>
          </p15:clr>
        </p15:guide>
        <p15:guide id="48" pos="2184" userDrawn="1">
          <p15:clr>
            <a:srgbClr val="F26B43"/>
          </p15:clr>
        </p15:guide>
        <p15:guide id="51" orient="horz" pos="640" userDrawn="1">
          <p15:clr>
            <a:srgbClr val="F26B43"/>
          </p15:clr>
        </p15:guide>
        <p15:guide id="52" pos="1345" userDrawn="1">
          <p15:clr>
            <a:srgbClr val="F26B43"/>
          </p15:clr>
        </p15:guide>
        <p15:guide id="53" pos="3024" userDrawn="1">
          <p15:clr>
            <a:srgbClr val="F26B43"/>
          </p15:clr>
        </p15:guide>
        <p15:guide id="54" pos="3863" userDrawn="1">
          <p15:clr>
            <a:srgbClr val="F26B43"/>
          </p15:clr>
        </p15:guide>
        <p15:guide id="55" pos="4702" userDrawn="1">
          <p15:clr>
            <a:srgbClr val="F26B43"/>
          </p15:clr>
        </p15:guide>
        <p15:guide id="56" pos="5541" userDrawn="1">
          <p15:clr>
            <a:srgbClr val="F26B43"/>
          </p15:clr>
        </p15:guide>
        <p15:guide id="57" pos="6380" userDrawn="1">
          <p15:clr>
            <a:srgbClr val="F26B43"/>
          </p15:clr>
        </p15:guide>
        <p15:guide id="58" pos="4634" userDrawn="1">
          <p15:clr>
            <a:srgbClr val="F26B43"/>
          </p15:clr>
        </p15:guide>
        <p15:guide id="59" pos="5473" userDrawn="1">
          <p15:clr>
            <a:srgbClr val="F26B43"/>
          </p15:clr>
        </p15:guide>
        <p15:guide id="60" pos="6312" userDrawn="1">
          <p15:clr>
            <a:srgbClr val="F26B43"/>
          </p15:clr>
        </p15:guide>
        <p15:guide id="61" pos="3795" userDrawn="1">
          <p15:clr>
            <a:srgbClr val="F26B43"/>
          </p15:clr>
        </p15:guide>
        <p15:guide id="62" pos="2955" userDrawn="1">
          <p15:clr>
            <a:srgbClr val="F26B43"/>
          </p15:clr>
        </p15:guide>
        <p15:guide id="63" pos="2116" userDrawn="1">
          <p15:clr>
            <a:srgbClr val="F26B43"/>
          </p15:clr>
        </p15:guide>
        <p15:guide id="64" pos="1277" userDrawn="1">
          <p15:clr>
            <a:srgbClr val="F26B43"/>
          </p15:clr>
        </p15:guide>
        <p15:guide id="65" orient="horz" pos="2319" userDrawn="1">
          <p15:clr>
            <a:srgbClr val="F26B43"/>
          </p15:clr>
        </p15:guide>
        <p15:guide id="66" orient="horz" pos="225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842EDAE-C559-716B-3FEA-5B942D953545}"/>
              </a:ext>
            </a:extLst>
          </p:cNvPr>
          <p:cNvCxnSpPr>
            <a:cxnSpLocks/>
          </p:cNvCxnSpPr>
          <p:nvPr userDrawn="1"/>
        </p:nvCxnSpPr>
        <p:spPr>
          <a:xfrm>
            <a:off x="444000" y="729574"/>
            <a:ext cx="11304000" cy="0"/>
          </a:xfrm>
          <a:prstGeom prst="line">
            <a:avLst/>
          </a:prstGeom>
          <a:ln w="12700">
            <a:solidFill>
              <a:srgbClr val="33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F9CCD6-CC49-3A06-9EF5-DC6488D45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8000" y="2880000"/>
            <a:ext cx="3863063" cy="33480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GB"/>
              <a:t>Body text</a:t>
            </a:r>
          </a:p>
          <a:p>
            <a:pPr lvl="1"/>
            <a:r>
              <a:rPr lang="en-GB"/>
              <a:t>Body text headline</a:t>
            </a:r>
          </a:p>
          <a:p>
            <a:pPr lvl="2"/>
            <a:r>
              <a:rPr lang="en-GB" err="1"/>
              <a:t>Subheadline</a:t>
            </a:r>
            <a:endParaRPr lang="en-GB"/>
          </a:p>
          <a:p>
            <a:pPr lvl="3"/>
            <a:r>
              <a:rPr lang="en-GB"/>
              <a:t>Cursive text</a:t>
            </a:r>
          </a:p>
          <a:p>
            <a:pPr lvl="4"/>
            <a:r>
              <a:rPr lang="en-GB"/>
              <a:t>Body text with bullet</a:t>
            </a:r>
            <a:endParaRPr lang="en-SK"/>
          </a:p>
        </p:txBody>
      </p:sp>
      <p:sp>
        <p:nvSpPr>
          <p:cNvPr id="14" name="Title Placeholder 13">
            <a:extLst>
              <a:ext uri="{FF2B5EF4-FFF2-40B4-BE49-F238E27FC236}">
                <a16:creationId xmlns:a16="http://schemas.microsoft.com/office/drawing/2014/main" id="{CFA3E293-1B0C-B857-4EB6-DBA7ADA88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10524213" cy="1008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7E5880B2-75FE-D35E-2F45-096ACB15672B}"/>
              </a:ext>
            </a:extLst>
          </p:cNvPr>
          <p:cNvSpPr txBox="1">
            <a:spLocks/>
          </p:cNvSpPr>
          <p:nvPr userDrawn="1"/>
        </p:nvSpPr>
        <p:spPr>
          <a:xfrm>
            <a:off x="444000" y="288000"/>
            <a:ext cx="504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defPPr>
              <a:defRPr lang="en-US"/>
            </a:defPPr>
            <a:lvl1pPr marL="0" algn="ctr" defTabSz="914330" rtl="0" eaLnBrk="1" latinLnBrk="0" hangingPunct="1">
              <a:defRPr lang="en-US" sz="1000" b="0" i="0" kern="1200" baseline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fld id="{4C30C8C0-6A1E-48E4-9187-E9BE19A32709}" type="slidenum">
              <a:rPr lang="en-SK" sz="1100" smtClean="0">
                <a:solidFill>
                  <a:schemeClr val="tx1"/>
                </a:solidFill>
              </a:rPr>
              <a:pPr algn="l">
                <a:lnSpc>
                  <a:spcPct val="100000"/>
                </a:lnSpc>
              </a:pPr>
              <a:t>‹#›</a:t>
            </a:fld>
            <a:endParaRPr lang="en-SK" sz="1100">
              <a:solidFill>
                <a:schemeClr val="tx1"/>
              </a:solidFill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C485FBD-714A-0B56-717C-27A7F0F33F4E}"/>
              </a:ext>
            </a:extLst>
          </p:cNvPr>
          <p:cNvSpPr txBox="1">
            <a:spLocks/>
          </p:cNvSpPr>
          <p:nvPr userDrawn="1"/>
        </p:nvSpPr>
        <p:spPr>
          <a:xfrm>
            <a:off x="432000" y="6336000"/>
            <a:ext cx="1861705" cy="360000"/>
          </a:xfrm>
          <a:prstGeom prst="rect">
            <a:avLst/>
          </a:prstGeom>
        </p:spPr>
        <p:txBody>
          <a:bodyPr lIns="36000" tIns="36000" rIns="36000" bIns="36000" anchor="ctr" anchorCtr="0"/>
          <a:lstStyle>
            <a:lvl1pPr marL="9525" indent="0" algn="r" defTabSz="914318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1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525" indent="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tabLst/>
              <a:defRPr sz="11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525" indent="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rgbClr val="33FF9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525" indent="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None/>
              <a:tabLst/>
              <a:defRPr sz="1100" b="0" i="1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0975" indent="-171450" algn="l" defTabSz="914318" rtl="0" eaLnBrk="1" latinLnBrk="0" hangingPunct="1">
              <a:lnSpc>
                <a:spcPct val="100000"/>
              </a:lnSpc>
              <a:spcBef>
                <a:spcPts val="499"/>
              </a:spcBef>
              <a:buFont typeface="Arial" panose="020B0604020202020204" pitchFamily="34" charset="0"/>
              <a:buChar char="•"/>
              <a:tabLst/>
              <a:defRPr sz="1100" b="0" i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37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34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92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50" indent="-22858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/>
              <a:t>© </a:t>
            </a:r>
            <a:r>
              <a:rPr lang="en-GB" err="1"/>
              <a:t>Ohpen</a:t>
            </a:r>
            <a:endParaRPr lang="en-SK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0EA164E-E31E-C43D-7753-06D342A5E6FF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800000" y="288615"/>
            <a:ext cx="9276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184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2" r:id="rId1"/>
    <p:sldLayoutId id="2147484344" r:id="rId2"/>
    <p:sldLayoutId id="2147484337" r:id="rId3"/>
    <p:sldLayoutId id="2147484352" r:id="rId4"/>
    <p:sldLayoutId id="2147484368" r:id="rId5"/>
    <p:sldLayoutId id="2147484345" r:id="rId6"/>
    <p:sldLayoutId id="2147484346" r:id="rId7"/>
    <p:sldLayoutId id="2147484347" r:id="rId8"/>
    <p:sldLayoutId id="2147484356" r:id="rId9"/>
    <p:sldLayoutId id="2147484350" r:id="rId10"/>
    <p:sldLayoutId id="2147484349" r:id="rId11"/>
    <p:sldLayoutId id="2147484365" r:id="rId12"/>
    <p:sldLayoutId id="2147484353" r:id="rId13"/>
    <p:sldLayoutId id="2147484370" r:id="rId14"/>
    <p:sldLayoutId id="2147484364" r:id="rId15"/>
    <p:sldLayoutId id="2147484355" r:id="rId16"/>
    <p:sldLayoutId id="2147484357" r:id="rId17"/>
    <p:sldLayoutId id="2147484359" r:id="rId18"/>
    <p:sldLayoutId id="2147484354" r:id="rId19"/>
    <p:sldLayoutId id="2147484369" r:id="rId20"/>
    <p:sldLayoutId id="2147484363" r:id="rId21"/>
    <p:sldLayoutId id="2147484371" r:id="rId22"/>
    <p:sldLayoutId id="2147484351" r:id="rId23"/>
    <p:sldLayoutId id="2147484339" r:id="rId24"/>
    <p:sldLayoutId id="2147484340" r:id="rId25"/>
    <p:sldLayoutId id="2147484366" r:id="rId26"/>
  </p:sldLayoutIdLst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hf hdr="0" ftr="0"/>
  <p:txStyles>
    <p:titleStyle>
      <a:lvl1pPr algn="l" defTabSz="914318" rtl="0" eaLnBrk="1" latinLnBrk="0" hangingPunct="1">
        <a:lnSpc>
          <a:spcPct val="100000"/>
        </a:lnSpc>
        <a:spcBef>
          <a:spcPct val="0"/>
        </a:spcBef>
        <a:buNone/>
        <a:defRPr sz="2800" b="1" i="0" kern="1200" spc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0" indent="0" algn="l" defTabSz="914318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tabLst/>
        <a:defRPr sz="1100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0" indent="0" algn="l" defTabSz="914318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tabLst/>
        <a:defRPr sz="1100" b="1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0" indent="0" algn="l" defTabSz="914318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tabLst/>
        <a:defRPr sz="1400" b="0" i="0" kern="1200" baseline="0">
          <a:solidFill>
            <a:srgbClr val="00C08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0" indent="0" algn="l" defTabSz="914318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tabLst/>
        <a:defRPr sz="1100" b="0" i="1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0" indent="-171450" algn="l" defTabSz="914318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tabLst/>
        <a:defRPr sz="1100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37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3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92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50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36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94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53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12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71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7151" userDrawn="1">
          <p15:clr>
            <a:srgbClr val="F26B43"/>
          </p15:clr>
        </p15:guide>
        <p15:guide id="27" orient="horz" pos="3929" userDrawn="1">
          <p15:clr>
            <a:srgbClr val="F26B43"/>
          </p15:clr>
        </p15:guide>
        <p15:guide id="28" pos="506" userDrawn="1">
          <p15:clr>
            <a:srgbClr val="F26B43"/>
          </p15:clr>
        </p15:guide>
        <p15:guide id="45" pos="7680">
          <p15:clr>
            <a:srgbClr val="F26B43"/>
          </p15:clr>
        </p15:guide>
        <p15:guide id="48" pos="2184" userDrawn="1">
          <p15:clr>
            <a:srgbClr val="F26B43"/>
          </p15:clr>
        </p15:guide>
        <p15:guide id="51" orient="horz" pos="640" userDrawn="1">
          <p15:clr>
            <a:srgbClr val="F26B43"/>
          </p15:clr>
        </p15:guide>
        <p15:guide id="52" pos="1345" userDrawn="1">
          <p15:clr>
            <a:srgbClr val="F26B43"/>
          </p15:clr>
        </p15:guide>
        <p15:guide id="53" pos="3024" userDrawn="1">
          <p15:clr>
            <a:srgbClr val="F26B43"/>
          </p15:clr>
        </p15:guide>
        <p15:guide id="54" pos="3863" userDrawn="1">
          <p15:clr>
            <a:srgbClr val="F26B43"/>
          </p15:clr>
        </p15:guide>
        <p15:guide id="55" pos="4702" userDrawn="1">
          <p15:clr>
            <a:srgbClr val="F26B43"/>
          </p15:clr>
        </p15:guide>
        <p15:guide id="56" pos="5541" userDrawn="1">
          <p15:clr>
            <a:srgbClr val="F26B43"/>
          </p15:clr>
        </p15:guide>
        <p15:guide id="57" pos="6380" userDrawn="1">
          <p15:clr>
            <a:srgbClr val="F26B43"/>
          </p15:clr>
        </p15:guide>
        <p15:guide id="58" pos="4634" userDrawn="1">
          <p15:clr>
            <a:srgbClr val="F26B43"/>
          </p15:clr>
        </p15:guide>
        <p15:guide id="59" pos="5473" userDrawn="1">
          <p15:clr>
            <a:srgbClr val="F26B43"/>
          </p15:clr>
        </p15:guide>
        <p15:guide id="60" pos="6312" userDrawn="1">
          <p15:clr>
            <a:srgbClr val="F26B43"/>
          </p15:clr>
        </p15:guide>
        <p15:guide id="61" pos="3795" userDrawn="1">
          <p15:clr>
            <a:srgbClr val="F26B43"/>
          </p15:clr>
        </p15:guide>
        <p15:guide id="62" pos="2955" userDrawn="1">
          <p15:clr>
            <a:srgbClr val="F26B43"/>
          </p15:clr>
        </p15:guide>
        <p15:guide id="63" pos="2116" userDrawn="1">
          <p15:clr>
            <a:srgbClr val="F26B43"/>
          </p15:clr>
        </p15:guide>
        <p15:guide id="64" pos="1277" userDrawn="1">
          <p15:clr>
            <a:srgbClr val="F26B43"/>
          </p15:clr>
        </p15:guide>
        <p15:guide id="65" orient="horz" pos="2319" userDrawn="1">
          <p15:clr>
            <a:srgbClr val="F26B43"/>
          </p15:clr>
        </p15:guide>
        <p15:guide id="66" orient="horz" pos="2251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F9CCD6-CC49-3A06-9EF5-DC6488D45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8000" y="2880000"/>
            <a:ext cx="3887788" cy="3348000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GB"/>
              <a:t>Body text</a:t>
            </a:r>
          </a:p>
          <a:p>
            <a:pPr lvl="1"/>
            <a:r>
              <a:rPr lang="en-GB"/>
              <a:t>Body text headline</a:t>
            </a:r>
          </a:p>
          <a:p>
            <a:pPr lvl="2"/>
            <a:r>
              <a:rPr lang="en-GB" err="1"/>
              <a:t>Subheadline</a:t>
            </a:r>
            <a:endParaRPr lang="en-GB"/>
          </a:p>
          <a:p>
            <a:pPr lvl="3"/>
            <a:r>
              <a:rPr lang="en-GB"/>
              <a:t>Cursive text</a:t>
            </a:r>
          </a:p>
          <a:p>
            <a:pPr lvl="4"/>
            <a:r>
              <a:rPr lang="en-GB"/>
              <a:t>Body text with bullet</a:t>
            </a:r>
            <a:endParaRPr lang="en-SK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F6BBDC-9B16-7015-F150-801D5CFB78CD}"/>
              </a:ext>
            </a:extLst>
          </p:cNvPr>
          <p:cNvCxnSpPr>
            <a:cxnSpLocks/>
          </p:cNvCxnSpPr>
          <p:nvPr userDrawn="1"/>
        </p:nvCxnSpPr>
        <p:spPr>
          <a:xfrm>
            <a:off x="444000" y="729574"/>
            <a:ext cx="11304000" cy="0"/>
          </a:xfrm>
          <a:prstGeom prst="line">
            <a:avLst/>
          </a:prstGeom>
          <a:ln w="12700">
            <a:solidFill>
              <a:srgbClr val="33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0C4E6FB3-8F55-74C4-69BB-EA644168B50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00000" y="288615"/>
            <a:ext cx="927692" cy="360000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2C544E9E-1E70-57B7-2648-C60D17864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08000"/>
            <a:ext cx="10524213" cy="1008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rmAutofit/>
          </a:bodyPr>
          <a:lstStyle/>
          <a:p>
            <a:r>
              <a:rPr lang="en-GB"/>
              <a:t>Click to edit Master title</a:t>
            </a:r>
            <a:endParaRPr lang="en-SK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2966731D-F94A-F1D2-C862-E244A6AA3DF4}"/>
              </a:ext>
            </a:extLst>
          </p:cNvPr>
          <p:cNvSpPr txBox="1">
            <a:spLocks/>
          </p:cNvSpPr>
          <p:nvPr userDrawn="1"/>
        </p:nvSpPr>
        <p:spPr>
          <a:xfrm>
            <a:off x="444000" y="288000"/>
            <a:ext cx="504000" cy="360000"/>
          </a:xfrm>
          <a:prstGeom prst="rect">
            <a:avLst/>
          </a:prstGeom>
        </p:spPr>
        <p:txBody>
          <a:bodyPr vert="horz" lIns="36000" tIns="36000" rIns="36000" bIns="36000" rtlCol="0" anchor="ctr">
            <a:noAutofit/>
          </a:bodyPr>
          <a:lstStyle>
            <a:defPPr>
              <a:defRPr lang="en-US"/>
            </a:defPPr>
            <a:lvl1pPr marL="0" algn="ctr" defTabSz="914330" rtl="0" eaLnBrk="1" latinLnBrk="0" hangingPunct="1">
              <a:defRPr lang="en-US" sz="1000" b="0" i="0" kern="1200" baseline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fld id="{4C30C8C0-6A1E-48E4-9187-E9BE19A32709}" type="slidenum">
              <a:rPr lang="en-SK" sz="1100" smtClean="0">
                <a:solidFill>
                  <a:schemeClr val="tx1"/>
                </a:solidFill>
              </a:rPr>
              <a:pPr algn="l">
                <a:lnSpc>
                  <a:spcPct val="100000"/>
                </a:lnSpc>
              </a:pPr>
              <a:t>‹#›</a:t>
            </a:fld>
            <a:endParaRPr lang="en-SK" sz="1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9033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11" r:id="rId1"/>
    <p:sldLayoutId id="2147484414" r:id="rId2"/>
    <p:sldLayoutId id="2147484415" r:id="rId3"/>
  </p:sldLayoutIdLst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  <p:hf hdr="0" ftr="0"/>
  <p:txStyles>
    <p:titleStyle>
      <a:lvl1pPr algn="l" defTabSz="914318" rtl="0" eaLnBrk="1" latinLnBrk="0" hangingPunct="1">
        <a:lnSpc>
          <a:spcPct val="100000"/>
        </a:lnSpc>
        <a:spcBef>
          <a:spcPct val="0"/>
        </a:spcBef>
        <a:buNone/>
        <a:defRPr sz="2800" b="1" i="0" kern="1200" spc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9525" indent="0" algn="l" defTabSz="914318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100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525" indent="0" algn="l" defTabSz="914318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None/>
        <a:tabLst/>
        <a:defRPr sz="1100" b="1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525" indent="0" algn="l" defTabSz="914318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None/>
        <a:tabLst/>
        <a:defRPr sz="1400" b="0" i="0" kern="1200" baseline="0">
          <a:solidFill>
            <a:srgbClr val="00C08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525" indent="0" algn="l" defTabSz="914318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None/>
        <a:tabLst/>
        <a:defRPr sz="1100" b="0" i="1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0975" indent="-171450" algn="l" defTabSz="914318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Char char="•"/>
        <a:tabLst/>
        <a:defRPr sz="1100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37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3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92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50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36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94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53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12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71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7151" userDrawn="1">
          <p15:clr>
            <a:srgbClr val="F26B43"/>
          </p15:clr>
        </p15:guide>
        <p15:guide id="27" orient="horz" pos="3929" userDrawn="1">
          <p15:clr>
            <a:srgbClr val="F26B43"/>
          </p15:clr>
        </p15:guide>
        <p15:guide id="28" pos="506" userDrawn="1">
          <p15:clr>
            <a:srgbClr val="F26B43"/>
          </p15:clr>
        </p15:guide>
        <p15:guide id="45" pos="7680">
          <p15:clr>
            <a:srgbClr val="F26B43"/>
          </p15:clr>
        </p15:guide>
        <p15:guide id="48" pos="2184" userDrawn="1">
          <p15:clr>
            <a:srgbClr val="F26B43"/>
          </p15:clr>
        </p15:guide>
        <p15:guide id="51" orient="horz" pos="640" userDrawn="1">
          <p15:clr>
            <a:srgbClr val="F26B43"/>
          </p15:clr>
        </p15:guide>
        <p15:guide id="52" pos="1345" userDrawn="1">
          <p15:clr>
            <a:srgbClr val="F26B43"/>
          </p15:clr>
        </p15:guide>
        <p15:guide id="53" pos="3024" userDrawn="1">
          <p15:clr>
            <a:srgbClr val="F26B43"/>
          </p15:clr>
        </p15:guide>
        <p15:guide id="54" pos="3863" userDrawn="1">
          <p15:clr>
            <a:srgbClr val="F26B43"/>
          </p15:clr>
        </p15:guide>
        <p15:guide id="55" pos="4702" userDrawn="1">
          <p15:clr>
            <a:srgbClr val="F26B43"/>
          </p15:clr>
        </p15:guide>
        <p15:guide id="56" pos="5541" userDrawn="1">
          <p15:clr>
            <a:srgbClr val="F26B43"/>
          </p15:clr>
        </p15:guide>
        <p15:guide id="57" pos="6380" userDrawn="1">
          <p15:clr>
            <a:srgbClr val="F26B43"/>
          </p15:clr>
        </p15:guide>
        <p15:guide id="58" pos="4634" userDrawn="1">
          <p15:clr>
            <a:srgbClr val="F26B43"/>
          </p15:clr>
        </p15:guide>
        <p15:guide id="59" pos="5473" userDrawn="1">
          <p15:clr>
            <a:srgbClr val="F26B43"/>
          </p15:clr>
        </p15:guide>
        <p15:guide id="60" pos="6312" userDrawn="1">
          <p15:clr>
            <a:srgbClr val="F26B43"/>
          </p15:clr>
        </p15:guide>
        <p15:guide id="61" pos="3795" userDrawn="1">
          <p15:clr>
            <a:srgbClr val="F26B43"/>
          </p15:clr>
        </p15:guide>
        <p15:guide id="62" pos="2955" userDrawn="1">
          <p15:clr>
            <a:srgbClr val="F26B43"/>
          </p15:clr>
        </p15:guide>
        <p15:guide id="63" pos="2116" userDrawn="1">
          <p15:clr>
            <a:srgbClr val="F26B43"/>
          </p15:clr>
        </p15:guide>
        <p15:guide id="64" pos="1277" userDrawn="1">
          <p15:clr>
            <a:srgbClr val="F26B43"/>
          </p15:clr>
        </p15:guide>
        <p15:guide id="65" orient="horz" pos="2319" userDrawn="1">
          <p15:clr>
            <a:srgbClr val="F26B43"/>
          </p15:clr>
        </p15:guide>
        <p15:guide id="66" orient="horz" pos="225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2C504-EA1A-59C1-AD9B-03EEC65826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36000" tIns="36000" rIns="36000" bIns="36000" rtlCol="0" anchor="t">
            <a:noAutofit/>
          </a:bodyPr>
          <a:lstStyle/>
          <a:p>
            <a:r>
              <a:rPr lang="en-SK">
                <a:latin typeface="Arial"/>
                <a:cs typeface="Arial"/>
              </a:rPr>
              <a:t>ECR,ECS,EKS,Fargate,AppRunner</a:t>
            </a:r>
            <a:endParaRPr lang="en-S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D807B4-EFBF-E399-7C81-A74810167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K">
                <a:latin typeface="Arial"/>
                <a:cs typeface="Arial"/>
              </a:rPr>
              <a:t>Containers @ AWS</a:t>
            </a:r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15847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6C797-0ADE-85DD-83CC-390B1D86A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273416"/>
            <a:ext cx="10524213" cy="1008000"/>
          </a:xfrm>
        </p:spPr>
        <p:txBody>
          <a:bodyPr/>
          <a:lstStyle/>
          <a:p>
            <a:r>
              <a:rPr lang="en-GB">
                <a:latin typeface="Arial"/>
                <a:cs typeface="Arial"/>
              </a:rPr>
              <a:t>Problem?</a:t>
            </a:r>
            <a:br>
              <a:rPr lang="en-GB">
                <a:latin typeface="Arial"/>
                <a:cs typeface="Arial"/>
              </a:rPr>
            </a:br>
            <a:br>
              <a:rPr lang="en-GB">
                <a:latin typeface="Arial"/>
                <a:cs typeface="Arial"/>
              </a:rPr>
            </a:br>
            <a:br>
              <a:rPr lang="en-GB">
                <a:latin typeface="Arial"/>
                <a:cs typeface="Arial"/>
              </a:rPr>
            </a:br>
            <a:br>
              <a:rPr lang="en-GB">
                <a:latin typeface="Arial"/>
                <a:cs typeface="Arial"/>
              </a:rPr>
            </a:br>
            <a:br>
              <a:rPr lang="en-GB">
                <a:latin typeface="Arial"/>
                <a:cs typeface="Arial"/>
              </a:rPr>
            </a:br>
            <a:br>
              <a:rPr lang="en-GB">
                <a:latin typeface="Arial"/>
                <a:cs typeface="Arial"/>
              </a:rPr>
            </a:br>
            <a:br>
              <a:rPr lang="en-GB">
                <a:latin typeface="Arial"/>
                <a:cs typeface="Arial"/>
              </a:rPr>
            </a:br>
            <a:br>
              <a:rPr lang="en-GB">
                <a:latin typeface="Arial"/>
                <a:cs typeface="Arial"/>
              </a:rPr>
            </a:br>
            <a:br>
              <a:rPr lang="en-GB">
                <a:latin typeface="Arial"/>
                <a:cs typeface="Arial"/>
              </a:rPr>
            </a:br>
            <a:r>
              <a:rPr lang="en-GB">
                <a:latin typeface="Arial"/>
                <a:cs typeface="Arial"/>
              </a:rPr>
              <a:t>Solution!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5AF3C-396B-03BE-5E54-E4177DA1CE20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cs typeface="Arial"/>
              </a:rPr>
              <a:t>Containers @ AWS</a:t>
            </a:r>
            <a:endParaRPr lang="en-GB" b="0" i="0">
              <a:ea typeface="+mn-lt"/>
              <a:cs typeface="Arial"/>
            </a:endParaRPr>
          </a:p>
          <a:p>
            <a:endParaRPr lang="en-GB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0EDAC41-CF50-D221-AE64-D5062F089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940" y="808902"/>
            <a:ext cx="4267199" cy="5625479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F65B23F-D07E-AFFF-6523-0D91F6205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1465210"/>
            <a:ext cx="4703851" cy="391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761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460DE-7DC5-B209-BEA5-A4B2A59A3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8C601-8E2E-2C68-4A32-FDDC3A6FF161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cs typeface="Arial"/>
              </a:rPr>
              <a:t>Containers @ AWS</a:t>
            </a:r>
            <a:endParaRPr lang="en-GB" b="0" i="0">
              <a:ea typeface="+mn-lt"/>
              <a:cs typeface="Arial"/>
            </a:endParaRPr>
          </a:p>
          <a:p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E321D9B-9F3E-91CD-D2E5-854607622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Arial"/>
                <a:cs typeface="Arial"/>
              </a:rPr>
              <a:t>Čo</a:t>
            </a:r>
            <a:r>
              <a:rPr lang="en-GB" dirty="0">
                <a:latin typeface="Arial"/>
                <a:cs typeface="Arial"/>
              </a:rPr>
              <a:t> je docker? docker container?</a:t>
            </a:r>
            <a:br>
              <a:rPr lang="en-GB" dirty="0">
                <a:latin typeface="Arial"/>
                <a:cs typeface="Arial"/>
              </a:rPr>
            </a:b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38CC2F-E4C9-DEE4-FD5B-C372CDFC460C}"/>
              </a:ext>
            </a:extLst>
          </p:cNvPr>
          <p:cNvSpPr txBox="1"/>
          <p:nvPr/>
        </p:nvSpPr>
        <p:spPr>
          <a:xfrm>
            <a:off x="1229032" y="2105741"/>
            <a:ext cx="10279239" cy="48432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sk-SK" sz="2400">
                <a:cs typeface="Arial"/>
              </a:rPr>
              <a:t>Software development platform</a:t>
            </a:r>
          </a:p>
          <a:p>
            <a:pPr marL="285750" indent="-285750">
              <a:buFont typeface="Arial"/>
              <a:buChar char="•"/>
            </a:pPr>
            <a:r>
              <a:rPr lang="sk-SK" sz="2400">
                <a:cs typeface="Arial"/>
              </a:rPr>
              <a:t>Container = "balík" obsahujuci všetko potrebné pre beh aplikácie (nezalezi na OS)</a:t>
            </a:r>
          </a:p>
          <a:p>
            <a:pPr marL="742315" lvl="1" indent="-285750">
              <a:buFont typeface="Arial"/>
              <a:buChar char="•"/>
            </a:pPr>
            <a:r>
              <a:rPr lang="sk-SK" sz="2400">
                <a:cs typeface="Arial"/>
              </a:rPr>
              <a:t>Menej problémov s kompatibilitou</a:t>
            </a:r>
          </a:p>
          <a:p>
            <a:pPr marL="742315" lvl="1" indent="-285750">
              <a:buFont typeface="Arial"/>
              <a:buChar char="•"/>
            </a:pPr>
            <a:r>
              <a:rPr lang="sk-SK" sz="2400">
                <a:cs typeface="Arial"/>
              </a:rPr>
              <a:t>Ľahšie udržiavanie a deployment </a:t>
            </a:r>
          </a:p>
          <a:p>
            <a:pPr marL="285750" indent="-285750">
              <a:buFont typeface="Arial"/>
              <a:buChar char="•"/>
            </a:pPr>
            <a:r>
              <a:rPr lang="sk-SK" sz="2400">
                <a:cs typeface="Arial"/>
              </a:rPr>
              <a:t>1 Server = X docker containers (Backend, Frontend, DB, všetko dokopy?)</a:t>
            </a:r>
          </a:p>
          <a:p>
            <a:pPr marL="285750" indent="-285750">
              <a:buFont typeface="Arial"/>
              <a:buChar char="•"/>
            </a:pPr>
            <a:endParaRPr lang="sk-SK" dirty="0">
              <a:cs typeface="Arial"/>
            </a:endParaRPr>
          </a:p>
          <a:p>
            <a:pPr marL="742315" lvl="1" indent="-285750">
              <a:buFont typeface="Arial"/>
              <a:buChar char="•"/>
            </a:pPr>
            <a:endParaRPr lang="sk-SK" sz="2000" dirty="0">
              <a:cs typeface="Arial"/>
            </a:endParaRPr>
          </a:p>
          <a:p>
            <a:pPr marL="742315" lvl="1" indent="-285750">
              <a:buFont typeface="Arial"/>
              <a:buChar char="•"/>
            </a:pPr>
            <a:endParaRPr lang="sk-SK" sz="2000" dirty="0">
              <a:cs typeface="Arial"/>
            </a:endParaRPr>
          </a:p>
          <a:p>
            <a:pPr marL="799465" lvl="1" indent="-342900">
              <a:buFont typeface="Arial"/>
              <a:buChar char="•"/>
            </a:pPr>
            <a:endParaRPr lang="sk-SK" sz="2000" dirty="0">
              <a:cs typeface="Arial"/>
            </a:endParaRPr>
          </a:p>
          <a:p>
            <a:pPr marL="742315" lvl="1" indent="-285750">
              <a:buFont typeface="Arial"/>
              <a:buChar char="•"/>
            </a:pPr>
            <a:endParaRPr lang="sk-SK" sz="1600" dirty="0">
              <a:cs typeface="Arial"/>
            </a:endParaRPr>
          </a:p>
          <a:p>
            <a:pPr marL="742315" lvl="1" indent="-285750">
              <a:buFont typeface="Arial"/>
              <a:buChar char="•"/>
            </a:pPr>
            <a:endParaRPr lang="sk-SK" sz="1600" dirty="0">
              <a:cs typeface="Arial"/>
            </a:endParaRPr>
          </a:p>
          <a:p>
            <a:pPr marL="742315" lvl="1" indent="-285750">
              <a:buFont typeface="Arial"/>
              <a:buChar char="•"/>
            </a:pPr>
            <a:endParaRPr lang="sk-SK" sz="1600" dirty="0">
              <a:cs typeface="Arial"/>
            </a:endParaRPr>
          </a:p>
          <a:p>
            <a:pPr marL="456565" lvl="1"/>
            <a:r>
              <a:rPr lang="sk-SK" sz="1600">
                <a:cs typeface="Arial"/>
              </a:rPr>
              <a:t>  </a:t>
            </a:r>
            <a:endParaRPr lang="sk-SK" sz="1600" dirty="0"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223E81-CA2E-290C-FB7D-ED3E8157A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688" y="4529662"/>
            <a:ext cx="809625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78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5AF3C-396B-03BE-5E54-E4177DA1CE20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cs typeface="Arial"/>
              </a:rPr>
              <a:t>Containers @ AWS</a:t>
            </a:r>
            <a:endParaRPr lang="en-GB" b="0" i="0">
              <a:ea typeface="+mn-lt"/>
              <a:cs typeface="Arial"/>
            </a:endParaRPr>
          </a:p>
          <a:p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984C7BC-A719-99DE-9394-5035F5F38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Virtual machines vs containers</a:t>
            </a:r>
            <a:endParaRPr lang="en-GB"/>
          </a:p>
        </p:txBody>
      </p:sp>
      <p:pic>
        <p:nvPicPr>
          <p:cNvPr id="8" name="Picture 8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DB24E357-CB0F-3D27-216A-34A2F9036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46" y="1718806"/>
            <a:ext cx="10988721" cy="412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07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B40FCAA-0A0C-8524-B8D8-852650C975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40F14EF-A05D-8C37-ED75-AD18463CF7C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SK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A753DDC-DA48-F075-7EC9-0BDE4C06C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K" dirty="0">
                <a:latin typeface="Arial"/>
                <a:cs typeface="Arial"/>
              </a:rPr>
              <a:t>Ako </a:t>
            </a:r>
            <a:r>
              <a:rPr lang="en-SK" dirty="0" err="1">
                <a:latin typeface="Arial"/>
                <a:cs typeface="Arial"/>
              </a:rPr>
              <a:t>vytvoriť</a:t>
            </a:r>
            <a:r>
              <a:rPr lang="en-SK" dirty="0">
                <a:latin typeface="Arial"/>
                <a:cs typeface="Arial"/>
              </a:rPr>
              <a:t> docker image a </a:t>
            </a:r>
            <a:r>
              <a:rPr lang="en-SK" dirty="0" err="1">
                <a:latin typeface="Arial"/>
                <a:cs typeface="Arial"/>
              </a:rPr>
              <a:t>spustiť</a:t>
            </a:r>
            <a:r>
              <a:rPr lang="en-SK" dirty="0">
                <a:latin typeface="Arial"/>
                <a:cs typeface="Arial"/>
              </a:rPr>
              <a:t> </a:t>
            </a:r>
            <a:r>
              <a:rPr lang="en-SK" dirty="0" err="1">
                <a:latin typeface="Arial"/>
                <a:cs typeface="Arial"/>
              </a:rPr>
              <a:t>ako</a:t>
            </a:r>
            <a:r>
              <a:rPr lang="en-SK" dirty="0">
                <a:latin typeface="Arial"/>
                <a:cs typeface="Arial"/>
              </a:rPr>
              <a:t> container?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8783A1D-F7C1-0B6C-10CE-E3D3CB667989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cs typeface="Arial"/>
              </a:rPr>
              <a:t>Containers @ AWS</a:t>
            </a:r>
            <a:endParaRPr lang="en-US" b="0" i="0">
              <a:ea typeface="+mn-lt"/>
              <a:cs typeface="Arial"/>
            </a:endParaRPr>
          </a:p>
          <a:p>
            <a:endParaRPr lang="en-SK"/>
          </a:p>
        </p:txBody>
      </p:sp>
    </p:spTree>
    <p:extLst>
      <p:ext uri="{BB962C8B-B14F-4D97-AF65-F5344CB8AC3E}">
        <p14:creationId xmlns:p14="http://schemas.microsoft.com/office/powerpoint/2010/main" val="1765092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D970B-A260-E447-3ED5-BB8B8B80C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Ako </a:t>
            </a:r>
            <a:r>
              <a:rPr lang="en-GB" dirty="0" err="1">
                <a:latin typeface="Arial"/>
                <a:cs typeface="Arial"/>
              </a:rPr>
              <a:t>vytvoriť</a:t>
            </a:r>
            <a:r>
              <a:rPr lang="en-GB" dirty="0">
                <a:latin typeface="Arial"/>
                <a:cs typeface="Arial"/>
              </a:rPr>
              <a:t> docker image – </a:t>
            </a:r>
            <a:r>
              <a:rPr lang="en-GB" dirty="0" err="1">
                <a:latin typeface="Arial"/>
                <a:cs typeface="Arial"/>
              </a:rPr>
              <a:t>príklad</a:t>
            </a:r>
            <a:r>
              <a:rPr lang="en-GB" dirty="0">
                <a:latin typeface="Arial"/>
                <a:cs typeface="Arial"/>
              </a:rPr>
              <a:t> app.py (python3 + flask)</a:t>
            </a:r>
            <a:br>
              <a:rPr lang="en-GB" dirty="0">
                <a:latin typeface="Arial"/>
                <a:cs typeface="Arial"/>
              </a:rPr>
            </a:b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1B1B8-EE97-6953-8B84-8CF086E97AED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cs typeface="Arial"/>
              </a:rPr>
              <a:t>Containers @ AWS</a:t>
            </a:r>
            <a:endParaRPr lang="en-GB" b="0" i="0">
              <a:ea typeface="+mn-lt"/>
              <a:cs typeface="Arial"/>
            </a:endParaRPr>
          </a:p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D1855C-73FF-335E-FCFB-E2F4BAFCB64A}"/>
              </a:ext>
            </a:extLst>
          </p:cNvPr>
          <p:cNvSpPr txBox="1"/>
          <p:nvPr/>
        </p:nvSpPr>
        <p:spPr>
          <a:xfrm>
            <a:off x="830494" y="2440113"/>
            <a:ext cx="6395662" cy="19193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>
                <a:latin typeface="Consolas"/>
              </a:rPr>
              <a:t>from flask import Flask
app = Flask(__name__)
@app.route('/')
def </a:t>
            </a:r>
            <a:r>
              <a:rPr lang="en-GB" sz="2000" b="1" err="1">
                <a:latin typeface="Consolas"/>
              </a:rPr>
              <a:t>hello_world</a:t>
            </a:r>
            <a:r>
              <a:rPr lang="en-GB" sz="2000" b="1">
                <a:latin typeface="Consolas"/>
              </a:rPr>
              <a:t>():
    return 'Hello, Docker!'</a:t>
            </a:r>
            <a:endParaRPr lang="en-US" sz="2000" b="1"/>
          </a:p>
        </p:txBody>
      </p:sp>
      <p:pic>
        <p:nvPicPr>
          <p:cNvPr id="5" name="Picture 4" descr="Official Flask logo. Flask Artwork License.">
            <a:extLst>
              <a:ext uri="{FF2B5EF4-FFF2-40B4-BE49-F238E27FC236}">
                <a16:creationId xmlns:a16="http://schemas.microsoft.com/office/drawing/2014/main" id="{7F919644-39A4-8EC5-7E0B-949F2D278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313" y="4158327"/>
            <a:ext cx="4568649" cy="180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560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FBA04-4F47-41F4-8D2F-4CB0EECCB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Ako </a:t>
            </a:r>
            <a:r>
              <a:rPr lang="en-GB" dirty="0" err="1">
                <a:latin typeface="Arial"/>
                <a:cs typeface="Arial"/>
              </a:rPr>
              <a:t>vytvoriť</a:t>
            </a:r>
            <a:r>
              <a:rPr lang="en-GB" dirty="0">
                <a:latin typeface="Arial"/>
                <a:cs typeface="Arial"/>
              </a:rPr>
              <a:t> docker image – </a:t>
            </a:r>
            <a:r>
              <a:rPr lang="en-GB" dirty="0" err="1">
                <a:latin typeface="Arial"/>
                <a:cs typeface="Arial"/>
              </a:rPr>
              <a:t>Dockerfile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E594C-787D-F4C3-FF85-8C5FA00314DF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cs typeface="Arial"/>
              </a:rPr>
              <a:t>Containers @ AWS</a:t>
            </a:r>
            <a:endParaRPr lang="en-GB" b="0" i="0">
              <a:ea typeface="+mn-lt"/>
              <a:cs typeface="Arial"/>
            </a:endParaRPr>
          </a:p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BB364-837A-2E25-1C95-09655B5279B8}"/>
              </a:ext>
            </a:extLst>
          </p:cNvPr>
          <p:cNvSpPr txBox="1"/>
          <p:nvPr/>
        </p:nvSpPr>
        <p:spPr>
          <a:xfrm>
            <a:off x="796247" y="2012022"/>
            <a:ext cx="7089169" cy="2534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b="1">
                <a:latin typeface="Consolas"/>
              </a:rPr>
              <a:t># Filename: </a:t>
            </a:r>
            <a:r>
              <a:rPr lang="en-GB" sz="1600" b="1" err="1">
                <a:latin typeface="Consolas"/>
              </a:rPr>
              <a:t>Dockerfile</a:t>
            </a:r>
            <a:r>
              <a:rPr lang="en-GB" sz="1600" b="1">
                <a:latin typeface="Consolas"/>
              </a:rPr>
              <a:t> </a:t>
            </a:r>
            <a:endParaRPr lang="en-GB" sz="1600" b="1">
              <a:latin typeface="Consolas"/>
              <a:cs typeface="Arial" panose="020B0604020202020204"/>
            </a:endParaRPr>
          </a:p>
          <a:p>
            <a:r>
              <a:rPr lang="en-GB" sz="1600" b="1">
                <a:latin typeface="Consolas"/>
              </a:rPr>
              <a:t>FROM python:3.8-slim-buster                                   
WORKDIR /app                                                  
COPY requirements.txt requirements.txt
RUN pip3 install -r requirements.txt
COPY app.py</a:t>
            </a:r>
            <a:endParaRPr lang="en-US" b="1">
              <a:latin typeface="Arial" panose="020B0604020202020204"/>
              <a:cs typeface="Arial" panose="020B0604020202020204"/>
            </a:endParaRPr>
          </a:p>
          <a:p>
            <a:r>
              <a:rPr lang="en-GB" sz="1600" b="1">
                <a:latin typeface="Consolas"/>
              </a:rPr>
              <a:t>
CMD [ "python3", "-m" , "flask", "run", "--host=0.0.0.0"]</a:t>
            </a:r>
            <a:endParaRPr lang="en-US" b="1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C25D3-890D-C07D-6D2D-B04214CF77B6}"/>
              </a:ext>
            </a:extLst>
          </p:cNvPr>
          <p:cNvSpPr txBox="1"/>
          <p:nvPr/>
        </p:nvSpPr>
        <p:spPr>
          <a:xfrm>
            <a:off x="7414516" y="2012022"/>
            <a:ext cx="4460698" cy="35198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sz="1600" b="1">
              <a:latin typeface="Consolas"/>
            </a:endParaRPr>
          </a:p>
          <a:p>
            <a:r>
              <a:rPr lang="en-GB" sz="1600" b="1">
                <a:latin typeface="Consolas"/>
              </a:rPr>
              <a:t>#base/parent image</a:t>
            </a:r>
            <a:endParaRPr lang="en-US" sz="1600">
              <a:cs typeface="Arial"/>
            </a:endParaRPr>
          </a:p>
          <a:p>
            <a:endParaRPr lang="en-GB" sz="1600" b="1">
              <a:latin typeface="Consolas"/>
            </a:endParaRPr>
          </a:p>
          <a:p>
            <a:r>
              <a:rPr lang="en-GB" sz="1600" b="1">
                <a:latin typeface="Consolas"/>
              </a:rPr>
              <a:t>#default location for next commands</a:t>
            </a:r>
          </a:p>
          <a:p>
            <a:endParaRPr lang="en-GB" sz="1600" b="1">
              <a:latin typeface="Consolas"/>
            </a:endParaRPr>
          </a:p>
          <a:p>
            <a:r>
              <a:rPr lang="en-GB" sz="1600" b="1">
                <a:latin typeface="Consolas"/>
              </a:rPr>
              <a:t>#copy requirements.txt</a:t>
            </a:r>
            <a:endParaRPr lang="en-GB">
              <a:cs typeface="Arial"/>
            </a:endParaRPr>
          </a:p>
          <a:p>
            <a:r>
              <a:rPr lang="en-GB" sz="1600" b="1">
                <a:latin typeface="Consolas"/>
              </a:rPr>
              <a:t>#install packages in requirements.txt</a:t>
            </a:r>
          </a:p>
          <a:p>
            <a:endParaRPr lang="en-GB" sz="1600" b="1">
              <a:latin typeface="Consolas"/>
            </a:endParaRPr>
          </a:p>
          <a:p>
            <a:r>
              <a:rPr lang="en-GB" sz="1600" b="1">
                <a:latin typeface="Consolas"/>
              </a:rPr>
              <a:t>#copy app.py</a:t>
            </a:r>
          </a:p>
          <a:p>
            <a:endParaRPr lang="en-GB" sz="1600" b="1">
              <a:latin typeface="Consolas"/>
            </a:endParaRPr>
          </a:p>
          <a:p>
            <a:r>
              <a:rPr lang="en-GB" sz="1600" b="1">
                <a:latin typeface="Consolas"/>
              </a:rPr>
              <a:t>#command to start our app</a:t>
            </a:r>
          </a:p>
          <a:p>
            <a:endParaRPr lang="en-GB" sz="1600" b="1">
              <a:latin typeface="Consolas"/>
            </a:endParaRPr>
          </a:p>
          <a:p>
            <a:endParaRPr lang="en-GB" sz="1600" b="1">
              <a:latin typeface="Consolas"/>
            </a:endParaRPr>
          </a:p>
          <a:p>
            <a:endParaRPr lang="en-GB" sz="1600" b="1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84262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5A72A-8786-B029-2C66-93A94CA48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Ako </a:t>
            </a:r>
            <a:r>
              <a:rPr lang="en-GB" dirty="0" err="1">
                <a:latin typeface="Arial"/>
                <a:cs typeface="Arial"/>
              </a:rPr>
              <a:t>vytvoriť</a:t>
            </a:r>
            <a:r>
              <a:rPr lang="en-GB" dirty="0">
                <a:latin typeface="Arial"/>
                <a:cs typeface="Arial"/>
              </a:rPr>
              <a:t> docker image - build fáza</a:t>
            </a:r>
            <a:endParaRPr lang="en-GB" b="0" dirty="0">
              <a:latin typeface="Arial"/>
              <a:cs typeface="Arial"/>
            </a:endParaRPr>
          </a:p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0B9C0-8B3C-EB9F-39CD-5EE5D109E044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ea typeface="+mn-lt"/>
                <a:cs typeface="+mn-lt"/>
              </a:rPr>
              <a:t>Containers @ AWS</a:t>
            </a:r>
            <a:endParaRPr lang="en-GB" b="0" i="0">
              <a:ea typeface="+mn-lt"/>
              <a:cs typeface="+mn-lt"/>
            </a:endParaRPr>
          </a:p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5AAB54-E713-5CBA-5AC6-97AED6FDE871}"/>
              </a:ext>
            </a:extLst>
          </p:cNvPr>
          <p:cNvSpPr txBox="1"/>
          <p:nvPr/>
        </p:nvSpPr>
        <p:spPr>
          <a:xfrm>
            <a:off x="1078786" y="1609617"/>
            <a:ext cx="8185078" cy="2881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sz="1400" b="0">
              <a:cs typeface="Arial"/>
            </a:endParaRPr>
          </a:p>
        </p:txBody>
      </p:sp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6F61CEBB-6D30-3E33-B5BC-7235872F9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782" y="1507111"/>
            <a:ext cx="9815244" cy="487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338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0E3D0-C457-6684-987D-910E3F404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Ako </a:t>
            </a:r>
            <a:r>
              <a:rPr lang="en-GB" dirty="0" err="1">
                <a:latin typeface="Arial"/>
                <a:cs typeface="Arial"/>
              </a:rPr>
              <a:t>vytvoriť</a:t>
            </a:r>
            <a:r>
              <a:rPr lang="en-GB" dirty="0">
                <a:latin typeface="Arial"/>
                <a:cs typeface="Arial"/>
              </a:rPr>
              <a:t> docker image – </a:t>
            </a:r>
            <a:r>
              <a:rPr lang="en-GB" dirty="0" err="1">
                <a:latin typeface="Arial"/>
                <a:cs typeface="Arial"/>
              </a:rPr>
              <a:t>lokálny</a:t>
            </a:r>
            <a:r>
              <a:rPr lang="en-GB" dirty="0">
                <a:latin typeface="Arial"/>
                <a:cs typeface="Arial"/>
              </a:rPr>
              <a:t> docker image</a:t>
            </a:r>
            <a:endParaRPr lang="en-GB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ADFB1-7C1A-DA6A-F077-B56459997B77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cs typeface="Arial"/>
              </a:rPr>
              <a:t>Containers @ AWS</a:t>
            </a:r>
            <a:endParaRPr lang="en-GB" b="0" i="0">
              <a:ea typeface="+mn-lt"/>
              <a:cs typeface="Arial"/>
            </a:endParaRPr>
          </a:p>
          <a:p>
            <a:endParaRPr lang="en-GB"/>
          </a:p>
        </p:txBody>
      </p:sp>
      <p:pic>
        <p:nvPicPr>
          <p:cNvPr id="4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778527D4-7F54-7445-E486-AA8EFB905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782" y="1607624"/>
            <a:ext cx="10465941" cy="147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517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0E3D0-C457-6684-987D-910E3F404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Ako </a:t>
            </a:r>
            <a:r>
              <a:rPr lang="en-GB" dirty="0" err="1">
                <a:latin typeface="Arial"/>
                <a:cs typeface="Arial"/>
              </a:rPr>
              <a:t>vytvoriť</a:t>
            </a:r>
            <a:r>
              <a:rPr lang="en-GB" dirty="0">
                <a:latin typeface="Arial"/>
                <a:cs typeface="Arial"/>
              </a:rPr>
              <a:t> docker image – </a:t>
            </a:r>
            <a:r>
              <a:rPr lang="en-GB" dirty="0" err="1">
                <a:latin typeface="Arial"/>
                <a:cs typeface="Arial"/>
              </a:rPr>
              <a:t>štart</a:t>
            </a:r>
            <a:r>
              <a:rPr lang="en-GB" dirty="0">
                <a:latin typeface="Arial"/>
                <a:cs typeface="Arial"/>
              </a:rPr>
              <a:t> </a:t>
            </a:r>
            <a:r>
              <a:rPr lang="en-GB" dirty="0" err="1">
                <a:latin typeface="Arial"/>
                <a:cs typeface="Arial"/>
              </a:rPr>
              <a:t>lokálneho</a:t>
            </a:r>
            <a:r>
              <a:rPr lang="en-GB" dirty="0">
                <a:latin typeface="Arial"/>
                <a:cs typeface="Arial"/>
              </a:rPr>
              <a:t> docker image</a:t>
            </a:r>
            <a:endParaRPr lang="en-GB" b="0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ADFB1-7C1A-DA6A-F077-B56459997B77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cs typeface="Arial"/>
              </a:rPr>
              <a:t>Containers @ AWS</a:t>
            </a:r>
            <a:endParaRPr lang="en-GB" b="0" i="0">
              <a:ea typeface="+mn-lt"/>
              <a:cs typeface="Arial"/>
            </a:endParaRPr>
          </a:p>
          <a:p>
            <a:endParaRPr lang="en-GB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D82F1951-E81E-BAF5-E08F-77A9EEF2F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782" y="1691435"/>
            <a:ext cx="7811784" cy="9065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793CF6-ECA0-4A2B-F197-9427EF4FCBB3}"/>
              </a:ext>
            </a:extLst>
          </p:cNvPr>
          <p:cNvSpPr txBox="1"/>
          <p:nvPr/>
        </p:nvSpPr>
        <p:spPr>
          <a:xfrm>
            <a:off x="830493" y="3133617"/>
            <a:ext cx="8830637" cy="20424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>
                <a:latin typeface="Consolas"/>
                <a:cs typeface="Arial"/>
              </a:rPr>
              <a:t>docker run –-publish &lt;HOST_PORT&gt;:&lt;CONTAINER_PORT&gt; container-name</a:t>
            </a:r>
          </a:p>
          <a:p>
            <a:endParaRPr lang="en-GB" sz="1600" b="1">
              <a:cs typeface="Arial"/>
            </a:endParaRPr>
          </a:p>
          <a:p>
            <a:r>
              <a:rPr lang="en-GB" sz="1600" b="1" dirty="0">
                <a:cs typeface="Arial"/>
              </a:rPr>
              <a:t>HOST_PORT: </a:t>
            </a:r>
            <a:r>
              <a:rPr lang="en-GB" sz="1600" dirty="0" err="1">
                <a:ea typeface="+mn-lt"/>
                <a:cs typeface="+mn-lt"/>
              </a:rPr>
              <a:t>Číslo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portu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na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vašom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hostiteľskom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počítači</a:t>
            </a:r>
            <a:r>
              <a:rPr lang="en-GB" sz="1600" dirty="0">
                <a:ea typeface="+mn-lt"/>
                <a:cs typeface="+mn-lt"/>
              </a:rPr>
              <a:t>, </a:t>
            </a:r>
            <a:r>
              <a:rPr lang="en-GB" sz="1600" dirty="0" err="1">
                <a:ea typeface="+mn-lt"/>
                <a:cs typeface="+mn-lt"/>
              </a:rPr>
              <a:t>na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ktorom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chcete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prijímať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prevádzku</a:t>
            </a:r>
            <a:r>
              <a:rPr lang="en-GB" sz="1600" dirty="0">
                <a:ea typeface="+mn-lt"/>
                <a:cs typeface="+mn-lt"/>
              </a:rPr>
              <a:t>.</a:t>
            </a:r>
            <a:endParaRPr lang="en-GB" sz="1600" b="1" dirty="0">
              <a:cs typeface="Arial"/>
            </a:endParaRPr>
          </a:p>
          <a:p>
            <a:endParaRPr lang="en-GB" sz="1600" b="1">
              <a:cs typeface="Arial"/>
            </a:endParaRPr>
          </a:p>
          <a:p>
            <a:r>
              <a:rPr lang="en-GB" sz="1600" b="1" dirty="0">
                <a:cs typeface="Arial"/>
              </a:rPr>
              <a:t>CONTAINER_PORT: </a:t>
            </a:r>
            <a:r>
              <a:rPr lang="en-GB" sz="1600" dirty="0" err="1">
                <a:ea typeface="+mn-lt"/>
                <a:cs typeface="+mn-lt"/>
              </a:rPr>
              <a:t>Číslo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portu</a:t>
            </a:r>
            <a:r>
              <a:rPr lang="en-GB" sz="1600" dirty="0">
                <a:ea typeface="+mn-lt"/>
                <a:cs typeface="+mn-lt"/>
              </a:rPr>
              <a:t> v </a:t>
            </a:r>
            <a:r>
              <a:rPr lang="en-GB" sz="1600" dirty="0" err="1">
                <a:ea typeface="+mn-lt"/>
                <a:cs typeface="+mn-lt"/>
              </a:rPr>
              <a:t>kontajneri</a:t>
            </a:r>
            <a:r>
              <a:rPr lang="en-GB" sz="1600" dirty="0">
                <a:ea typeface="+mn-lt"/>
                <a:cs typeface="+mn-lt"/>
              </a:rPr>
              <a:t>, </a:t>
            </a:r>
            <a:r>
              <a:rPr lang="en-GB" sz="1600" dirty="0" err="1">
                <a:ea typeface="+mn-lt"/>
                <a:cs typeface="+mn-lt"/>
              </a:rPr>
              <a:t>ktorý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čaká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na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pripojenia</a:t>
            </a:r>
            <a:r>
              <a:rPr lang="en-GB" sz="1600" dirty="0">
                <a:ea typeface="+mn-lt"/>
                <a:cs typeface="+mn-lt"/>
              </a:rPr>
              <a:t>, </a:t>
            </a:r>
            <a:r>
              <a:rPr lang="en-GB" sz="1600" dirty="0" err="1">
                <a:cs typeface="Arial"/>
              </a:rPr>
              <a:t>na</a:t>
            </a:r>
            <a:r>
              <a:rPr lang="en-GB" sz="1600" dirty="0">
                <a:cs typeface="Arial"/>
              </a:rPr>
              <a:t> </a:t>
            </a:r>
            <a:r>
              <a:rPr lang="en-GB" sz="1600" dirty="0" err="1">
                <a:cs typeface="Arial"/>
              </a:rPr>
              <a:t>ktorom</a:t>
            </a:r>
            <a:r>
              <a:rPr lang="en-GB" sz="1600" dirty="0">
                <a:cs typeface="Arial"/>
              </a:rPr>
              <a:t> by </a:t>
            </a:r>
            <a:r>
              <a:rPr lang="en-GB" sz="1600" dirty="0" err="1">
                <a:cs typeface="Arial"/>
              </a:rPr>
              <a:t>mali</a:t>
            </a:r>
            <a:r>
              <a:rPr lang="en-GB" sz="1600" dirty="0">
                <a:cs typeface="Arial"/>
              </a:rPr>
              <a:t> </a:t>
            </a:r>
            <a:r>
              <a:rPr lang="en-GB" sz="1600" dirty="0" err="1">
                <a:cs typeface="Arial"/>
              </a:rPr>
              <a:t>byť</a:t>
            </a:r>
            <a:r>
              <a:rPr lang="en-GB" sz="1600" dirty="0">
                <a:cs typeface="Arial"/>
              </a:rPr>
              <a:t> </a:t>
            </a:r>
            <a:r>
              <a:rPr lang="en-GB" sz="1600" dirty="0" err="1">
                <a:cs typeface="Arial"/>
              </a:rPr>
              <a:t>publishnuté</a:t>
            </a:r>
            <a:r>
              <a:rPr lang="en-GB" sz="1600" dirty="0">
                <a:cs typeface="Arial"/>
              </a:rPr>
              <a:t> </a:t>
            </a:r>
            <a:r>
              <a:rPr lang="en-GB" sz="1600" dirty="0" err="1">
                <a:cs typeface="Arial"/>
              </a:rPr>
              <a:t>služby</a:t>
            </a:r>
            <a:r>
              <a:rPr lang="en-GB" sz="1600" dirty="0">
                <a:cs typeface="Arial"/>
              </a:rPr>
              <a:t>. (default pre flask je 5000)</a:t>
            </a:r>
          </a:p>
          <a:p>
            <a:endParaRPr lang="en-GB" sz="1600" b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2572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0E3D0-C457-6684-987D-910E3F404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Ako </a:t>
            </a:r>
            <a:r>
              <a:rPr lang="en-GB" dirty="0" err="1">
                <a:latin typeface="Arial"/>
                <a:cs typeface="Arial"/>
              </a:rPr>
              <a:t>vytvoriť</a:t>
            </a:r>
            <a:r>
              <a:rPr lang="en-GB" dirty="0">
                <a:latin typeface="Arial"/>
                <a:cs typeface="Arial"/>
              </a:rPr>
              <a:t> docker image – </a:t>
            </a:r>
            <a:r>
              <a:rPr lang="en-GB" dirty="0" err="1">
                <a:latin typeface="Arial"/>
                <a:cs typeface="Arial"/>
              </a:rPr>
              <a:t>validácia</a:t>
            </a:r>
            <a:r>
              <a:rPr lang="en-GB" dirty="0">
                <a:latin typeface="Arial"/>
                <a:cs typeface="Arial"/>
              </a:rPr>
              <a:t> </a:t>
            </a:r>
            <a:r>
              <a:rPr lang="en-GB" dirty="0" err="1">
                <a:latin typeface="Arial"/>
                <a:cs typeface="Arial"/>
              </a:rPr>
              <a:t>lokálneho</a:t>
            </a:r>
            <a:r>
              <a:rPr lang="en-GB" dirty="0">
                <a:latin typeface="Arial"/>
                <a:cs typeface="Arial"/>
              </a:rPr>
              <a:t> docker image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ADFB1-7C1A-DA6A-F077-B56459997B77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cs typeface="Arial"/>
              </a:rPr>
              <a:t>Containers @ AWS</a:t>
            </a:r>
            <a:endParaRPr lang="en-GB" b="0" i="0">
              <a:ea typeface="+mn-lt"/>
              <a:cs typeface="Arial"/>
            </a:endParaRPr>
          </a:p>
          <a:p>
            <a:endParaRPr lang="en-GB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E11E3B1B-54EF-85C3-1585-E024308A9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230" y="2025180"/>
            <a:ext cx="4381607" cy="108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324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0E3D0-C457-6684-987D-910E3F404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Ako </a:t>
            </a:r>
            <a:r>
              <a:rPr lang="en-GB" dirty="0" err="1">
                <a:latin typeface="Arial"/>
                <a:cs typeface="Arial"/>
              </a:rPr>
              <a:t>vytvoriť</a:t>
            </a:r>
            <a:r>
              <a:rPr lang="en-GB" dirty="0">
                <a:latin typeface="Arial"/>
                <a:cs typeface="Arial"/>
              </a:rPr>
              <a:t> docker image – </a:t>
            </a:r>
            <a:r>
              <a:rPr lang="en-GB" dirty="0" err="1">
                <a:latin typeface="Arial"/>
                <a:cs typeface="Arial"/>
              </a:rPr>
              <a:t>ako</a:t>
            </a:r>
            <a:r>
              <a:rPr lang="en-GB" dirty="0">
                <a:latin typeface="Arial"/>
                <a:cs typeface="Arial"/>
              </a:rPr>
              <a:t>/</a:t>
            </a:r>
            <a:r>
              <a:rPr lang="en-GB" dirty="0" err="1">
                <a:latin typeface="Arial"/>
                <a:cs typeface="Arial"/>
              </a:rPr>
              <a:t>kde</a:t>
            </a:r>
            <a:r>
              <a:rPr lang="en-GB" dirty="0">
                <a:latin typeface="Arial"/>
                <a:cs typeface="Arial"/>
              </a:rPr>
              <a:t> </a:t>
            </a:r>
            <a:r>
              <a:rPr lang="en-GB" dirty="0" err="1">
                <a:latin typeface="Arial"/>
                <a:cs typeface="Arial"/>
              </a:rPr>
              <a:t>uložiť</a:t>
            </a:r>
            <a:r>
              <a:rPr lang="en-GB" dirty="0">
                <a:latin typeface="Arial"/>
                <a:cs typeface="Arial"/>
              </a:rPr>
              <a:t> </a:t>
            </a:r>
            <a:r>
              <a:rPr lang="en-GB" dirty="0" err="1">
                <a:latin typeface="Arial"/>
                <a:cs typeface="Arial"/>
              </a:rPr>
              <a:t>naše</a:t>
            </a:r>
            <a:r>
              <a:rPr lang="en-GB" dirty="0">
                <a:latin typeface="Arial"/>
                <a:cs typeface="Arial"/>
              </a:rPr>
              <a:t> </a:t>
            </a:r>
            <a:r>
              <a:rPr lang="en-GB" dirty="0" err="1">
                <a:latin typeface="Arial"/>
                <a:cs typeface="Arial"/>
              </a:rPr>
              <a:t>obrazy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ADFB1-7C1A-DA6A-F077-B56459997B77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cs typeface="Arial"/>
              </a:rPr>
              <a:t>Containers @ AWS</a:t>
            </a:r>
            <a:endParaRPr lang="en-GB" b="0" i="0">
              <a:ea typeface="+mn-lt"/>
              <a:cs typeface="Arial"/>
            </a:endParaRPr>
          </a:p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BE327-4F81-5501-B2EF-78873BF16466}"/>
              </a:ext>
            </a:extLst>
          </p:cNvPr>
          <p:cNvSpPr txBox="1"/>
          <p:nvPr/>
        </p:nvSpPr>
        <p:spPr>
          <a:xfrm>
            <a:off x="830494" y="1866471"/>
            <a:ext cx="9190231" cy="38275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 err="1">
                <a:cs typeface="Arial"/>
              </a:rPr>
              <a:t>Úložiska</a:t>
            </a:r>
            <a:r>
              <a:rPr lang="en-GB" sz="2000" b="1" dirty="0">
                <a:cs typeface="Arial"/>
              </a:rPr>
              <a:t> pre image:</a:t>
            </a:r>
            <a:endParaRPr lang="en-US" sz="2000" dirty="0"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GB" sz="2000" b="1">
                <a:cs typeface="Arial"/>
              </a:rPr>
              <a:t>AWS ECR</a:t>
            </a:r>
          </a:p>
          <a:p>
            <a:pPr marL="342900" indent="-342900">
              <a:buFont typeface="Arial"/>
              <a:buChar char="•"/>
            </a:pPr>
            <a:r>
              <a:rPr lang="en-GB" sz="2000" b="1" dirty="0" err="1">
                <a:cs typeface="Arial"/>
              </a:rPr>
              <a:t>Dockerhub</a:t>
            </a:r>
            <a:endParaRPr lang="en-GB" sz="2000" b="1" dirty="0"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GB" sz="2000" b="1"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GB" sz="2000" b="1">
              <a:cs typeface="Arial"/>
            </a:endParaRPr>
          </a:p>
          <a:p>
            <a:endParaRPr lang="en-GB" sz="2000" b="1">
              <a:cs typeface="Arial"/>
            </a:endParaRPr>
          </a:p>
          <a:p>
            <a:r>
              <a:rPr lang="en-GB" sz="2000" b="1" dirty="0" err="1">
                <a:cs typeface="Arial"/>
              </a:rPr>
              <a:t>Prístup</a:t>
            </a:r>
            <a:r>
              <a:rPr lang="en-GB" sz="2000" b="1" dirty="0">
                <a:cs typeface="Arial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GB" sz="2000" b="1" dirty="0" err="1">
                <a:cs typeface="Arial"/>
              </a:rPr>
              <a:t>Verejný</a:t>
            </a:r>
          </a:p>
          <a:p>
            <a:pPr marL="285750" indent="-285750">
              <a:buFont typeface="Arial"/>
              <a:buChar char="•"/>
            </a:pPr>
            <a:r>
              <a:rPr lang="en-GB" sz="2000" b="1" dirty="0" err="1">
                <a:cs typeface="Arial"/>
              </a:rPr>
              <a:t>Súkromny</a:t>
            </a:r>
            <a:r>
              <a:rPr lang="en-GB" sz="2000" b="1" dirty="0">
                <a:cs typeface="Arial"/>
              </a:rPr>
              <a:t> (</a:t>
            </a:r>
            <a:r>
              <a:rPr lang="en-GB" sz="2000" b="1" dirty="0" err="1">
                <a:cs typeface="Arial"/>
              </a:rPr>
              <a:t>napr</a:t>
            </a:r>
            <a:r>
              <a:rPr lang="en-GB" sz="2000" b="1" dirty="0">
                <a:cs typeface="Arial"/>
              </a:rPr>
              <a:t>.: </a:t>
            </a:r>
            <a:r>
              <a:rPr lang="en-GB" sz="2000" b="1" dirty="0" err="1">
                <a:cs typeface="Arial"/>
              </a:rPr>
              <a:t>iba</a:t>
            </a:r>
            <a:r>
              <a:rPr lang="en-GB" sz="2000" b="1" dirty="0">
                <a:cs typeface="Arial"/>
              </a:rPr>
              <a:t> v </a:t>
            </a:r>
            <a:r>
              <a:rPr lang="en-GB" sz="2000" b="1" dirty="0" err="1">
                <a:cs typeface="Arial"/>
              </a:rPr>
              <a:t>ramci</a:t>
            </a:r>
            <a:r>
              <a:rPr lang="en-GB" sz="2000" b="1" dirty="0">
                <a:cs typeface="Arial"/>
              </a:rPr>
              <a:t> </a:t>
            </a:r>
            <a:r>
              <a:rPr lang="en-GB" sz="2000" b="1" dirty="0" err="1">
                <a:cs typeface="Arial"/>
              </a:rPr>
              <a:t>účtu</a:t>
            </a:r>
            <a:r>
              <a:rPr lang="en-GB" sz="2000" b="1" dirty="0">
                <a:cs typeface="Arial"/>
              </a:rPr>
              <a:t>, </a:t>
            </a:r>
            <a:r>
              <a:rPr lang="en-GB" sz="2000" b="1" dirty="0" err="1">
                <a:cs typeface="Arial"/>
              </a:rPr>
              <a:t>firmy</a:t>
            </a:r>
            <a:r>
              <a:rPr lang="en-GB" sz="2000" b="1" dirty="0">
                <a:cs typeface="Arial"/>
              </a:rPr>
              <a:t>, </a:t>
            </a:r>
            <a:r>
              <a:rPr lang="en-GB" sz="2000" b="1" dirty="0" err="1">
                <a:cs typeface="Arial"/>
              </a:rPr>
              <a:t>okruh</a:t>
            </a:r>
            <a:r>
              <a:rPr lang="en-GB" sz="2000" b="1" dirty="0">
                <a:cs typeface="Arial"/>
              </a:rPr>
              <a:t> </a:t>
            </a:r>
            <a:r>
              <a:rPr lang="en-GB" sz="2000" b="1" dirty="0" err="1">
                <a:cs typeface="Arial"/>
              </a:rPr>
              <a:t>účtov</a:t>
            </a:r>
            <a:r>
              <a:rPr lang="en-GB" sz="2000" b="1" dirty="0">
                <a:cs typeface="Arial"/>
              </a:rPr>
              <a:t>,...)</a:t>
            </a:r>
          </a:p>
          <a:p>
            <a:endParaRPr lang="en-GB" sz="1600" b="1">
              <a:cs typeface="Arial"/>
            </a:endParaRPr>
          </a:p>
          <a:p>
            <a:endParaRPr lang="en-GB" sz="1600" b="1">
              <a:cs typeface="Arial"/>
            </a:endParaRPr>
          </a:p>
          <a:p>
            <a:endParaRPr lang="en-GB" sz="1600" b="1">
              <a:cs typeface="Arial"/>
            </a:endParaRPr>
          </a:p>
          <a:p>
            <a:pPr marL="342900" indent="-342900">
              <a:buAutoNum type="arabicPeriod"/>
            </a:pPr>
            <a:endParaRPr lang="en-GB" sz="1600" b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60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0E3D0-C457-6684-987D-910E3F404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Ako </a:t>
            </a:r>
            <a:r>
              <a:rPr lang="en-GB" dirty="0" err="1">
                <a:latin typeface="Arial"/>
                <a:cs typeface="Arial"/>
              </a:rPr>
              <a:t>vytvoriť</a:t>
            </a:r>
            <a:r>
              <a:rPr lang="en-GB" dirty="0">
                <a:latin typeface="Arial"/>
                <a:cs typeface="Arial"/>
              </a:rPr>
              <a:t> docker image – docker push (AWS ECR)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ADFB1-7C1A-DA6A-F077-B56459997B77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cs typeface="Arial"/>
              </a:rPr>
              <a:t>Containers @ AWS</a:t>
            </a:r>
            <a:endParaRPr lang="en-GB" b="0" i="0">
              <a:ea typeface="+mn-lt"/>
              <a:cs typeface="Arial"/>
            </a:endParaRPr>
          </a:p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BE327-4F81-5501-B2EF-78873BF16466}"/>
              </a:ext>
            </a:extLst>
          </p:cNvPr>
          <p:cNvSpPr txBox="1"/>
          <p:nvPr/>
        </p:nvSpPr>
        <p:spPr>
          <a:xfrm>
            <a:off x="830494" y="1866471"/>
            <a:ext cx="9190231" cy="15500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GB" sz="1600" b="1">
                <a:cs typeface="Arial"/>
              </a:rPr>
              <a:t>V AWS ECR je </a:t>
            </a:r>
            <a:r>
              <a:rPr lang="en-GB" sz="1600" b="1" err="1">
                <a:cs typeface="Arial"/>
              </a:rPr>
              <a:t>potrebne</a:t>
            </a:r>
            <a:r>
              <a:rPr lang="en-GB" sz="1600" b="1">
                <a:cs typeface="Arial"/>
              </a:rPr>
              <a:t> </a:t>
            </a:r>
            <a:r>
              <a:rPr lang="en-GB" sz="1600" b="1" err="1">
                <a:cs typeface="Arial"/>
              </a:rPr>
              <a:t>vytvorit</a:t>
            </a:r>
            <a:r>
              <a:rPr lang="en-GB" sz="1600" b="1">
                <a:cs typeface="Arial"/>
              </a:rPr>
              <a:t> </a:t>
            </a:r>
            <a:r>
              <a:rPr lang="en-GB" sz="1600" b="1" err="1">
                <a:cs typeface="Arial"/>
              </a:rPr>
              <a:t>repozitar</a:t>
            </a:r>
            <a:r>
              <a:rPr lang="en-GB" sz="1600" b="1">
                <a:cs typeface="Arial"/>
              </a:rPr>
              <a:t> pre images pred </a:t>
            </a:r>
            <a:r>
              <a:rPr lang="en-GB" sz="1600" b="1" err="1">
                <a:cs typeface="Arial"/>
              </a:rPr>
              <a:t>samotnym</a:t>
            </a:r>
            <a:r>
              <a:rPr lang="en-GB" sz="1600" b="1">
                <a:cs typeface="Arial"/>
              </a:rPr>
              <a:t> </a:t>
            </a:r>
            <a:r>
              <a:rPr lang="en-GB" sz="1600" b="1" err="1">
                <a:cs typeface="Arial"/>
              </a:rPr>
              <a:t>ulozenim</a:t>
            </a:r>
            <a:endParaRPr lang="en-GB" sz="1600" b="1">
              <a:cs typeface="Arial"/>
            </a:endParaRPr>
          </a:p>
          <a:p>
            <a:pPr marL="342900" indent="-342900">
              <a:buAutoNum type="arabicPeriod"/>
            </a:pPr>
            <a:r>
              <a:rPr lang="en-GB" sz="1600" b="1" err="1">
                <a:ea typeface="+mn-lt"/>
                <a:cs typeface="+mn-lt"/>
              </a:rPr>
              <a:t>aws</a:t>
            </a:r>
            <a:r>
              <a:rPr lang="en-GB" sz="1600" b="1">
                <a:ea typeface="+mn-lt"/>
                <a:cs typeface="+mn-lt"/>
              </a:rPr>
              <a:t> </a:t>
            </a:r>
            <a:r>
              <a:rPr lang="en-GB" sz="1600" b="1" err="1">
                <a:ea typeface="+mn-lt"/>
                <a:cs typeface="+mn-lt"/>
              </a:rPr>
              <a:t>ecr</a:t>
            </a:r>
            <a:r>
              <a:rPr lang="en-GB" sz="1600" b="1">
                <a:ea typeface="+mn-lt"/>
                <a:cs typeface="+mn-lt"/>
              </a:rPr>
              <a:t> get-login-password</a:t>
            </a:r>
            <a:r>
              <a:rPr lang="en-GB" sz="1600">
                <a:ea typeface="+mn-lt"/>
                <a:cs typeface="+mn-lt"/>
              </a:rPr>
              <a:t> --region </a:t>
            </a:r>
            <a:r>
              <a:rPr lang="en-GB" sz="1600" i="1" err="1">
                <a:latin typeface="Consolas"/>
                <a:ea typeface="+mn-lt"/>
                <a:cs typeface="+mn-lt"/>
              </a:rPr>
              <a:t>region</a:t>
            </a:r>
            <a:r>
              <a:rPr lang="en-GB" sz="1600">
                <a:ea typeface="+mn-lt"/>
                <a:cs typeface="+mn-lt"/>
              </a:rPr>
              <a:t> | docker login --username AWS --password-stdin </a:t>
            </a:r>
            <a:r>
              <a:rPr lang="en-GB" sz="1600" i="1">
                <a:latin typeface="Consolas"/>
                <a:ea typeface="+mn-lt"/>
                <a:cs typeface="+mn-lt"/>
              </a:rPr>
              <a:t>aws_account_id</a:t>
            </a:r>
            <a:r>
              <a:rPr lang="en-GB" sz="1600">
                <a:ea typeface="+mn-lt"/>
                <a:cs typeface="+mn-lt"/>
              </a:rPr>
              <a:t>.dkr.ecr.</a:t>
            </a:r>
            <a:r>
              <a:rPr lang="en-GB" sz="1600" i="1">
                <a:latin typeface="Consolas"/>
                <a:ea typeface="+mn-lt"/>
                <a:cs typeface="+mn-lt"/>
              </a:rPr>
              <a:t>region</a:t>
            </a:r>
            <a:r>
              <a:rPr lang="en-GB" sz="1600">
                <a:ea typeface="+mn-lt"/>
                <a:cs typeface="+mn-lt"/>
              </a:rPr>
              <a:t>.amazonaws.com</a:t>
            </a:r>
            <a:endParaRPr lang="en-US">
              <a:cs typeface="Arial"/>
            </a:endParaRPr>
          </a:p>
          <a:p>
            <a:pPr marL="342900" indent="-342900">
              <a:buAutoNum type="arabicPeriod"/>
            </a:pPr>
            <a:r>
              <a:rPr lang="en-GB" sz="1600" b="1">
                <a:ea typeface="+mn-lt"/>
                <a:cs typeface="+mn-lt"/>
              </a:rPr>
              <a:t>docker tag</a:t>
            </a:r>
            <a:r>
              <a:rPr lang="en-GB" sz="1600">
                <a:ea typeface="+mn-lt"/>
                <a:cs typeface="+mn-lt"/>
              </a:rPr>
              <a:t> </a:t>
            </a:r>
            <a:r>
              <a:rPr lang="en-GB" sz="1600" i="1">
                <a:latin typeface="Consolas"/>
                <a:cs typeface="Arial"/>
              </a:rPr>
              <a:t>e9ae3c220b23</a:t>
            </a:r>
            <a:r>
              <a:rPr lang="en-GB" sz="1600">
                <a:ea typeface="+mn-lt"/>
                <a:cs typeface="+mn-lt"/>
              </a:rPr>
              <a:t> </a:t>
            </a:r>
            <a:r>
              <a:rPr lang="en-GB" sz="1600" i="1">
                <a:latin typeface="Consolas"/>
                <a:cs typeface="Arial"/>
              </a:rPr>
              <a:t>aws_account_id</a:t>
            </a:r>
            <a:r>
              <a:rPr lang="en-GB" sz="1600">
                <a:latin typeface="Consolas"/>
                <a:cs typeface="Arial"/>
              </a:rPr>
              <a:t>.dkr.ecr.</a:t>
            </a:r>
            <a:r>
              <a:rPr lang="en-GB" sz="1600" i="1">
                <a:latin typeface="Consolas"/>
                <a:cs typeface="Arial"/>
              </a:rPr>
              <a:t>region</a:t>
            </a:r>
            <a:r>
              <a:rPr lang="en-GB" sz="1600">
                <a:latin typeface="Consolas"/>
                <a:cs typeface="Arial"/>
              </a:rPr>
              <a:t>.amazonaws.com</a:t>
            </a:r>
            <a:r>
              <a:rPr lang="en-GB" sz="1600">
                <a:ea typeface="+mn-lt"/>
                <a:cs typeface="+mn-lt"/>
              </a:rPr>
              <a:t>/</a:t>
            </a:r>
            <a:r>
              <a:rPr lang="en-GB" sz="1600" i="1" err="1">
                <a:latin typeface="Consolas"/>
                <a:cs typeface="Arial"/>
              </a:rPr>
              <a:t>my-repository:tag</a:t>
            </a:r>
            <a:r>
              <a:rPr lang="en-GB" sz="1600" i="1">
                <a:latin typeface="Consolas"/>
                <a:cs typeface="Arial"/>
              </a:rPr>
              <a:t> </a:t>
            </a:r>
            <a:r>
              <a:rPr lang="en-GB" sz="1600">
                <a:latin typeface="Consolas"/>
                <a:cs typeface="Arial"/>
              </a:rPr>
              <a:t>(docker tag IMAGE_ID ARN_MY_REPO)</a:t>
            </a:r>
          </a:p>
          <a:p>
            <a:pPr marL="342900" indent="-342900">
              <a:buAutoNum type="arabicPeriod"/>
            </a:pPr>
            <a:r>
              <a:rPr lang="en-GB" sz="1600" b="1">
                <a:ea typeface="+mn-lt"/>
                <a:cs typeface="+mn-lt"/>
              </a:rPr>
              <a:t>docker push</a:t>
            </a:r>
            <a:r>
              <a:rPr lang="en-GB" sz="1600">
                <a:ea typeface="+mn-lt"/>
                <a:cs typeface="+mn-lt"/>
              </a:rPr>
              <a:t> </a:t>
            </a:r>
            <a:r>
              <a:rPr lang="en-GB" sz="1600" i="1">
                <a:latin typeface="Consolas"/>
                <a:cs typeface="Arial"/>
              </a:rPr>
              <a:t>aws_account_id</a:t>
            </a:r>
            <a:r>
              <a:rPr lang="en-GB" sz="1600">
                <a:latin typeface="Consolas"/>
                <a:cs typeface="Arial"/>
              </a:rPr>
              <a:t>.dkr.ecr.</a:t>
            </a:r>
            <a:r>
              <a:rPr lang="en-GB" sz="1600" i="1">
                <a:latin typeface="Consolas"/>
                <a:cs typeface="Arial"/>
              </a:rPr>
              <a:t>region</a:t>
            </a:r>
            <a:r>
              <a:rPr lang="en-GB" sz="1600">
                <a:latin typeface="Consolas"/>
                <a:cs typeface="Arial"/>
              </a:rPr>
              <a:t>.amazonaws.com</a:t>
            </a:r>
            <a:r>
              <a:rPr lang="en-GB" sz="1600">
                <a:ea typeface="+mn-lt"/>
                <a:cs typeface="+mn-lt"/>
              </a:rPr>
              <a:t>/</a:t>
            </a:r>
            <a:r>
              <a:rPr lang="en-GB" sz="1600" i="1" err="1">
                <a:latin typeface="Consolas"/>
                <a:cs typeface="Arial"/>
              </a:rPr>
              <a:t>my-repository:tag</a:t>
            </a:r>
            <a:endParaRPr lang="en-GB" sz="1600" i="1">
              <a:latin typeface="Consola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8960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0E3D0-C457-6684-987D-910E3F404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Ako </a:t>
            </a:r>
            <a:r>
              <a:rPr lang="en-GB" dirty="0" err="1">
                <a:latin typeface="Arial"/>
                <a:cs typeface="Arial"/>
              </a:rPr>
              <a:t>spustiť</a:t>
            </a:r>
            <a:r>
              <a:rPr lang="en-GB" dirty="0">
                <a:latin typeface="Arial"/>
                <a:cs typeface="Arial"/>
              </a:rPr>
              <a:t> container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ADFB1-7C1A-DA6A-F077-B56459997B77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cs typeface="Arial"/>
              </a:rPr>
              <a:t>Containers @ AWS</a:t>
            </a:r>
            <a:endParaRPr lang="en-GB" b="0" i="0">
              <a:ea typeface="+mn-lt"/>
              <a:cs typeface="Arial"/>
            </a:endParaRPr>
          </a:p>
          <a:p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207798-573D-2678-FB08-FEB63A8718B5}"/>
              </a:ext>
            </a:extLst>
          </p:cNvPr>
          <p:cNvSpPr txBox="1"/>
          <p:nvPr/>
        </p:nvSpPr>
        <p:spPr>
          <a:xfrm>
            <a:off x="7213737" y="4649714"/>
            <a:ext cx="2195206" cy="318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dirty="0">
                <a:cs typeface="Arial"/>
              </a:rPr>
              <a:t>You </a:t>
            </a:r>
            <a:r>
              <a:rPr lang="en-GB" sz="1600">
                <a:cs typeface="Arial"/>
              </a:rPr>
              <a:t>manage infra</a:t>
            </a:r>
            <a:endParaRPr lang="en-GB" sz="1600" b="0" dirty="0" err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B565B7-0A59-946A-2865-F87180B7BF95}"/>
              </a:ext>
            </a:extLst>
          </p:cNvPr>
          <p:cNvSpPr txBox="1"/>
          <p:nvPr/>
        </p:nvSpPr>
        <p:spPr>
          <a:xfrm>
            <a:off x="8433370" y="2012022"/>
            <a:ext cx="2080516" cy="318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sz="1600" b="0"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24C1C8-7867-A6BE-94FF-1CB40CCDE7DF}"/>
              </a:ext>
            </a:extLst>
          </p:cNvPr>
          <p:cNvSpPr txBox="1"/>
          <p:nvPr/>
        </p:nvSpPr>
        <p:spPr>
          <a:xfrm>
            <a:off x="7212515" y="2455824"/>
            <a:ext cx="2080516" cy="318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>
                <a:cs typeface="Arial"/>
              </a:rPr>
              <a:t>AWS managed infra</a:t>
            </a:r>
            <a:endParaRPr lang="en-GB" sz="1600" b="0" err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82F9DB-9A36-6C1D-3616-5EC889FC3A36}"/>
              </a:ext>
            </a:extLst>
          </p:cNvPr>
          <p:cNvSpPr txBox="1"/>
          <p:nvPr/>
        </p:nvSpPr>
        <p:spPr>
          <a:xfrm>
            <a:off x="1061662" y="5762090"/>
            <a:ext cx="4845977" cy="318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sz="1600" b="0"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BB669B-B27A-F7B2-F28E-8ADECFDB6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29" y="1958591"/>
            <a:ext cx="591502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2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0E3D0-C457-6684-987D-910E3F404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Ako </a:t>
            </a:r>
            <a:r>
              <a:rPr lang="en-GB" dirty="0" err="1">
                <a:latin typeface="Arial"/>
                <a:cs typeface="Arial"/>
              </a:rPr>
              <a:t>spustiť</a:t>
            </a:r>
            <a:r>
              <a:rPr lang="en-GB" dirty="0">
                <a:latin typeface="Arial"/>
                <a:cs typeface="Arial"/>
              </a:rPr>
              <a:t> container – </a:t>
            </a:r>
            <a:r>
              <a:rPr lang="en-GB" dirty="0" err="1">
                <a:latin typeface="Arial"/>
                <a:cs typeface="Arial"/>
              </a:rPr>
              <a:t>kedy</a:t>
            </a:r>
            <a:r>
              <a:rPr lang="en-GB" dirty="0">
                <a:latin typeface="Arial"/>
                <a:cs typeface="Arial"/>
              </a:rPr>
              <a:t> </a:t>
            </a:r>
            <a:r>
              <a:rPr lang="en-GB" dirty="0" err="1">
                <a:latin typeface="Arial"/>
                <a:cs typeface="Arial"/>
              </a:rPr>
              <a:t>ktorú</a:t>
            </a:r>
            <a:r>
              <a:rPr lang="en-GB" dirty="0">
                <a:latin typeface="Arial"/>
                <a:cs typeface="Arial"/>
              </a:rPr>
              <a:t> </a:t>
            </a:r>
            <a:r>
              <a:rPr lang="en-GB" dirty="0" err="1">
                <a:latin typeface="Arial"/>
                <a:cs typeface="Arial"/>
              </a:rPr>
              <a:t>službu</a:t>
            </a:r>
            <a:r>
              <a:rPr lang="en-GB" dirty="0">
                <a:latin typeface="Arial"/>
                <a:cs typeface="Arial"/>
              </a:rPr>
              <a:t> </a:t>
            </a:r>
            <a:r>
              <a:rPr lang="en-GB" dirty="0" err="1">
                <a:latin typeface="Arial"/>
                <a:cs typeface="Arial"/>
              </a:rPr>
              <a:t>vyuziť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ADFB1-7C1A-DA6A-F077-B56459997B77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cs typeface="Arial"/>
              </a:rPr>
              <a:t>Containers @ AWS</a:t>
            </a:r>
            <a:endParaRPr lang="en-GB" b="0" i="0">
              <a:ea typeface="+mn-lt"/>
              <a:cs typeface="Arial"/>
            </a:endParaRPr>
          </a:p>
          <a:p>
            <a:endParaRPr lang="en-GB"/>
          </a:p>
        </p:txBody>
      </p:sp>
      <p:pic>
        <p:nvPicPr>
          <p:cNvPr id="10" name="Picture 10" descr="Icon&#10;&#10;Description automatically generated">
            <a:extLst>
              <a:ext uri="{FF2B5EF4-FFF2-40B4-BE49-F238E27FC236}">
                <a16:creationId xmlns:a16="http://schemas.microsoft.com/office/drawing/2014/main" id="{3B15F69D-9F3A-8D04-077A-FCCB13C43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062" y="2524268"/>
            <a:ext cx="2740166" cy="1308608"/>
          </a:xfrm>
          <a:prstGeom prst="rect">
            <a:avLst/>
          </a:prstGeom>
        </p:spPr>
      </p:pic>
      <p:pic>
        <p:nvPicPr>
          <p:cNvPr id="12" name="Picture 12" descr="Icon&#10;&#10;Description automatically generated">
            <a:extLst>
              <a:ext uri="{FF2B5EF4-FFF2-40B4-BE49-F238E27FC236}">
                <a16:creationId xmlns:a16="http://schemas.microsoft.com/office/drawing/2014/main" id="{E3A7D9BA-48E4-B00B-3EE2-AA1BC2974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490" y="2480575"/>
            <a:ext cx="2743200" cy="138245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07798-573D-2678-FB08-FEB63A8718B5}"/>
              </a:ext>
            </a:extLst>
          </p:cNvPr>
          <p:cNvSpPr txBox="1"/>
          <p:nvPr/>
        </p:nvSpPr>
        <p:spPr>
          <a:xfrm>
            <a:off x="7466625" y="2060250"/>
            <a:ext cx="2237074" cy="318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>
                <a:cs typeface="Arial"/>
              </a:rPr>
              <a:t>You manage infra</a:t>
            </a:r>
            <a:endParaRPr lang="en-GB" sz="1600" b="0" err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B565B7-0A59-946A-2865-F87180B7BF95}"/>
              </a:ext>
            </a:extLst>
          </p:cNvPr>
          <p:cNvSpPr txBox="1"/>
          <p:nvPr/>
        </p:nvSpPr>
        <p:spPr>
          <a:xfrm>
            <a:off x="3002914" y="1857692"/>
            <a:ext cx="2080516" cy="318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sz="1600" b="0"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24C1C8-7867-A6BE-94FF-1CB40CCDE7DF}"/>
              </a:ext>
            </a:extLst>
          </p:cNvPr>
          <p:cNvSpPr txBox="1"/>
          <p:nvPr/>
        </p:nvSpPr>
        <p:spPr>
          <a:xfrm>
            <a:off x="3480691" y="2060249"/>
            <a:ext cx="2080516" cy="318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>
                <a:cs typeface="Arial"/>
              </a:rPr>
              <a:t>AWS managed infra</a:t>
            </a:r>
            <a:endParaRPr lang="en-GB" sz="1600" b="0" err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82F9DB-9A36-6C1D-3616-5EC889FC3A36}"/>
              </a:ext>
            </a:extLst>
          </p:cNvPr>
          <p:cNvSpPr txBox="1"/>
          <p:nvPr/>
        </p:nvSpPr>
        <p:spPr>
          <a:xfrm>
            <a:off x="1061662" y="5762090"/>
            <a:ext cx="4845977" cy="318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sz="1600" b="0">
              <a:cs typeface="Arial"/>
            </a:endParaRPr>
          </a:p>
        </p:txBody>
      </p:sp>
      <p:pic>
        <p:nvPicPr>
          <p:cNvPr id="11" name="Picture 10" descr="Introduction to Amazon Elastic Compute Cloud (EC2) | by Meriem Terki |  Medium">
            <a:extLst>
              <a:ext uri="{FF2B5EF4-FFF2-40B4-BE49-F238E27FC236}">
                <a16:creationId xmlns:a16="http://schemas.microsoft.com/office/drawing/2014/main" id="{8BFA26B7-EA1D-A301-B4EC-48CDEA0680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858" y="2296723"/>
            <a:ext cx="2743199" cy="175811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7B3BD88-C8BB-4417-C4EB-6B111E1C5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348557"/>
              </p:ext>
            </p:extLst>
          </p:nvPr>
        </p:nvGraphicFramePr>
        <p:xfrm>
          <a:off x="253117" y="3626415"/>
          <a:ext cx="10266279" cy="22929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22093">
                  <a:extLst>
                    <a:ext uri="{9D8B030D-6E8A-4147-A177-3AD203B41FA5}">
                      <a16:colId xmlns:a16="http://schemas.microsoft.com/office/drawing/2014/main" val="454437213"/>
                    </a:ext>
                  </a:extLst>
                </a:gridCol>
                <a:gridCol w="3422093">
                  <a:extLst>
                    <a:ext uri="{9D8B030D-6E8A-4147-A177-3AD203B41FA5}">
                      <a16:colId xmlns:a16="http://schemas.microsoft.com/office/drawing/2014/main" val="1446924202"/>
                    </a:ext>
                  </a:extLst>
                </a:gridCol>
                <a:gridCol w="3422093">
                  <a:extLst>
                    <a:ext uri="{9D8B030D-6E8A-4147-A177-3AD203B41FA5}">
                      <a16:colId xmlns:a16="http://schemas.microsoft.com/office/drawing/2014/main" val="1432182373"/>
                    </a:ext>
                  </a:extLst>
                </a:gridCol>
              </a:tblGrid>
              <a:tr h="376698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430886"/>
                  </a:ext>
                </a:extLst>
              </a:tr>
              <a:tr h="376698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Model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Serverless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Virtual Machines (IaaS) - EC2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642628"/>
                  </a:ext>
                </a:extLst>
              </a:tr>
              <a:tr h="37669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Management</a:t>
                      </a:r>
                      <a:endParaRPr lang="en-US"/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Low (AWS managed)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High (User managed)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471711"/>
                  </a:ext>
                </a:extLst>
              </a:tr>
              <a:tr h="37669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Scaling</a:t>
                      </a:r>
                      <a:endParaRPr lang="en-US"/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Automatic &amp; Fast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Auto Scaling Groups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687590"/>
                  </a:ext>
                </a:extLst>
              </a:tr>
              <a:tr h="40945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Cost Structure</a:t>
                      </a:r>
                      <a:endParaRPr lang="en-US"/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Pay per Task (vCPU/RAM)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Pay per Instance Type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658649"/>
                  </a:ext>
                </a:extLst>
              </a:tr>
              <a:tr h="37669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Best For</a:t>
                      </a:r>
                      <a:endParaRPr lang="en-US"/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Agility, Spiky apps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Control, Steady state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058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097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0E3D0-C457-6684-987D-910E3F404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Ako </a:t>
            </a:r>
            <a:r>
              <a:rPr lang="en-GB" dirty="0" err="1">
                <a:latin typeface="Arial"/>
                <a:cs typeface="Arial"/>
              </a:rPr>
              <a:t>spustiť</a:t>
            </a:r>
            <a:r>
              <a:rPr lang="en-GB" dirty="0">
                <a:latin typeface="Arial"/>
                <a:cs typeface="Arial"/>
              </a:rPr>
              <a:t> container – single vs multi-container</a:t>
            </a:r>
            <a:endParaRPr lang="en-GB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ADFB1-7C1A-DA6A-F077-B56459997B77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cs typeface="Arial"/>
              </a:rPr>
              <a:t>Containers @ AWS</a:t>
            </a:r>
            <a:endParaRPr lang="en-GB" b="0" i="0">
              <a:ea typeface="+mn-lt"/>
              <a:cs typeface="Arial"/>
            </a:endParaRPr>
          </a:p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BE327-4F81-5501-B2EF-78873BF16466}"/>
              </a:ext>
            </a:extLst>
          </p:cNvPr>
          <p:cNvSpPr txBox="1"/>
          <p:nvPr/>
        </p:nvSpPr>
        <p:spPr>
          <a:xfrm>
            <a:off x="830494" y="1866471"/>
            <a:ext cx="9190231" cy="318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endParaRPr lang="en-GB" sz="1600" b="1">
              <a:latin typeface="Arial"/>
              <a:cs typeface="Arial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BD14E428-28A9-D0E2-57EB-5A0A1A904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04" y="1500884"/>
            <a:ext cx="3727807" cy="3744930"/>
          </a:xfrm>
          <a:prstGeom prst="rect">
            <a:avLst/>
          </a:prstGeom>
        </p:spPr>
      </p:pic>
      <p:pic>
        <p:nvPicPr>
          <p:cNvPr id="7" name="Picture 7" descr="A picture containing sky, water, outdoor, boat&#10;&#10;Description automatically generated">
            <a:extLst>
              <a:ext uri="{FF2B5EF4-FFF2-40B4-BE49-F238E27FC236}">
                <a16:creationId xmlns:a16="http://schemas.microsoft.com/office/drawing/2014/main" id="{5CE13848-2CF6-5FF0-6AF6-C89954C2D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793" y="1504804"/>
            <a:ext cx="5791199" cy="38569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46A3C2-5E44-3FF0-F649-AFECC240FADC}"/>
              </a:ext>
            </a:extLst>
          </p:cNvPr>
          <p:cNvSpPr txBox="1"/>
          <p:nvPr/>
        </p:nvSpPr>
        <p:spPr>
          <a:xfrm>
            <a:off x="4571999" y="3356224"/>
            <a:ext cx="2743199" cy="7498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4400" b="1">
                <a:cs typeface="Arial"/>
              </a:rPr>
              <a:t>VS</a:t>
            </a:r>
            <a:endParaRPr lang="en-GB" sz="4400" b="1" err="1"/>
          </a:p>
        </p:txBody>
      </p:sp>
    </p:spTree>
    <p:extLst>
      <p:ext uri="{BB962C8B-B14F-4D97-AF65-F5344CB8AC3E}">
        <p14:creationId xmlns:p14="http://schemas.microsoft.com/office/powerpoint/2010/main" val="208240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0E3D0-C457-6684-987D-910E3F404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Ako </a:t>
            </a:r>
            <a:r>
              <a:rPr lang="en-GB" dirty="0" err="1">
                <a:latin typeface="Arial"/>
                <a:cs typeface="Arial"/>
              </a:rPr>
              <a:t>spustiť</a:t>
            </a:r>
            <a:r>
              <a:rPr lang="en-GB" dirty="0">
                <a:latin typeface="Arial"/>
                <a:cs typeface="Arial"/>
              </a:rPr>
              <a:t> container – Orchestrators</a:t>
            </a:r>
            <a:endParaRPr lang="en-GB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ADFB1-7C1A-DA6A-F077-B56459997B77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cs typeface="Arial"/>
              </a:rPr>
              <a:t>Containers @ AWS</a:t>
            </a:r>
            <a:endParaRPr lang="en-GB" b="0" i="0">
              <a:ea typeface="+mn-lt"/>
              <a:cs typeface="Arial"/>
            </a:endParaRPr>
          </a:p>
          <a:p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8AF5F8-F028-19E9-BD94-0442ABA7124B}"/>
              </a:ext>
            </a:extLst>
          </p:cNvPr>
          <p:cNvSpPr txBox="1"/>
          <p:nvPr/>
        </p:nvSpPr>
        <p:spPr>
          <a:xfrm>
            <a:off x="830494" y="1601055"/>
            <a:ext cx="9657707" cy="17962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b="1">
                <a:ea typeface="+mn-lt"/>
                <a:cs typeface="+mn-lt"/>
              </a:rPr>
              <a:t>Container orchestration</a:t>
            </a:r>
            <a:r>
              <a:rPr lang="en-GB" sz="1600">
                <a:ea typeface="+mn-lt"/>
                <a:cs typeface="+mn-lt"/>
              </a:rPr>
              <a:t> is the automation of much of the operational effort required to run containerized workloads and services. </a:t>
            </a:r>
            <a:endParaRPr lang="en-US">
              <a:ea typeface="+mn-lt"/>
              <a:cs typeface="+mn-lt"/>
            </a:endParaRPr>
          </a:p>
          <a:p>
            <a:r>
              <a:rPr lang="en-GB" sz="1600">
                <a:ea typeface="+mn-lt"/>
                <a:cs typeface="+mn-lt"/>
              </a:rPr>
              <a:t>This includes a wide range of things software teams need to manage a 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container’s lifecycle, including provisioning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deployment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scaling (up and down)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networking, load balancing and more.</a:t>
            </a:r>
            <a:endParaRPr lang="en-US"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A9D6A4-FB14-5627-AED6-572D6342BB4A}"/>
              </a:ext>
            </a:extLst>
          </p:cNvPr>
          <p:cNvSpPr txBox="1"/>
          <p:nvPr/>
        </p:nvSpPr>
        <p:spPr>
          <a:xfrm>
            <a:off x="890426" y="3921303"/>
            <a:ext cx="4006921" cy="13784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GB" sz="1600" b="0" err="1"/>
          </a:p>
        </p:txBody>
      </p:sp>
      <p:pic>
        <p:nvPicPr>
          <p:cNvPr id="17" name="Picture 17" descr="Logo, company name&#10;&#10;Description automatically generated">
            <a:extLst>
              <a:ext uri="{FF2B5EF4-FFF2-40B4-BE49-F238E27FC236}">
                <a16:creationId xmlns:a16="http://schemas.microsoft.com/office/drawing/2014/main" id="{CE42B6F7-427B-B5B2-F032-014074453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4" y="3650643"/>
            <a:ext cx="4241514" cy="2390667"/>
          </a:xfrm>
          <a:prstGeom prst="rect">
            <a:avLst/>
          </a:prstGeom>
        </p:spPr>
      </p:pic>
      <p:pic>
        <p:nvPicPr>
          <p:cNvPr id="18" name="Picture 1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F8D547A-13C8-433F-D2C2-E566C34A9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5435" y="2497150"/>
            <a:ext cx="6424772" cy="355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08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0E3D0-C457-6684-987D-910E3F404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Ako </a:t>
            </a:r>
            <a:r>
              <a:rPr lang="en-GB" dirty="0" err="1">
                <a:latin typeface="Arial"/>
                <a:cs typeface="Arial"/>
              </a:rPr>
              <a:t>spustiť</a:t>
            </a:r>
            <a:r>
              <a:rPr lang="en-GB" dirty="0">
                <a:latin typeface="Arial"/>
                <a:cs typeface="Arial"/>
              </a:rPr>
              <a:t> container – Orchestration</a:t>
            </a:r>
            <a:endParaRPr lang="en-GB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ADFB1-7C1A-DA6A-F077-B56459997B77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cs typeface="Arial"/>
              </a:rPr>
              <a:t>Containers @ AWS</a:t>
            </a:r>
            <a:endParaRPr lang="en-GB" b="0" i="0">
              <a:ea typeface="+mn-lt"/>
              <a:cs typeface="Arial"/>
            </a:endParaRPr>
          </a:p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BE327-4F81-5501-B2EF-78873BF16466}"/>
              </a:ext>
            </a:extLst>
          </p:cNvPr>
          <p:cNvSpPr txBox="1"/>
          <p:nvPr/>
        </p:nvSpPr>
        <p:spPr>
          <a:xfrm>
            <a:off x="830494" y="1866471"/>
            <a:ext cx="9190231" cy="318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endParaRPr lang="en-GB" sz="1600" b="1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AE87A0-2733-D125-13CF-D2A064B2AA14}"/>
              </a:ext>
            </a:extLst>
          </p:cNvPr>
          <p:cNvSpPr txBox="1"/>
          <p:nvPr/>
        </p:nvSpPr>
        <p:spPr>
          <a:xfrm>
            <a:off x="830495" y="2928134"/>
            <a:ext cx="3895618" cy="318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endParaRPr lang="en-GB" sz="1600"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651CAA-2EA1-95CD-7C37-50FB5D06310E}"/>
              </a:ext>
            </a:extLst>
          </p:cNvPr>
          <p:cNvSpPr txBox="1"/>
          <p:nvPr/>
        </p:nvSpPr>
        <p:spPr>
          <a:xfrm>
            <a:off x="7233006" y="3037726"/>
            <a:ext cx="3813424" cy="318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endParaRPr lang="en-US" sz="1600">
              <a:solidFill>
                <a:srgbClr val="212529"/>
              </a:solidFill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79633-30CD-18AE-876F-F192C6BDB522}"/>
              </a:ext>
            </a:extLst>
          </p:cNvPr>
          <p:cNvSpPr txBox="1"/>
          <p:nvPr/>
        </p:nvSpPr>
        <p:spPr>
          <a:xfrm>
            <a:off x="7892265" y="4082265"/>
            <a:ext cx="2743200" cy="3497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b="1"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D63A32-7FA3-C7B2-2A99-2F021768E4E9}"/>
              </a:ext>
            </a:extLst>
          </p:cNvPr>
          <p:cNvSpPr txBox="1"/>
          <p:nvPr/>
        </p:nvSpPr>
        <p:spPr>
          <a:xfrm>
            <a:off x="2087367" y="3251771"/>
            <a:ext cx="2743200" cy="3497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>
              <a:cs typeface="Arial"/>
            </a:endParaRPr>
          </a:p>
        </p:txBody>
      </p:sp>
      <p:pic>
        <p:nvPicPr>
          <p:cNvPr id="10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C087702F-8EBD-4AB2-59DF-C570515B1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22" y="1710889"/>
            <a:ext cx="2957245" cy="1895100"/>
          </a:xfrm>
          <a:prstGeom prst="rect">
            <a:avLst/>
          </a:prstGeom>
        </p:spPr>
      </p:pic>
      <p:pic>
        <p:nvPicPr>
          <p:cNvPr id="14" name="Picture 6" descr="Icon&#10;&#10;Description automatically generated">
            <a:extLst>
              <a:ext uri="{FF2B5EF4-FFF2-40B4-BE49-F238E27FC236}">
                <a16:creationId xmlns:a16="http://schemas.microsoft.com/office/drawing/2014/main" id="{F0D8AB3E-1DA6-6689-1F95-0FF7808CE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467" y="1581366"/>
            <a:ext cx="3248344" cy="2162708"/>
          </a:xfrm>
          <a:prstGeom prst="rect">
            <a:avLst/>
          </a:prstGeom>
        </p:spPr>
      </p:pic>
      <p:pic>
        <p:nvPicPr>
          <p:cNvPr id="6" name="Picture 10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A4DA7888-A85E-134E-2CB3-CEFFD6104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45" y="3425057"/>
            <a:ext cx="5277491" cy="2225390"/>
          </a:xfrm>
          <a:prstGeom prst="rect">
            <a:avLst/>
          </a:prstGeom>
        </p:spPr>
      </p:pic>
      <p:pic>
        <p:nvPicPr>
          <p:cNvPr id="11" name="Picture 11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F7507062-A1BA-C43A-1F6F-47ACC7939A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2984" y="3423058"/>
            <a:ext cx="6073739" cy="271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32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0682A-B527-A145-5F57-7F1CC49DD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00961-6FF2-6DDD-8DEF-ED46CB431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Ako </a:t>
            </a:r>
            <a:r>
              <a:rPr lang="en-GB" dirty="0" err="1">
                <a:latin typeface="Arial"/>
                <a:cs typeface="Arial"/>
              </a:rPr>
              <a:t>spustiť</a:t>
            </a:r>
            <a:r>
              <a:rPr lang="en-GB" dirty="0">
                <a:latin typeface="Arial"/>
                <a:cs typeface="Arial"/>
              </a:rPr>
              <a:t> container – ECS vs EKS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602A5-A3F8-2152-59A3-6403B4FC7B8C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cs typeface="Arial"/>
              </a:rPr>
              <a:t>Containers @ AWS</a:t>
            </a:r>
            <a:endParaRPr lang="en-GB" b="0" i="0">
              <a:ea typeface="+mn-lt"/>
              <a:cs typeface="Arial"/>
            </a:endParaRPr>
          </a:p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055CF1-2F36-CC32-88A4-50BEF74EA5B9}"/>
              </a:ext>
            </a:extLst>
          </p:cNvPr>
          <p:cNvSpPr txBox="1"/>
          <p:nvPr/>
        </p:nvSpPr>
        <p:spPr>
          <a:xfrm>
            <a:off x="830494" y="1866471"/>
            <a:ext cx="9190231" cy="318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endParaRPr lang="en-GB" sz="1600" b="1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DAB1AB-7077-3725-B625-418A1D6BFD6A}"/>
              </a:ext>
            </a:extLst>
          </p:cNvPr>
          <p:cNvSpPr txBox="1"/>
          <p:nvPr/>
        </p:nvSpPr>
        <p:spPr>
          <a:xfrm>
            <a:off x="830495" y="2928134"/>
            <a:ext cx="3895618" cy="318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endParaRPr lang="en-GB" sz="1600"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FD054-2E86-B507-B432-72659CF55BB2}"/>
              </a:ext>
            </a:extLst>
          </p:cNvPr>
          <p:cNvSpPr txBox="1"/>
          <p:nvPr/>
        </p:nvSpPr>
        <p:spPr>
          <a:xfrm>
            <a:off x="7233006" y="3037726"/>
            <a:ext cx="3813424" cy="318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endParaRPr lang="en-US" sz="1600">
              <a:solidFill>
                <a:srgbClr val="212529"/>
              </a:solidFill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A2F897-1C39-2641-FDC5-E6187DE90333}"/>
              </a:ext>
            </a:extLst>
          </p:cNvPr>
          <p:cNvSpPr txBox="1"/>
          <p:nvPr/>
        </p:nvSpPr>
        <p:spPr>
          <a:xfrm>
            <a:off x="2087367" y="3251771"/>
            <a:ext cx="2743200" cy="3497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>
              <a:cs typeface="Arial"/>
            </a:endParaRPr>
          </a:p>
        </p:txBody>
      </p:sp>
      <p:pic>
        <p:nvPicPr>
          <p:cNvPr id="10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7B85E562-C650-9437-E282-866B701A7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22" y="1710889"/>
            <a:ext cx="2957245" cy="1895100"/>
          </a:xfrm>
          <a:prstGeom prst="rect">
            <a:avLst/>
          </a:prstGeom>
        </p:spPr>
      </p:pic>
      <p:pic>
        <p:nvPicPr>
          <p:cNvPr id="14" name="Picture 6" descr="Icon&#10;&#10;Description automatically generated">
            <a:extLst>
              <a:ext uri="{FF2B5EF4-FFF2-40B4-BE49-F238E27FC236}">
                <a16:creationId xmlns:a16="http://schemas.microsoft.com/office/drawing/2014/main" id="{30FF520E-7523-2467-EDD7-AD30EF509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467" y="1581366"/>
            <a:ext cx="3248344" cy="21627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F913BF6-06A9-8243-5BFF-7BC6FBF90F31}"/>
              </a:ext>
            </a:extLst>
          </p:cNvPr>
          <p:cNvSpPr txBox="1"/>
          <p:nvPr/>
        </p:nvSpPr>
        <p:spPr>
          <a:xfrm>
            <a:off x="1219199" y="4052047"/>
            <a:ext cx="5118846" cy="17962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1600">
                <a:cs typeface="Arial"/>
              </a:rPr>
              <a:t>Kubernetes in AWS</a:t>
            </a:r>
          </a:p>
          <a:p>
            <a:pPr marL="285750" indent="-285750">
              <a:buFont typeface="Arial"/>
              <a:buChar char="•"/>
            </a:pPr>
            <a:r>
              <a:rPr lang="en-GB" sz="1600">
                <a:cs typeface="Arial"/>
              </a:rPr>
              <a:t>Helm charts</a:t>
            </a:r>
          </a:p>
          <a:p>
            <a:pPr marL="285750" indent="-285750">
              <a:buFont typeface="Arial"/>
              <a:buChar char="•"/>
            </a:pPr>
            <a:r>
              <a:rPr lang="en-GB" sz="1600" dirty="0" err="1">
                <a:cs typeface="Arial"/>
              </a:rPr>
              <a:t>Používa</a:t>
            </a:r>
            <a:r>
              <a:rPr lang="en-GB" sz="1600" dirty="0">
                <a:cs typeface="Arial"/>
              </a:rPr>
              <a:t> pods/replica sets/namespaces</a:t>
            </a:r>
          </a:p>
          <a:p>
            <a:pPr marL="285750" indent="-285750">
              <a:buFont typeface="Arial"/>
              <a:buChar char="•"/>
            </a:pPr>
            <a:r>
              <a:rPr lang="en-GB" sz="1600" dirty="0" err="1">
                <a:cs typeface="Arial"/>
              </a:rPr>
              <a:t>Typy</a:t>
            </a:r>
            <a:r>
              <a:rPr lang="en-GB" sz="1600" dirty="0">
                <a:cs typeface="Arial"/>
              </a:rPr>
              <a:t>:</a:t>
            </a:r>
          </a:p>
          <a:p>
            <a:pPr marL="742315" lvl="1" indent="-285750">
              <a:buFont typeface="Courier New"/>
              <a:buChar char="o"/>
            </a:pPr>
            <a:r>
              <a:rPr lang="en-GB" sz="1600">
                <a:cs typeface="Arial"/>
              </a:rPr>
              <a:t>Serverless – </a:t>
            </a:r>
            <a:r>
              <a:rPr lang="en-GB" sz="1600" err="1">
                <a:cs typeface="Arial"/>
              </a:rPr>
              <a:t>Fargate</a:t>
            </a:r>
            <a:endParaRPr lang="en-GB" sz="1600">
              <a:cs typeface="Arial"/>
            </a:endParaRPr>
          </a:p>
          <a:p>
            <a:pPr marL="742315" lvl="1" indent="-285750">
              <a:buFont typeface="Courier New"/>
              <a:buChar char="o"/>
            </a:pPr>
            <a:r>
              <a:rPr lang="en-GB" sz="1600">
                <a:cs typeface="Arial"/>
              </a:rPr>
              <a:t>Server - EC2</a:t>
            </a:r>
          </a:p>
          <a:p>
            <a:pPr marL="285750" indent="-285750">
              <a:buFont typeface="Arial"/>
              <a:buChar char="•"/>
            </a:pPr>
            <a:endParaRPr lang="en-GB" sz="1600"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C3FA0E-57A1-CF14-31CD-203B67E593F4}"/>
              </a:ext>
            </a:extLst>
          </p:cNvPr>
          <p:cNvSpPr txBox="1"/>
          <p:nvPr/>
        </p:nvSpPr>
        <p:spPr>
          <a:xfrm>
            <a:off x="7548282" y="4052046"/>
            <a:ext cx="3254188" cy="13038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1600">
                <a:cs typeface="Arial"/>
              </a:rPr>
              <a:t>AWS Docker engine</a:t>
            </a:r>
          </a:p>
          <a:p>
            <a:pPr marL="285750" indent="-285750">
              <a:buFont typeface="Arial"/>
              <a:buChar char="•"/>
            </a:pPr>
            <a:r>
              <a:rPr lang="en-GB" sz="1600" dirty="0" err="1">
                <a:cs typeface="Arial"/>
              </a:rPr>
              <a:t>Pouziva</a:t>
            </a:r>
            <a:r>
              <a:rPr lang="en-GB" sz="1600" dirty="0">
                <a:cs typeface="Arial"/>
              </a:rPr>
              <a:t> service/task/daemon</a:t>
            </a:r>
          </a:p>
          <a:p>
            <a:pPr marL="285750" indent="-285750">
              <a:buFont typeface="Arial,Sans-Serif"/>
              <a:buChar char="•"/>
            </a:pPr>
            <a:r>
              <a:rPr lang="en-GB" sz="1600" dirty="0" err="1">
                <a:cs typeface="Arial"/>
              </a:rPr>
              <a:t>Typy</a:t>
            </a:r>
            <a:r>
              <a:rPr lang="en-GB" sz="1600" dirty="0">
                <a:cs typeface="Arial"/>
              </a:rPr>
              <a:t>:</a:t>
            </a:r>
          </a:p>
          <a:p>
            <a:pPr marL="742315" lvl="1" indent="-285750">
              <a:buFont typeface="Courier New,monospace"/>
              <a:buChar char="o"/>
            </a:pPr>
            <a:r>
              <a:rPr lang="en-GB" sz="1600">
                <a:cs typeface="Arial"/>
              </a:rPr>
              <a:t>Serverless – </a:t>
            </a:r>
            <a:r>
              <a:rPr lang="en-GB" sz="1600" err="1">
                <a:cs typeface="Arial"/>
              </a:rPr>
              <a:t>Fargate</a:t>
            </a:r>
            <a:endParaRPr lang="en-GB" sz="1600">
              <a:cs typeface="Arial"/>
            </a:endParaRPr>
          </a:p>
          <a:p>
            <a:pPr marL="742315" lvl="1" indent="-285750">
              <a:buFont typeface="Courier New,monospace"/>
              <a:buChar char="o"/>
            </a:pPr>
            <a:r>
              <a:rPr lang="en-GB" sz="1600">
                <a:cs typeface="Arial"/>
              </a:rPr>
              <a:t>Server - EC2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8076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0E3D0-C457-6684-987D-910E3F404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Ako </a:t>
            </a:r>
            <a:r>
              <a:rPr lang="en-GB" dirty="0" err="1">
                <a:latin typeface="Arial"/>
                <a:cs typeface="Arial"/>
              </a:rPr>
              <a:t>spustiť</a:t>
            </a:r>
            <a:r>
              <a:rPr lang="en-GB" dirty="0">
                <a:latin typeface="Arial"/>
                <a:cs typeface="Arial"/>
              </a:rPr>
              <a:t> container – </a:t>
            </a:r>
            <a:r>
              <a:rPr lang="en-GB" dirty="0" err="1">
                <a:latin typeface="Arial"/>
                <a:cs typeface="Arial"/>
              </a:rPr>
              <a:t>spôsoby</a:t>
            </a:r>
            <a:r>
              <a:rPr lang="en-GB" dirty="0">
                <a:latin typeface="Arial"/>
                <a:cs typeface="Arial"/>
              </a:rPr>
              <a:t> </a:t>
            </a:r>
            <a:r>
              <a:rPr lang="en-GB" dirty="0" err="1">
                <a:latin typeface="Arial"/>
                <a:cs typeface="Arial"/>
              </a:rPr>
              <a:t>deploymentu</a:t>
            </a:r>
            <a:r>
              <a:rPr lang="en-GB" dirty="0">
                <a:latin typeface="Arial"/>
                <a:cs typeface="Arial"/>
              </a:rPr>
              <a:t> </a:t>
            </a:r>
            <a:r>
              <a:rPr lang="en-GB" dirty="0" err="1">
                <a:latin typeface="Arial"/>
                <a:cs typeface="Arial"/>
              </a:rPr>
              <a:t>na</a:t>
            </a:r>
            <a:r>
              <a:rPr lang="en-GB" dirty="0">
                <a:latin typeface="Arial"/>
                <a:cs typeface="Arial"/>
              </a:rPr>
              <a:t> ECS/EKS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ADFB1-7C1A-DA6A-F077-B56459997B77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cs typeface="Arial"/>
              </a:rPr>
              <a:t>Containers @ AWS</a:t>
            </a:r>
            <a:endParaRPr lang="en-GB" b="0" i="0">
              <a:ea typeface="+mn-lt"/>
              <a:cs typeface="Arial"/>
            </a:endParaRPr>
          </a:p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BE327-4F81-5501-B2EF-78873BF16466}"/>
              </a:ext>
            </a:extLst>
          </p:cNvPr>
          <p:cNvSpPr txBox="1"/>
          <p:nvPr/>
        </p:nvSpPr>
        <p:spPr>
          <a:xfrm>
            <a:off x="830494" y="2425914"/>
            <a:ext cx="10976697" cy="40737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n-GB" sz="2000">
                <a:ea typeface="+mn-lt"/>
                <a:cs typeface="+mn-lt"/>
              </a:rPr>
              <a:t>In Place: </a:t>
            </a:r>
            <a:r>
              <a:rPr lang="en-GB" sz="2000">
                <a:solidFill>
                  <a:srgbClr val="12322B"/>
                </a:solidFill>
                <a:ea typeface="+mn-lt"/>
                <a:cs typeface="+mn-lt"/>
              </a:rPr>
              <a:t>ECS replaces old tasks with new ones, minor outage between replacement (only DEV).</a:t>
            </a:r>
            <a:endParaRPr lang="en-GB" sz="2000" dirty="0">
              <a:solidFill>
                <a:srgbClr val="12322B"/>
              </a:solidFill>
              <a:ea typeface="+mn-lt"/>
              <a:cs typeface="+mn-lt"/>
            </a:endParaRPr>
          </a:p>
          <a:p>
            <a:pPr marL="342900" indent="-342900">
              <a:buAutoNum type="arabicPeriod"/>
            </a:pPr>
            <a:endParaRPr lang="en-GB" sz="2000" dirty="0">
              <a:cs typeface="Arial" panose="020B0604020202020204"/>
            </a:endParaRPr>
          </a:p>
          <a:p>
            <a:pPr marL="342900" indent="-342900">
              <a:buFontTx/>
              <a:buAutoNum type="arabicPeriod"/>
            </a:pPr>
            <a:r>
              <a:rPr lang="en-GB" sz="2000">
                <a:ea typeface="+mn-lt"/>
                <a:cs typeface="+mn-lt"/>
              </a:rPr>
              <a:t>Rolling Deployment (ECS Default)</a:t>
            </a:r>
            <a:r>
              <a:rPr lang="en-GB" sz="2000">
                <a:solidFill>
                  <a:srgbClr val="12322B"/>
                </a:solidFill>
                <a:ea typeface="+mn-lt"/>
                <a:cs typeface="+mn-lt"/>
              </a:rPr>
              <a:t>: The standard method where ECS replaces old tasks with new ones based on configured minimum/maximum healthy percentages.</a:t>
            </a:r>
            <a:endParaRPr lang="en-GB" sz="2000">
              <a:solidFill>
                <a:srgbClr val="12322B"/>
              </a:solidFill>
              <a:latin typeface="Arial"/>
              <a:cs typeface="Arial"/>
            </a:endParaRPr>
          </a:p>
          <a:p>
            <a:pPr marL="342900" indent="-342900">
              <a:buFontTx/>
              <a:buAutoNum type="arabicPeriod"/>
            </a:pPr>
            <a:endParaRPr lang="en-GB" sz="2000" dirty="0">
              <a:ea typeface="+mn-lt"/>
              <a:cs typeface="+mn-lt"/>
            </a:endParaRPr>
          </a:p>
          <a:p>
            <a:pPr marL="342900" indent="-342900">
              <a:buFontTx/>
              <a:buAutoNum type="arabicPeriod"/>
            </a:pPr>
            <a:r>
              <a:rPr lang="en-GB" sz="2000" dirty="0">
                <a:ea typeface="+mn-lt"/>
                <a:cs typeface="+mn-lt"/>
              </a:rPr>
              <a:t>Blue/Green Deployment (</a:t>
            </a:r>
            <a:r>
              <a:rPr lang="en-GB" sz="2000" dirty="0" err="1">
                <a:ea typeface="+mn-lt"/>
                <a:cs typeface="+mn-lt"/>
              </a:rPr>
              <a:t>CodeDeploy</a:t>
            </a:r>
            <a:r>
              <a:rPr lang="en-GB" sz="2000" dirty="0">
                <a:ea typeface="+mn-lt"/>
                <a:cs typeface="+mn-lt"/>
              </a:rPr>
              <a:t>)</a:t>
            </a:r>
            <a:r>
              <a:rPr lang="en-GB" sz="2000" dirty="0">
                <a:solidFill>
                  <a:srgbClr val="12322B"/>
                </a:solidFill>
                <a:ea typeface="+mn-lt"/>
                <a:cs typeface="+mn-lt"/>
              </a:rPr>
              <a:t>: Uses AWS </a:t>
            </a:r>
            <a:r>
              <a:rPr lang="en-GB" sz="2000" dirty="0" err="1">
                <a:solidFill>
                  <a:srgbClr val="12322B"/>
                </a:solidFill>
                <a:ea typeface="+mn-lt"/>
                <a:cs typeface="+mn-lt"/>
              </a:rPr>
              <a:t>CodeDeploy</a:t>
            </a:r>
            <a:r>
              <a:rPr lang="en-GB" sz="2000" dirty="0">
                <a:solidFill>
                  <a:srgbClr val="12322B"/>
                </a:solidFill>
                <a:ea typeface="+mn-lt"/>
                <a:cs typeface="+mn-lt"/>
              </a:rPr>
              <a:t> to create a new, parallel environment (Green) alongside the old one (Blue). This allows for validation, canary testing, and traffic shifting before switching, providing zero downtime.</a:t>
            </a:r>
            <a:endParaRPr lang="en-GB" dirty="0"/>
          </a:p>
          <a:p>
            <a:pPr marL="342900" indent="-342900">
              <a:buFontTx/>
              <a:buAutoNum type="arabicPeriod"/>
            </a:pPr>
            <a:endParaRPr lang="en-GB" sz="2000" dirty="0">
              <a:ea typeface="+mn-lt"/>
              <a:cs typeface="+mn-lt"/>
            </a:endParaRPr>
          </a:p>
          <a:p>
            <a:pPr marL="342900" indent="-342900">
              <a:buFontTx/>
              <a:buAutoNum type="arabicPeriod"/>
            </a:pPr>
            <a:r>
              <a:rPr lang="en-GB" sz="2000" dirty="0">
                <a:ea typeface="+mn-lt"/>
                <a:cs typeface="+mn-lt"/>
              </a:rPr>
              <a:t>External Deployment</a:t>
            </a:r>
            <a:r>
              <a:rPr lang="en-GB" sz="2000" dirty="0">
                <a:solidFill>
                  <a:srgbClr val="12322B"/>
                </a:solidFill>
                <a:ea typeface="+mn-lt"/>
                <a:cs typeface="+mn-lt"/>
              </a:rPr>
              <a:t>: Allows users to control the deployment using </a:t>
            </a:r>
            <a:r>
              <a:rPr lang="en-GB" sz="2000" dirty="0" err="1">
                <a:solidFill>
                  <a:srgbClr val="12322B"/>
                </a:solidFill>
                <a:latin typeface="Arial"/>
                <a:cs typeface="Arial"/>
              </a:rPr>
              <a:t>TaskSets</a:t>
            </a:r>
            <a:r>
              <a:rPr lang="en-GB" sz="2000" dirty="0">
                <a:solidFill>
                  <a:srgbClr val="12322B"/>
                </a:solidFill>
                <a:ea typeface="+mn-lt"/>
                <a:cs typeface="+mn-lt"/>
              </a:rPr>
              <a:t> to integrate with custom or third-party deployment systems.</a:t>
            </a:r>
            <a:endParaRPr lang="en-GB" dirty="0"/>
          </a:p>
          <a:p>
            <a:pPr marL="342900" indent="-342900">
              <a:buAutoNum type="arabicPeriod"/>
            </a:pPr>
            <a:endParaRPr lang="en-GB" sz="2000" dirty="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79633-30CD-18AE-876F-F192C6BDB522}"/>
              </a:ext>
            </a:extLst>
          </p:cNvPr>
          <p:cNvSpPr txBox="1"/>
          <p:nvPr/>
        </p:nvSpPr>
        <p:spPr>
          <a:xfrm>
            <a:off x="7892265" y="4082265"/>
            <a:ext cx="2743200" cy="3497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b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9277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0E3D0-C457-6684-987D-910E3F404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Ako </a:t>
            </a:r>
            <a:r>
              <a:rPr lang="en-GB" dirty="0" err="1">
                <a:latin typeface="Arial"/>
                <a:cs typeface="Arial"/>
              </a:rPr>
              <a:t>spustiť</a:t>
            </a:r>
            <a:r>
              <a:rPr lang="en-GB" dirty="0">
                <a:latin typeface="Arial"/>
                <a:cs typeface="Arial"/>
              </a:rPr>
              <a:t> container – tasks/services </a:t>
            </a:r>
            <a:r>
              <a:rPr lang="en-GB" dirty="0" err="1">
                <a:latin typeface="Arial"/>
                <a:cs typeface="Arial"/>
              </a:rPr>
              <a:t>na</a:t>
            </a:r>
            <a:r>
              <a:rPr lang="en-GB" dirty="0">
                <a:latin typeface="Arial"/>
                <a:cs typeface="Arial"/>
              </a:rPr>
              <a:t> ECS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ADFB1-7C1A-DA6A-F077-B56459997B77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cs typeface="Arial"/>
              </a:rPr>
              <a:t>Containers @ AWS</a:t>
            </a:r>
            <a:endParaRPr lang="en-GB" b="0" i="0">
              <a:ea typeface="+mn-lt"/>
              <a:cs typeface="Arial"/>
            </a:endParaRPr>
          </a:p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BE327-4F81-5501-B2EF-78873BF16466}"/>
              </a:ext>
            </a:extLst>
          </p:cNvPr>
          <p:cNvSpPr txBox="1"/>
          <p:nvPr/>
        </p:nvSpPr>
        <p:spPr>
          <a:xfrm>
            <a:off x="830494" y="1866471"/>
            <a:ext cx="10976697" cy="35198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dirty="0">
                <a:latin typeface="Arial"/>
                <a:cs typeface="Arial"/>
              </a:rPr>
              <a:t>Task definition - </a:t>
            </a:r>
            <a:r>
              <a:rPr lang="en-GB" sz="1600" dirty="0" err="1">
                <a:latin typeface="Arial"/>
                <a:cs typeface="Arial"/>
              </a:rPr>
              <a:t>ako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spustiť</a:t>
            </a:r>
            <a:r>
              <a:rPr lang="en-GB" sz="1600" dirty="0">
                <a:latin typeface="Arial"/>
                <a:cs typeface="Arial"/>
              </a:rPr>
              <a:t> docker container(y) (image, porty, </a:t>
            </a:r>
            <a:r>
              <a:rPr lang="en-GB" sz="1600" dirty="0" err="1">
                <a:latin typeface="Arial"/>
                <a:cs typeface="Arial"/>
              </a:rPr>
              <a:t>mem+cpu</a:t>
            </a:r>
            <a:r>
              <a:rPr lang="en-GB" sz="1600" dirty="0">
                <a:latin typeface="Arial"/>
                <a:cs typeface="Arial"/>
              </a:rPr>
              <a:t>, network)</a:t>
            </a:r>
            <a:endParaRPr lang="en-US" sz="1600">
              <a:cs typeface="Arial" panose="020B0604020202020204"/>
            </a:endParaRPr>
          </a:p>
          <a:p>
            <a:pPr marL="742315" lvl="1" indent="-285750">
              <a:buFont typeface="Courier New"/>
              <a:buChar char="o"/>
            </a:pPr>
            <a:r>
              <a:rPr lang="en-GB" sz="1600" dirty="0">
                <a:latin typeface="Arial"/>
                <a:cs typeface="Arial"/>
              </a:rPr>
              <a:t>IAM Task Role – task </a:t>
            </a:r>
            <a:r>
              <a:rPr lang="en-GB" sz="1600" dirty="0" err="1">
                <a:latin typeface="Arial"/>
                <a:cs typeface="Arial"/>
              </a:rPr>
              <a:t>preberá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túto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rolu</a:t>
            </a:r>
            <a:r>
              <a:rPr lang="en-GB" sz="1600" dirty="0">
                <a:latin typeface="Arial"/>
                <a:cs typeface="Arial"/>
              </a:rPr>
              <a:t> aby mal </a:t>
            </a:r>
            <a:r>
              <a:rPr lang="en-GB" sz="1600" dirty="0" err="1">
                <a:latin typeface="Arial"/>
                <a:cs typeface="Arial"/>
              </a:rPr>
              <a:t>prístup</a:t>
            </a:r>
            <a:r>
              <a:rPr lang="en-GB" sz="1600" dirty="0">
                <a:latin typeface="Arial"/>
                <a:cs typeface="Arial"/>
              </a:rPr>
              <a:t> k </a:t>
            </a:r>
            <a:r>
              <a:rPr lang="en-GB" sz="1600" dirty="0" err="1">
                <a:latin typeface="Arial"/>
                <a:cs typeface="Arial"/>
              </a:rPr>
              <a:t>iným</a:t>
            </a:r>
            <a:r>
              <a:rPr lang="en-GB" sz="1600" dirty="0">
                <a:latin typeface="Arial"/>
                <a:cs typeface="Arial"/>
              </a:rPr>
              <a:t> AWS </a:t>
            </a:r>
            <a:r>
              <a:rPr lang="en-GB" sz="1600" dirty="0" err="1">
                <a:latin typeface="Arial"/>
                <a:cs typeface="Arial"/>
              </a:rPr>
              <a:t>službám</a:t>
            </a:r>
          </a:p>
          <a:p>
            <a:r>
              <a:rPr lang="en-GB" sz="1600" dirty="0">
                <a:latin typeface="Arial"/>
                <a:cs typeface="Arial"/>
              </a:rPr>
              <a:t>Service definition – </a:t>
            </a:r>
            <a:r>
              <a:rPr lang="en-GB" sz="1600" dirty="0" err="1">
                <a:latin typeface="Arial"/>
                <a:cs typeface="Arial"/>
              </a:rPr>
              <a:t>koľko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taskov</a:t>
            </a:r>
            <a:r>
              <a:rPr lang="en-GB" sz="1600" dirty="0">
                <a:latin typeface="Arial"/>
                <a:cs typeface="Arial"/>
              </a:rPr>
              <a:t>, v </a:t>
            </a:r>
            <a:r>
              <a:rPr lang="en-GB" sz="1600" dirty="0" err="1">
                <a:latin typeface="Arial"/>
                <a:cs typeface="Arial"/>
              </a:rPr>
              <a:t>akom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móde</a:t>
            </a:r>
            <a:r>
              <a:rPr lang="en-GB" sz="1600" dirty="0">
                <a:latin typeface="Arial"/>
                <a:cs typeface="Arial"/>
              </a:rPr>
              <a:t>:</a:t>
            </a:r>
          </a:p>
          <a:p>
            <a:pPr marL="742315" lvl="1" indent="-285750">
              <a:buFont typeface="Courier New"/>
              <a:buChar char="o"/>
            </a:pPr>
            <a:r>
              <a:rPr lang="en-GB" sz="1600" dirty="0" err="1">
                <a:latin typeface="Arial"/>
                <a:cs typeface="Arial"/>
              </a:rPr>
              <a:t>Škálovacie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metódy</a:t>
            </a:r>
            <a:r>
              <a:rPr lang="en-GB" sz="1600" dirty="0">
                <a:latin typeface="Arial"/>
                <a:cs typeface="Arial"/>
              </a:rPr>
              <a:t> </a:t>
            </a:r>
          </a:p>
          <a:p>
            <a:pPr marL="1199515" lvl="2" indent="-285750">
              <a:buFont typeface="Arial"/>
              <a:buChar char="•"/>
            </a:pPr>
            <a:r>
              <a:rPr lang="en-GB" sz="1600" dirty="0">
                <a:latin typeface="Arial"/>
                <a:cs typeface="Arial"/>
              </a:rPr>
              <a:t>Target tracking – </a:t>
            </a:r>
            <a:r>
              <a:rPr lang="en-GB" sz="1600" dirty="0" err="1">
                <a:latin typeface="Arial"/>
                <a:cs typeface="Arial"/>
              </a:rPr>
              <a:t>napr</a:t>
            </a:r>
            <a:r>
              <a:rPr lang="en-GB" sz="1600" dirty="0">
                <a:latin typeface="Arial"/>
                <a:cs typeface="Arial"/>
              </a:rPr>
              <a:t>. CPU </a:t>
            </a:r>
            <a:r>
              <a:rPr lang="en-GB" sz="1600" dirty="0" err="1">
                <a:latin typeface="Arial"/>
                <a:cs typeface="Arial"/>
              </a:rPr>
              <a:t>vyťaženosť</a:t>
            </a:r>
            <a:r>
              <a:rPr lang="en-GB" sz="1600" dirty="0">
                <a:latin typeface="Arial"/>
                <a:cs typeface="Arial"/>
              </a:rPr>
              <a:t>, </a:t>
            </a:r>
            <a:r>
              <a:rPr lang="en-GB" sz="1600" dirty="0" err="1">
                <a:latin typeface="Arial"/>
                <a:cs typeface="Arial"/>
              </a:rPr>
              <a:t>dĺžka</a:t>
            </a:r>
            <a:r>
              <a:rPr lang="en-GB" sz="1600" dirty="0">
                <a:latin typeface="Arial"/>
                <a:cs typeface="Arial"/>
              </a:rPr>
              <a:t> SQS queue, custom parameter (</a:t>
            </a:r>
            <a:r>
              <a:rPr lang="en-GB" sz="1600" dirty="0" err="1">
                <a:latin typeface="Arial"/>
                <a:cs typeface="Arial"/>
              </a:rPr>
              <a:t>počet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užívateľov</a:t>
            </a:r>
            <a:r>
              <a:rPr lang="en-GB" sz="1600" dirty="0">
                <a:latin typeface="Arial"/>
                <a:cs typeface="Arial"/>
              </a:rPr>
              <a:t>,…)</a:t>
            </a:r>
          </a:p>
          <a:p>
            <a:pPr marL="1199515" lvl="2" indent="-285750">
              <a:buFont typeface="Arial"/>
              <a:buChar char="•"/>
            </a:pPr>
            <a:r>
              <a:rPr lang="en-GB" sz="1600" dirty="0">
                <a:latin typeface="Arial"/>
                <a:cs typeface="Arial"/>
              </a:rPr>
              <a:t>Step scaling – </a:t>
            </a:r>
            <a:r>
              <a:rPr lang="en-GB" sz="1600" dirty="0" err="1">
                <a:latin typeface="Arial"/>
                <a:cs typeface="Arial"/>
              </a:rPr>
              <a:t>podľa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hodnoty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danej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metriky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pridávame</a:t>
            </a:r>
            <a:r>
              <a:rPr lang="en-GB" sz="1600" dirty="0">
                <a:latin typeface="Arial"/>
                <a:cs typeface="Arial"/>
              </a:rPr>
              <a:t>/</a:t>
            </a:r>
            <a:r>
              <a:rPr lang="en-GB" sz="1600" dirty="0" err="1">
                <a:latin typeface="Arial"/>
                <a:cs typeface="Arial"/>
              </a:rPr>
              <a:t>odoberáme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tasky</a:t>
            </a:r>
            <a:r>
              <a:rPr lang="en-GB" sz="1600" dirty="0">
                <a:latin typeface="Arial"/>
                <a:cs typeface="Arial"/>
              </a:rPr>
              <a:t> (</a:t>
            </a:r>
            <a:r>
              <a:rPr lang="en-GB" sz="1600" dirty="0" err="1">
                <a:latin typeface="Arial"/>
                <a:cs typeface="Arial"/>
              </a:rPr>
              <a:t>agresívnejší</a:t>
            </a:r>
            <a:r>
              <a:rPr lang="en-GB" sz="1600" dirty="0">
                <a:latin typeface="Arial"/>
                <a:cs typeface="Arial"/>
              </a:rPr>
              <a:t> scaling)</a:t>
            </a:r>
            <a:endParaRPr lang="en-GB" sz="1600">
              <a:latin typeface="Arial"/>
              <a:cs typeface="Arial"/>
            </a:endParaRPr>
          </a:p>
          <a:p>
            <a:pPr marL="1199515" lvl="2" indent="-285750">
              <a:buFont typeface="Arial"/>
              <a:buChar char="•"/>
            </a:pPr>
            <a:r>
              <a:rPr lang="en-GB" sz="1600" dirty="0">
                <a:latin typeface="Arial"/>
                <a:cs typeface="Arial"/>
              </a:rPr>
              <a:t>Scheduled – </a:t>
            </a:r>
            <a:r>
              <a:rPr lang="en-GB" sz="1600" dirty="0" err="1">
                <a:latin typeface="Arial"/>
                <a:cs typeface="Arial"/>
              </a:rPr>
              <a:t>vopred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definujeme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kedy</a:t>
            </a:r>
            <a:r>
              <a:rPr lang="en-GB" sz="1600" dirty="0">
                <a:latin typeface="Arial"/>
                <a:cs typeface="Arial"/>
              </a:rPr>
              <a:t> a </a:t>
            </a:r>
            <a:r>
              <a:rPr lang="en-GB" sz="1600" dirty="0" err="1">
                <a:latin typeface="Arial"/>
                <a:cs typeface="Arial"/>
              </a:rPr>
              <a:t>koľko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taskov</a:t>
            </a:r>
            <a:r>
              <a:rPr lang="en-GB" sz="1600" dirty="0">
                <a:latin typeface="Arial"/>
                <a:cs typeface="Arial"/>
              </a:rPr>
              <a:t> (v </a:t>
            </a:r>
            <a:r>
              <a:rPr lang="en-GB" sz="1600" dirty="0" err="1">
                <a:latin typeface="Arial"/>
                <a:cs typeface="Arial"/>
              </a:rPr>
              <a:t>noci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menej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taskov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ako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cez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deň</a:t>
            </a:r>
            <a:r>
              <a:rPr lang="en-GB" sz="1600" dirty="0">
                <a:latin typeface="Arial"/>
                <a:cs typeface="Arial"/>
              </a:rPr>
              <a:t>)</a:t>
            </a:r>
          </a:p>
          <a:p>
            <a:pPr marL="742315" lvl="1" indent="-285750">
              <a:buFont typeface="Courier New"/>
              <a:buChar char="o"/>
            </a:pPr>
            <a:r>
              <a:rPr lang="en-GB" sz="1600" dirty="0">
                <a:latin typeface="Arial"/>
                <a:cs typeface="Arial"/>
              </a:rPr>
              <a:t>Service </a:t>
            </a:r>
            <a:r>
              <a:rPr lang="en-GB" sz="1600" dirty="0" err="1">
                <a:latin typeface="Arial"/>
                <a:cs typeface="Arial"/>
              </a:rPr>
              <a:t>módy</a:t>
            </a:r>
            <a:r>
              <a:rPr lang="en-GB" sz="1600" dirty="0">
                <a:latin typeface="Arial"/>
                <a:cs typeface="Arial"/>
              </a:rPr>
              <a:t>:</a:t>
            </a:r>
            <a:endParaRPr lang="en-GB" sz="1600" dirty="0">
              <a:cs typeface="Arial"/>
            </a:endParaRPr>
          </a:p>
          <a:p>
            <a:pPr marL="1199515" lvl="2" indent="-285750">
              <a:buFont typeface="Arial"/>
              <a:buChar char="•"/>
            </a:pPr>
            <a:r>
              <a:rPr lang="en-GB" sz="1600" dirty="0">
                <a:latin typeface="Arial"/>
                <a:cs typeface="Arial"/>
              </a:rPr>
              <a:t>Daemon – </a:t>
            </a:r>
            <a:r>
              <a:rPr lang="en-GB" sz="1600" dirty="0" err="1">
                <a:latin typeface="Arial"/>
                <a:cs typeface="Arial"/>
              </a:rPr>
              <a:t>beží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na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každej</a:t>
            </a:r>
            <a:r>
              <a:rPr lang="en-GB" sz="1600" dirty="0">
                <a:latin typeface="Arial"/>
                <a:cs typeface="Arial"/>
              </a:rPr>
              <a:t> ec2 (</a:t>
            </a:r>
            <a:r>
              <a:rPr lang="en-GB" sz="1600" dirty="0" err="1">
                <a:latin typeface="Arial"/>
                <a:cs typeface="Arial"/>
              </a:rPr>
              <a:t>napr</a:t>
            </a:r>
            <a:r>
              <a:rPr lang="en-GB" sz="1600" dirty="0">
                <a:latin typeface="Arial"/>
                <a:cs typeface="Arial"/>
              </a:rPr>
              <a:t>. monitoring, logging)</a:t>
            </a:r>
            <a:endParaRPr lang="en-GB" sz="1600">
              <a:latin typeface="Arial"/>
              <a:cs typeface="Arial"/>
            </a:endParaRPr>
          </a:p>
          <a:p>
            <a:pPr marL="1199515" lvl="2" indent="-285750">
              <a:buFont typeface="Arial"/>
              <a:buChar char="•"/>
            </a:pPr>
            <a:r>
              <a:rPr lang="en-GB" sz="1600" dirty="0">
                <a:latin typeface="Arial"/>
                <a:cs typeface="Arial"/>
              </a:rPr>
              <a:t>Replica – </a:t>
            </a:r>
            <a:r>
              <a:rPr lang="en-GB" sz="1600" dirty="0" err="1">
                <a:latin typeface="Arial"/>
                <a:cs typeface="Arial"/>
              </a:rPr>
              <a:t>samostatný</a:t>
            </a:r>
            <a:r>
              <a:rPr lang="en-GB" sz="1600" dirty="0">
                <a:latin typeface="Arial"/>
                <a:cs typeface="Arial"/>
              </a:rPr>
              <a:t> task (</a:t>
            </a:r>
            <a:r>
              <a:rPr lang="en-GB" sz="1600" dirty="0" err="1">
                <a:latin typeface="Arial"/>
                <a:cs typeface="Arial"/>
              </a:rPr>
              <a:t>môže</a:t>
            </a:r>
            <a:r>
              <a:rPr lang="en-GB" sz="1600" dirty="0">
                <a:latin typeface="Arial"/>
                <a:cs typeface="Arial"/>
              </a:rPr>
              <a:t> ich </a:t>
            </a:r>
            <a:r>
              <a:rPr lang="en-GB" sz="1600" dirty="0" err="1">
                <a:latin typeface="Arial"/>
                <a:cs typeface="Arial"/>
              </a:rPr>
              <a:t>bežať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viac</a:t>
            </a:r>
            <a:r>
              <a:rPr lang="en-GB" sz="1600" dirty="0">
                <a:latin typeface="Arial"/>
                <a:cs typeface="Arial"/>
              </a:rPr>
              <a:t> </a:t>
            </a:r>
            <a:r>
              <a:rPr lang="en-GB" sz="1600" dirty="0" err="1">
                <a:latin typeface="Arial"/>
                <a:cs typeface="Arial"/>
              </a:rPr>
              <a:t>naraz</a:t>
            </a:r>
            <a:r>
              <a:rPr lang="en-GB" sz="1600" dirty="0">
                <a:latin typeface="Arial"/>
                <a:cs typeface="Arial"/>
              </a:rPr>
              <a:t>)</a:t>
            </a:r>
          </a:p>
          <a:p>
            <a:pPr marL="799465" lvl="1" indent="-342900">
              <a:buFont typeface="Arial"/>
              <a:buChar char="•"/>
            </a:pPr>
            <a:endParaRPr lang="en-GB" sz="1600" dirty="0">
              <a:latin typeface="Arial"/>
              <a:cs typeface="Arial"/>
            </a:endParaRPr>
          </a:p>
          <a:p>
            <a:pPr marL="1256665" lvl="2" indent="-342900">
              <a:buAutoNum type="arabicPeriod"/>
            </a:pPr>
            <a:endParaRPr lang="en-GB" sz="1600" dirty="0">
              <a:latin typeface="Arial"/>
              <a:cs typeface="Arial"/>
            </a:endParaRPr>
          </a:p>
          <a:p>
            <a:pPr marL="799465" lvl="1" indent="-342900">
              <a:buAutoNum type="arabicPeriod"/>
            </a:pPr>
            <a:endParaRPr lang="en-GB" sz="1600" dirty="0">
              <a:latin typeface="Arial"/>
              <a:cs typeface="Arial"/>
            </a:endParaRPr>
          </a:p>
          <a:p>
            <a:pPr marL="799465" lvl="1" indent="-342900">
              <a:buAutoNum type="arabicPeriod"/>
            </a:pPr>
            <a:endParaRPr lang="en-GB" sz="1600" dirty="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79633-30CD-18AE-876F-F192C6BDB522}"/>
              </a:ext>
            </a:extLst>
          </p:cNvPr>
          <p:cNvSpPr txBox="1"/>
          <p:nvPr/>
        </p:nvSpPr>
        <p:spPr>
          <a:xfrm>
            <a:off x="7892265" y="4082265"/>
            <a:ext cx="2743200" cy="3497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b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4129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0E3D0-C457-6684-987D-910E3F404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Ako </a:t>
            </a:r>
            <a:r>
              <a:rPr lang="en-GB" dirty="0" err="1">
                <a:latin typeface="Arial"/>
                <a:cs typeface="Arial"/>
              </a:rPr>
              <a:t>spustiť</a:t>
            </a:r>
            <a:r>
              <a:rPr lang="en-GB" dirty="0">
                <a:latin typeface="Arial"/>
                <a:cs typeface="Arial"/>
              </a:rPr>
              <a:t> container – AWS managed – App Runner vs Fargate</a:t>
            </a:r>
            <a:endParaRPr lang="en-GB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ADFB1-7C1A-DA6A-F077-B56459997B77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r>
              <a:rPr lang="en-US" i="0">
                <a:cs typeface="Arial"/>
              </a:rPr>
              <a:t>Containers @ AWS</a:t>
            </a:r>
            <a:endParaRPr lang="en-GB" b="0" i="0">
              <a:ea typeface="+mn-lt"/>
              <a:cs typeface="Arial"/>
            </a:endParaRPr>
          </a:p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BE327-4F81-5501-B2EF-78873BF16466}"/>
              </a:ext>
            </a:extLst>
          </p:cNvPr>
          <p:cNvSpPr txBox="1"/>
          <p:nvPr/>
        </p:nvSpPr>
        <p:spPr>
          <a:xfrm>
            <a:off x="830494" y="1866471"/>
            <a:ext cx="9190231" cy="318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36000" rIns="21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endParaRPr lang="en-GB" sz="1600" b="1">
              <a:latin typeface="Arial"/>
              <a:cs typeface="Arial"/>
            </a:endParaRPr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1F25E1D4-289A-C40D-B45E-65ED74E16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465" y="2356738"/>
            <a:ext cx="2614774" cy="1318253"/>
          </a:xfrm>
          <a:prstGeom prst="rect">
            <a:avLst/>
          </a:prstGeom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C1653AE0-C4E3-C208-6BE1-034BBB030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934" y="2301012"/>
            <a:ext cx="2743200" cy="1382457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21B95C4-65ED-A165-2E11-73DA0D42F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547122"/>
              </p:ext>
            </p:extLst>
          </p:nvPr>
        </p:nvGraphicFramePr>
        <p:xfrm>
          <a:off x="260430" y="3916100"/>
          <a:ext cx="11398212" cy="209359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90518">
                  <a:extLst>
                    <a:ext uri="{9D8B030D-6E8A-4147-A177-3AD203B41FA5}">
                      <a16:colId xmlns:a16="http://schemas.microsoft.com/office/drawing/2014/main" val="1523916894"/>
                    </a:ext>
                  </a:extLst>
                </a:gridCol>
                <a:gridCol w="4504481">
                  <a:extLst>
                    <a:ext uri="{9D8B030D-6E8A-4147-A177-3AD203B41FA5}">
                      <a16:colId xmlns:a16="http://schemas.microsoft.com/office/drawing/2014/main" val="3342723096"/>
                    </a:ext>
                  </a:extLst>
                </a:gridCol>
                <a:gridCol w="4803213">
                  <a:extLst>
                    <a:ext uri="{9D8B030D-6E8A-4147-A177-3AD203B41FA5}">
                      <a16:colId xmlns:a16="http://schemas.microsoft.com/office/drawing/2014/main" val="34017807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 b="1">
                          <a:effectLst/>
                          <a:latin typeface="Arial"/>
                          <a:cs typeface="Arial"/>
                        </a:rPr>
                        <a:t>Service Category</a:t>
                      </a:r>
                      <a:endParaRPr lang="en-US" b="1"/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>
                          <a:effectLst/>
                          <a:latin typeface="Arial"/>
                          <a:cs typeface="Arial"/>
                        </a:rPr>
                        <a:t>Fully managed PaaS (Platform-as-a-Service)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>
                          <a:effectLst/>
                          <a:latin typeface="Arial"/>
                          <a:cs typeface="Arial"/>
                        </a:rPr>
                        <a:t>Serverless Container Compute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7302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 b="1">
                          <a:effectLst/>
                          <a:latin typeface="Arial"/>
                          <a:cs typeface="Arial"/>
                        </a:rPr>
                        <a:t>Complexity</a:t>
                      </a:r>
                      <a:endParaRPr lang="en-US" b="1"/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>
                          <a:effectLst/>
                          <a:latin typeface="Arial"/>
                          <a:cs typeface="Arial"/>
                        </a:rPr>
                        <a:t>Very Low (Zero infrastructure management)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>
                          <a:effectLst/>
                          <a:latin typeface="Arial"/>
                          <a:cs typeface="Arial"/>
                        </a:rPr>
                        <a:t>Moderate (Requires ECS/EKS knowledge)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2241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 b="1">
                          <a:effectLst/>
                          <a:latin typeface="Arial"/>
                          <a:cs typeface="Arial"/>
                        </a:rPr>
                        <a:t>Deployment</a:t>
                      </a:r>
                      <a:endParaRPr lang="en-US" b="1"/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>
                          <a:effectLst/>
                          <a:latin typeface="Arial"/>
                          <a:cs typeface="Arial"/>
                        </a:rPr>
                        <a:t>Direct from GitHub or Container Registry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>
                          <a:effectLst/>
                          <a:latin typeface="Arial"/>
                          <a:cs typeface="Arial"/>
                        </a:rPr>
                        <a:t>Container Image (via ECS/EKS Task Definition)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191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 b="1">
                          <a:effectLst/>
                          <a:latin typeface="Arial"/>
                          <a:cs typeface="Arial"/>
                        </a:rPr>
                        <a:t>Networking</a:t>
                      </a:r>
                      <a:endParaRPr lang="en-US" b="1"/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>
                          <a:effectLst/>
                          <a:latin typeface="Arial"/>
                          <a:cs typeface="Arial"/>
                        </a:rPr>
                        <a:t>Automated (Load Balancer &amp; SSL included)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>
                          <a:effectLst/>
                          <a:latin typeface="Arial"/>
                          <a:cs typeface="Arial"/>
                        </a:rPr>
                        <a:t>Manual configuration (VPC, ALB, Subnets)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1854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 b="1">
                          <a:effectLst/>
                          <a:latin typeface="Arial"/>
                          <a:cs typeface="Arial"/>
                        </a:rPr>
                        <a:t>Scaling</a:t>
                      </a:r>
                      <a:endParaRPr lang="en-US" b="1"/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>
                          <a:effectLst/>
                          <a:latin typeface="Arial"/>
                          <a:cs typeface="Arial"/>
                        </a:rPr>
                        <a:t>Auto-scales based on concurrent requests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>
                          <a:effectLst/>
                          <a:latin typeface="Arial"/>
                          <a:cs typeface="Arial"/>
                        </a:rPr>
                        <a:t>Auto-scales based on CPU/RAM metrics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7577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 b="1">
                          <a:effectLst/>
                          <a:latin typeface="Arial"/>
                          <a:cs typeface="Arial"/>
                        </a:rPr>
                        <a:t>Pricing Model</a:t>
                      </a:r>
                      <a:endParaRPr lang="en-US" b="1"/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>
                          <a:effectLst/>
                          <a:latin typeface="Arial"/>
                          <a:cs typeface="Arial"/>
                        </a:rPr>
                        <a:t>Provisioned instances (CPU pauses when idle)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>
                          <a:effectLst/>
                          <a:latin typeface="Arial"/>
                          <a:cs typeface="Arial"/>
                        </a:rPr>
                        <a:t>Pay-as-you-go for vCPU/RAM resources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6355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 b="1">
                          <a:effectLst/>
                          <a:latin typeface="Arial"/>
                          <a:cs typeface="Arial"/>
                        </a:rPr>
                        <a:t>Use Case</a:t>
                      </a:r>
                      <a:endParaRPr lang="en-US" b="1"/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>
                          <a:effectLst/>
                          <a:latin typeface="Arial"/>
                          <a:cs typeface="Arial"/>
                        </a:rPr>
                        <a:t>Rapidly deploying Web Apps and APIs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600">
                          <a:effectLst/>
                          <a:latin typeface="Arial"/>
                          <a:cs typeface="Arial"/>
                        </a:rPr>
                        <a:t>Microservices, batch jobs, complex architectures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707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578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0109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95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circle/>
      </p:transition>
    </mc:Choice>
    <mc:Fallback xmlns="">
      <p:transition>
        <p:circle/>
      </p:transition>
    </mc:Fallback>
  </mc:AlternateContent>
</p:sld>
</file>

<file path=ppt/theme/theme1.xml><?xml version="1.0" encoding="utf-8"?>
<a:theme xmlns:a="http://schemas.openxmlformats.org/drawingml/2006/main" name="Master_Cover+End slides">
  <a:themeElements>
    <a:clrScheme name="Ohpen">
      <a:dk1>
        <a:srgbClr val="12322B"/>
      </a:dk1>
      <a:lt1>
        <a:srgbClr val="FFFFFF"/>
      </a:lt1>
      <a:dk2>
        <a:srgbClr val="12322B"/>
      </a:dk2>
      <a:lt2>
        <a:srgbClr val="F8FAFB"/>
      </a:lt2>
      <a:accent1>
        <a:srgbClr val="00C08A"/>
      </a:accent1>
      <a:accent2>
        <a:srgbClr val="00AE8D"/>
      </a:accent2>
      <a:accent3>
        <a:srgbClr val="33FF99"/>
      </a:accent3>
      <a:accent4>
        <a:srgbClr val="DBFE53"/>
      </a:accent4>
      <a:accent5>
        <a:srgbClr val="CFC4FB"/>
      </a:accent5>
      <a:accent6>
        <a:srgbClr val="ABB5BD"/>
      </a:accent6>
      <a:hlink>
        <a:srgbClr val="00C08A"/>
      </a:hlink>
      <a:folHlink>
        <a:srgbClr val="00AE8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>
          <a:outerShdw blurRad="38100" dist="12700" dir="5400000" algn="ctr" rotWithShape="0">
            <a:prstClr val="black">
              <a:alpha val="15000"/>
            </a:prstClr>
          </a:outerShdw>
        </a:effectLst>
      </a:spPr>
      <a:bodyPr wrap="square" lIns="91440" tIns="45720" rIns="91440" bIns="45720" rtlCol="0" anchor="t">
        <a:noAutofit/>
      </a:bodyPr>
      <a:lstStyle>
        <a:defPPr algn="l">
          <a:spcBef>
            <a:spcPts val="1000"/>
          </a:spcBef>
          <a:defRPr sz="1400" dirty="0" err="1" smtClean="0">
            <a:solidFill>
              <a:schemeClr val="tx1"/>
            </a:solidFill>
            <a:latin typeface="Visuelt Pro Light" panose="020B03030402020401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36000" rIns="216000" bIns="36000" rtlCol="0">
        <a:spAutoFit/>
      </a:bodyPr>
      <a:lstStyle>
        <a:defPPr algn="l">
          <a:lnSpc>
            <a:spcPct val="100000"/>
          </a:lnSpc>
          <a:spcBef>
            <a:spcPts val="0"/>
          </a:spcBef>
          <a:defRPr sz="1600" b="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hpen-corp_template_2023.pptx" id="{04EFEC17-9D44-6140-A6B8-A2B4AB3D0BD1}" vid="{ADD49102-3D03-C64B-9BFE-8F3C56A5CF3B}"/>
    </a:ext>
  </a:extLst>
</a:theme>
</file>

<file path=ppt/theme/theme2.xml><?xml version="1.0" encoding="utf-8"?>
<a:theme xmlns:a="http://schemas.openxmlformats.org/drawingml/2006/main" name="Master_Light slides">
  <a:themeElements>
    <a:clrScheme name="Ohpen">
      <a:dk1>
        <a:srgbClr val="12322B"/>
      </a:dk1>
      <a:lt1>
        <a:srgbClr val="FFFFFF"/>
      </a:lt1>
      <a:dk2>
        <a:srgbClr val="12322B"/>
      </a:dk2>
      <a:lt2>
        <a:srgbClr val="F8FAFB"/>
      </a:lt2>
      <a:accent1>
        <a:srgbClr val="00C08A"/>
      </a:accent1>
      <a:accent2>
        <a:srgbClr val="00AE8D"/>
      </a:accent2>
      <a:accent3>
        <a:srgbClr val="33FF99"/>
      </a:accent3>
      <a:accent4>
        <a:srgbClr val="DBFE53"/>
      </a:accent4>
      <a:accent5>
        <a:srgbClr val="CFC4FB"/>
      </a:accent5>
      <a:accent6>
        <a:srgbClr val="ABB5BD"/>
      </a:accent6>
      <a:hlink>
        <a:srgbClr val="00C08A"/>
      </a:hlink>
      <a:folHlink>
        <a:srgbClr val="00AE8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>
          <a:outerShdw blurRad="38100" dist="12700" dir="5400000" algn="ctr" rotWithShape="0">
            <a:prstClr val="black">
              <a:alpha val="15000"/>
            </a:prstClr>
          </a:outerShdw>
        </a:effectLst>
      </a:spPr>
      <a:bodyPr wrap="square" lIns="91440" tIns="45720" rIns="91440" bIns="45720" rtlCol="0" anchor="t">
        <a:noAutofit/>
      </a:bodyPr>
      <a:lstStyle>
        <a:defPPr algn="l">
          <a:spcBef>
            <a:spcPts val="1000"/>
          </a:spcBef>
          <a:defRPr sz="1400" dirty="0" err="1" smtClean="0">
            <a:solidFill>
              <a:schemeClr val="tx1"/>
            </a:solidFill>
            <a:latin typeface="Visuelt Pro Light" panose="020B03030402020401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36000" rIns="216000" bIns="36000" rtlCol="0">
        <a:spAutoFit/>
      </a:bodyPr>
      <a:lstStyle>
        <a:defPPr algn="l">
          <a:lnSpc>
            <a:spcPct val="100000"/>
          </a:lnSpc>
          <a:spcBef>
            <a:spcPts val="0"/>
          </a:spcBef>
          <a:defRPr sz="1600" b="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hpen-corp_template_2023.pptx" id="{04EFEC17-9D44-6140-A6B8-A2B4AB3D0BD1}" vid="{4F078254-12CE-3743-B9BB-ACF226B4F946}"/>
    </a:ext>
  </a:extLst>
</a:theme>
</file>

<file path=ppt/theme/theme3.xml><?xml version="1.0" encoding="utf-8"?>
<a:theme xmlns:a="http://schemas.openxmlformats.org/drawingml/2006/main" name="Mater-Dark slides">
  <a:themeElements>
    <a:clrScheme name="Ohpen">
      <a:dk1>
        <a:srgbClr val="12322B"/>
      </a:dk1>
      <a:lt1>
        <a:srgbClr val="FFFFFF"/>
      </a:lt1>
      <a:dk2>
        <a:srgbClr val="12322B"/>
      </a:dk2>
      <a:lt2>
        <a:srgbClr val="F8FAFB"/>
      </a:lt2>
      <a:accent1>
        <a:srgbClr val="00C08A"/>
      </a:accent1>
      <a:accent2>
        <a:srgbClr val="00AE8D"/>
      </a:accent2>
      <a:accent3>
        <a:srgbClr val="33FF99"/>
      </a:accent3>
      <a:accent4>
        <a:srgbClr val="DBFE53"/>
      </a:accent4>
      <a:accent5>
        <a:srgbClr val="CFC4FB"/>
      </a:accent5>
      <a:accent6>
        <a:srgbClr val="ABB5BD"/>
      </a:accent6>
      <a:hlink>
        <a:srgbClr val="00C08A"/>
      </a:hlink>
      <a:folHlink>
        <a:srgbClr val="00AE8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>
          <a:outerShdw blurRad="38100" dist="12700" dir="5400000" algn="ctr" rotWithShape="0">
            <a:prstClr val="black">
              <a:alpha val="15000"/>
            </a:prstClr>
          </a:outerShdw>
        </a:effectLst>
      </a:spPr>
      <a:bodyPr wrap="square" lIns="91440" tIns="45720" rIns="91440" bIns="45720" rtlCol="0" anchor="t">
        <a:noAutofit/>
      </a:bodyPr>
      <a:lstStyle>
        <a:defPPr algn="l">
          <a:spcBef>
            <a:spcPts val="1000"/>
          </a:spcBef>
          <a:defRPr sz="1400" dirty="0" err="1" smtClean="0">
            <a:solidFill>
              <a:schemeClr val="tx1"/>
            </a:solidFill>
            <a:latin typeface="Visuelt Pro Light" panose="020B03030402020401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36000" rIns="216000" bIns="36000" rtlCol="0">
        <a:spAutoFit/>
      </a:bodyPr>
      <a:lstStyle>
        <a:defPPr algn="l">
          <a:lnSpc>
            <a:spcPct val="100000"/>
          </a:lnSpc>
          <a:spcBef>
            <a:spcPts val="0"/>
          </a:spcBef>
          <a:defRPr sz="1600" b="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hpen-corp_template_2023.pptx" id="{04EFEC17-9D44-6140-A6B8-A2B4AB3D0BD1}" vid="{43084647-4271-8042-A1FC-205B1478185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157D8FE381E394CA0978F18D313AF5B" ma:contentTypeVersion="4" ma:contentTypeDescription="Umožňuje vytvoriť nový dokument." ma:contentTypeScope="" ma:versionID="aff62bb51479d4842a502a1bb47fa9a1">
  <xsd:schema xmlns:xsd="http://www.w3.org/2001/XMLSchema" xmlns:xs="http://www.w3.org/2001/XMLSchema" xmlns:p="http://schemas.microsoft.com/office/2006/metadata/properties" xmlns:ns2="8b39c7c6-6374-4048-baab-732f731b7b44" targetNamespace="http://schemas.microsoft.com/office/2006/metadata/properties" ma:root="true" ma:fieldsID="8ad306c91166591d6c7dbbbffc516e69" ns2:_="">
    <xsd:import namespace="8b39c7c6-6374-4048-baab-732f731b7b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39c7c6-6374-4048-baab-732f731b7b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6ABD763-00A6-4A33-9867-3E1B7B75259B}"/>
</file>

<file path=customXml/itemProps2.xml><?xml version="1.0" encoding="utf-8"?>
<ds:datastoreItem xmlns:ds="http://schemas.openxmlformats.org/officeDocument/2006/customXml" ds:itemID="{26978C9F-AC80-42CA-86F2-16447E36BEE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0AA199-2D70-42A0-9797-347C9B92DCC4}">
  <ds:schemaRefs>
    <ds:schemaRef ds:uri="8153fd29-981d-4976-9cc4-b43d32c22918"/>
    <ds:schemaRef ds:uri="fe90b6d9-1d8e-4338-b4e0-2e301d0f32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24</Slides>
  <Notes>4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Master_Cover+End slides</vt:lpstr>
      <vt:lpstr>Master_Light slides</vt:lpstr>
      <vt:lpstr>Mater-Dark slides</vt:lpstr>
      <vt:lpstr>Containers @ AWS</vt:lpstr>
      <vt:lpstr>Problem?         Solution!</vt:lpstr>
      <vt:lpstr>Čo je docker? docker container? </vt:lpstr>
      <vt:lpstr>Virtual machines vs containers</vt:lpstr>
      <vt:lpstr>Ako vytvoriť docker image a spustiť ako container?</vt:lpstr>
      <vt:lpstr>Ako vytvoriť docker image – príklad app.py (python3 + flask) </vt:lpstr>
      <vt:lpstr>Ako vytvoriť docker image – Dockerfile</vt:lpstr>
      <vt:lpstr>Ako vytvoriť docker image - build fáza </vt:lpstr>
      <vt:lpstr>Ako vytvoriť docker image – lokálny docker image</vt:lpstr>
      <vt:lpstr>Ako vytvoriť docker image – štart lokálneho docker image</vt:lpstr>
      <vt:lpstr>Ako vytvoriť docker image – validácia lokálneho docker image</vt:lpstr>
      <vt:lpstr>Ako vytvoriť docker image – ako/kde uložiť naše obrazy</vt:lpstr>
      <vt:lpstr>Ako vytvoriť docker image – docker push (AWS ECR)</vt:lpstr>
      <vt:lpstr>Ako spustiť container</vt:lpstr>
      <vt:lpstr>Ako spustiť container – kedy ktorú službu vyuziť</vt:lpstr>
      <vt:lpstr>Ako spustiť container – single vs multi-container</vt:lpstr>
      <vt:lpstr>Ako spustiť container – Orchestrators</vt:lpstr>
      <vt:lpstr>Ako spustiť container – Orchestration</vt:lpstr>
      <vt:lpstr>Ako spustiť container – ECS vs EKS</vt:lpstr>
      <vt:lpstr>Ako spustiť container – spôsoby deploymentu na ECS/EKS</vt:lpstr>
      <vt:lpstr>Ako spustiť container – tasks/services na ECS</vt:lpstr>
      <vt:lpstr>Ako spustiť container – AWS managed – App Runner vs Fargate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Attila Miklós</dc:creator>
  <cp:keywords/>
  <dc:description/>
  <cp:revision>333</cp:revision>
  <dcterms:created xsi:type="dcterms:W3CDTF">2023-01-09T14:10:55Z</dcterms:created>
  <dcterms:modified xsi:type="dcterms:W3CDTF">2026-03-08T22:10:10Z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0x010100E157D8FE381E394CA0978F18D313AF5B</vt:lpwstr>
  </property>
</Properties>
</file>